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134804822" r:id="rId2"/>
    <p:sldId id="2134804829" r:id="rId3"/>
    <p:sldId id="2134804802" r:id="rId4"/>
    <p:sldId id="2134804843" r:id="rId5"/>
    <p:sldId id="2134804844" r:id="rId6"/>
    <p:sldId id="2134804851" r:id="rId7"/>
    <p:sldId id="2134804838" r:id="rId8"/>
    <p:sldId id="2134804840" r:id="rId9"/>
    <p:sldId id="2134804850" r:id="rId10"/>
    <p:sldId id="2134804841" r:id="rId11"/>
    <p:sldId id="2134804845" r:id="rId12"/>
    <p:sldId id="2134804846" r:id="rId13"/>
    <p:sldId id="2134804849" r:id="rId1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itter Sport" id="{750F6B32-C1AD-49B3-8052-A568520959C1}">
          <p14:sldIdLst>
            <p14:sldId id="2134804822"/>
            <p14:sldId id="2134804829"/>
            <p14:sldId id="2134804802"/>
            <p14:sldId id="2134804843"/>
            <p14:sldId id="2134804844"/>
            <p14:sldId id="2134804851"/>
            <p14:sldId id="2134804838"/>
            <p14:sldId id="2134804840"/>
            <p14:sldId id="2134804850"/>
            <p14:sldId id="2134804841"/>
            <p14:sldId id="2134804845"/>
            <p14:sldId id="2134804846"/>
            <p14:sldId id="2134804849"/>
          </p14:sldIdLst>
        </p14:section>
        <p14:section name="Icons &amp; Farbwelt" id="{0CE457BB-BB77-4F75-98E9-8C616F70F4B6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5F11"/>
    <a:srgbClr val="8BBF40"/>
    <a:srgbClr val="6D0E4C"/>
    <a:srgbClr val="ED2722"/>
    <a:srgbClr val="F8485E"/>
    <a:srgbClr val="BBB323"/>
    <a:srgbClr val="0D5257"/>
    <a:srgbClr val="1971B8"/>
    <a:srgbClr val="A0D565"/>
    <a:srgbClr val="9AD3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0A15C55-8517-42AA-B614-E9B94910E393}"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327" autoAdjust="0"/>
  </p:normalViewPr>
  <p:slideViewPr>
    <p:cSldViewPr snapToGrid="0" showGuides="1">
      <p:cViewPr varScale="1">
        <p:scale>
          <a:sx n="106" d="100"/>
          <a:sy n="106" d="100"/>
        </p:scale>
        <p:origin x="7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318"/>
    </p:cViewPr>
  </p:sorterViewPr>
  <p:notesViewPr>
    <p:cSldViewPr snapToGrid="0" showGuides="1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AA386A9F-9CC9-40E6-885B-EEE71E3DFA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>
              <a:latin typeface="Arial" panose="020B0604020202020204" pitchFamily="34" charset="0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FFEC356-898A-40E9-8C70-CD8B116F698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F8BB1-F92D-4DED-B03F-30484B5AA2A1}" type="datetimeFigureOut">
              <a:rPr lang="de-DE" smtClean="0">
                <a:latin typeface="Arial" panose="020B0604020202020204" pitchFamily="34" charset="0"/>
              </a:rPr>
              <a:t>09.06.2026</a:t>
            </a:fld>
            <a:endParaRPr lang="de-DE" dirty="0">
              <a:latin typeface="Arial" panose="020B0604020202020204" pitchFamily="34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2E43D1B-157D-4A2E-BEBF-0D2912561BA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>
              <a:latin typeface="Arial" panose="020B0604020202020204" pitchFamily="34" charset="0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49EC914-AD79-4531-98B5-E2EE20CFF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C07FD8-8D12-4B87-BAC4-6C230F5B1FE3}" type="slidenum">
              <a:rPr lang="de-DE" smtClean="0">
                <a:latin typeface="Arial" panose="020B0604020202020204" pitchFamily="34" charset="0"/>
              </a:rPr>
              <a:t>‹Nr.›</a:t>
            </a:fld>
            <a:endParaRPr lang="de-DE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79484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2A2B6385-6051-4A91-BEE8-AE7D91ACBBF0}" type="datetimeFigureOut">
              <a:rPr lang="de-DE" smtClean="0"/>
              <a:pPr/>
              <a:t>09.06.2026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A1D51158-57A2-499A-9688-191D0F3AC541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48475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endParaRPr lang="de-DE" baseline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51158-57A2-499A-9688-191D0F3AC541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7171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A54B8-92D2-561A-1C70-6829FEE59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9FAE352-4C2D-C5A6-8B9D-DFD756C6D4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4E9C14C-24AA-5C90-56ED-FDAEDF1318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endParaRPr lang="de-DE" baseline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7D30D8A-FE32-B819-28D6-9156765DD7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51158-57A2-499A-9688-191D0F3AC541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332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21E90-84AD-B6DA-5B3C-44A5C5B32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1FC8799-C75D-C0B6-0822-3E960C8843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5D0A2EE-EE53-C8D9-C054-3E4CA1EFC5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endParaRPr lang="de-DE" baseline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9E47CF3-BB60-A8DB-77C4-EDCEB1CA95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51158-57A2-499A-9688-191D0F3AC541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6796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C5019-CBA6-ADF6-66E7-12356CB76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835B570-C48D-64B8-FE2A-D2415966E8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1FE644C-B4C3-0D4F-F92A-171C54A9E9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endParaRPr lang="de-DE" baseline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AC4E40A-3C5A-DB1A-2E66-0937D9F3A1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51158-57A2-499A-9688-191D0F3AC541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37020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878C1-45E9-133A-C06A-AB75BFF11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CDDEF28-7139-4CD1-642C-241EF72F3F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D009E2E-DDFD-428A-36D6-C469E7DEE0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endParaRPr lang="de-DE" baseline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69CE784-E8D6-779D-2877-0183ECDEC8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51158-57A2-499A-9688-191D0F3AC541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336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5D19F-F208-8F8E-5A54-B13A0FDAA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F6ACAF4-5E88-00DB-BD34-5DCB8817EC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0A1642F-FCD4-6C3F-5320-DE4BEFAF83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endParaRPr lang="de-DE" baseline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4526263-B5AD-58F0-5D2D-855742146E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51158-57A2-499A-9688-191D0F3AC541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19568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7F875-D44D-6DB7-77C7-04DF5966F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9753E2F-2B11-0609-A548-E59C599867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8983145-FE39-A0E3-2D21-79788E632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endParaRPr lang="de-DE" baseline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E8A733D-06EF-E74A-1F60-51C7C9002F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51158-57A2-499A-9688-191D0F3AC541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04778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596D9-C48A-FB8C-12CA-12711620D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3B8B4EB-4299-8AD1-589B-0A0C43355C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4CFEB85-87C5-41EF-7018-4284EB9CDB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endParaRPr lang="de-DE" baseline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8769AFE-5CA5-11BF-088B-02A0F7E7D1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51158-57A2-499A-9688-191D0F3AC541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37488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9CD49-C3C1-B76A-3E11-1D7EAB14C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EFFF001-F794-7202-019F-8B0C7A55EA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F32230E-4322-957E-E74D-BA135DC01D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endParaRPr lang="de-DE" baseline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9456652-57FC-DB3F-F3DF-5E75107804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51158-57A2-499A-9688-191D0F3AC541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62174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E6C9E-99D7-68FE-FB1F-8E33DEE06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82A7D83-CECF-9B25-4226-D2C9E54AC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4F1393B-757B-A1A5-406F-5EC40A2F40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endParaRPr lang="de-DE" baseline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151B63C-AC26-50BB-57B2-B3F126C1CB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51158-57A2-499A-9688-191D0F3AC541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14721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AC171-9312-1166-D43F-8FC57147F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E35AB88-A44A-F44F-5E1D-60D7EA10A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76835F0-2D18-6042-A195-96378A8271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None/>
              <a:tabLst/>
              <a:defRPr/>
            </a:pPr>
            <a:endParaRPr lang="de-DE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endParaRPr lang="de-DE" baseline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4DC207D-8A91-93F2-D593-9973071E3F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D51158-57A2-499A-9688-191D0F3AC541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7051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5CC4E9A2-A91D-41D3-B346-E1BF43CF66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68DC71D2-3710-413E-AD29-2BADED1C98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4">
                <a:shade val="45000"/>
                <a:satMod val="135000"/>
              </a:schemeClr>
              <a:prstClr val="white"/>
            </a:duotone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002" b="6687"/>
          <a:stretch/>
        </p:blipFill>
        <p:spPr>
          <a:xfrm>
            <a:off x="279338" y="0"/>
            <a:ext cx="1166023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694C89D-D509-4A2C-98E6-94893ADB41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951" y="1777042"/>
            <a:ext cx="11160125" cy="1651958"/>
          </a:xfrm>
          <a:prstGeom prst="rect">
            <a:avLst/>
          </a:prstGeom>
        </p:spPr>
        <p:txBody>
          <a:bodyPr anchor="b"/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16E862B-FB84-4960-991C-6EEF1C76C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951" y="3536050"/>
            <a:ext cx="11157489" cy="508049"/>
          </a:xfrm>
        </p:spPr>
        <p:txBody>
          <a:bodyPr lIns="0" tIns="0" rIns="0" bIns="0" anchor="ctr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B48C485-8AFA-4AD9-B00F-860E110158C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3144" y="476249"/>
            <a:ext cx="1082919" cy="1082919"/>
          </a:xfrm>
          <a:prstGeom prst="rect">
            <a:avLst/>
          </a:prstGeom>
        </p:spPr>
      </p:pic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7F8B6F5-59A5-4A0B-A360-3C54923040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3330" y="6411476"/>
            <a:ext cx="4543425" cy="365124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| Vorname Name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E1B75DD0-720E-46AE-80B5-A7AC5005EA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1951" y="6411476"/>
            <a:ext cx="1111380" cy="365124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Datum</a:t>
            </a:r>
          </a:p>
        </p:txBody>
      </p:sp>
    </p:spTree>
    <p:extLst>
      <p:ext uri="{BB962C8B-B14F-4D97-AF65-F5344CB8AC3E}">
        <p14:creationId xmlns:p14="http://schemas.microsoft.com/office/powerpoint/2010/main" val="11415716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FB56BB8B-C6F7-4C85-AE5B-75D1A59C46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BB78F14-8924-486D-8518-A02DB2DC6F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lum bright="20000"/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002" b="6687"/>
          <a:stretch/>
        </p:blipFill>
        <p:spPr>
          <a:xfrm>
            <a:off x="265885" y="0"/>
            <a:ext cx="1166023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694C89D-D509-4A2C-98E6-94893ADB41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951" y="1777042"/>
            <a:ext cx="11160125" cy="1651958"/>
          </a:xfrm>
          <a:prstGeom prst="rect">
            <a:avLst/>
          </a:prstGeom>
        </p:spPr>
        <p:txBody>
          <a:bodyPr anchor="b"/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16E862B-FB84-4960-991C-6EEF1C76C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951" y="3536050"/>
            <a:ext cx="11157489" cy="508049"/>
          </a:xfrm>
        </p:spPr>
        <p:txBody>
          <a:bodyPr lIns="0" tIns="0" rIns="0" bIns="0" anchor="ctr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B48C485-8AFA-4AD9-B00F-860E110158C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lum/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3144" y="476249"/>
            <a:ext cx="1082919" cy="1082919"/>
          </a:xfrm>
          <a:prstGeom prst="rect">
            <a:avLst/>
          </a:prstGeom>
        </p:spPr>
      </p:pic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ECD2F0C0-4BED-455D-A509-ABDB604516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3330" y="6411476"/>
            <a:ext cx="4543425" cy="365124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| Vorname Name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E4CD1561-69D5-4CC3-9D64-4588C36793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1951" y="6411476"/>
            <a:ext cx="1111380" cy="365124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Datum</a:t>
            </a:r>
          </a:p>
        </p:txBody>
      </p:sp>
    </p:spTree>
    <p:extLst>
      <p:ext uri="{BB962C8B-B14F-4D97-AF65-F5344CB8AC3E}">
        <p14:creationId xmlns:p14="http://schemas.microsoft.com/office/powerpoint/2010/main" val="2874612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FB56BB8B-C6F7-4C85-AE5B-75D1A59C46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BB78F14-8924-486D-8518-A02DB2DC6F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lum bright="20000"/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002" b="6687"/>
          <a:stretch/>
        </p:blipFill>
        <p:spPr>
          <a:xfrm>
            <a:off x="279338" y="0"/>
            <a:ext cx="1166023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694C89D-D509-4A2C-98E6-94893ADB41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951" y="1777042"/>
            <a:ext cx="11160125" cy="1651958"/>
          </a:xfrm>
          <a:prstGeom prst="rect">
            <a:avLst/>
          </a:prstGeom>
        </p:spPr>
        <p:txBody>
          <a:bodyPr anchor="b"/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16E862B-FB84-4960-991C-6EEF1C76C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951" y="3536050"/>
            <a:ext cx="11157489" cy="508049"/>
          </a:xfrm>
        </p:spPr>
        <p:txBody>
          <a:bodyPr lIns="0" tIns="0" rIns="0" bIns="0" anchor="ctr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B48C485-8AFA-4AD9-B00F-860E110158C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3144" y="476249"/>
            <a:ext cx="1082919" cy="1082919"/>
          </a:xfrm>
          <a:prstGeom prst="rect">
            <a:avLst/>
          </a:prstGeom>
        </p:spPr>
      </p:pic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22C31F79-E01A-4A09-8512-B0F2655C50D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3330" y="6411476"/>
            <a:ext cx="4543425" cy="365124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| Vorname Name</a:t>
            </a:r>
          </a:p>
        </p:txBody>
      </p:sp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3D6B5A09-33A1-429C-8E8B-A2B6159B27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1951" y="6411476"/>
            <a:ext cx="1111380" cy="365124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Datum</a:t>
            </a:r>
          </a:p>
        </p:txBody>
      </p:sp>
    </p:spTree>
    <p:extLst>
      <p:ext uri="{BB962C8B-B14F-4D97-AF65-F5344CB8AC3E}">
        <p14:creationId xmlns:p14="http://schemas.microsoft.com/office/powerpoint/2010/main" val="4144147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FB56BB8B-C6F7-4C85-AE5B-75D1A59C46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BB78F14-8924-486D-8518-A02DB2DC6F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3">
                <a:shade val="45000"/>
                <a:satMod val="135000"/>
              </a:schemeClr>
              <a:prstClr val="white"/>
            </a:duotone>
            <a:lum bright="20000"/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002" b="6687"/>
          <a:stretch/>
        </p:blipFill>
        <p:spPr>
          <a:xfrm>
            <a:off x="279338" y="0"/>
            <a:ext cx="1166023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694C89D-D509-4A2C-98E6-94893ADB41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951" y="1777042"/>
            <a:ext cx="11160125" cy="1651958"/>
          </a:xfrm>
          <a:prstGeom prst="rect">
            <a:avLst/>
          </a:prstGeom>
        </p:spPr>
        <p:txBody>
          <a:bodyPr anchor="b"/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16E862B-FB84-4960-991C-6EEF1C76C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951" y="3536050"/>
            <a:ext cx="11157489" cy="508049"/>
          </a:xfrm>
        </p:spPr>
        <p:txBody>
          <a:bodyPr lIns="0" tIns="0" rIns="0" bIns="0" anchor="ctr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69D6D9F-0000-48C8-8DFA-247F45AEF07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3144" y="476249"/>
            <a:ext cx="1082919" cy="1082919"/>
          </a:xfrm>
          <a:prstGeom prst="rect">
            <a:avLst/>
          </a:prstGeom>
        </p:spPr>
      </p:pic>
      <p:sp>
        <p:nvSpPr>
          <p:cNvPr id="11" name="Textplatzhalter 8">
            <a:extLst>
              <a:ext uri="{FF2B5EF4-FFF2-40B4-BE49-F238E27FC236}">
                <a16:creationId xmlns:a16="http://schemas.microsoft.com/office/drawing/2014/main" id="{9D68A853-ACF3-4CDE-94AB-BD2D866601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3330" y="6411476"/>
            <a:ext cx="4543425" cy="365124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| Vorname Name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B953F1C-47F3-49C0-B452-3D860B1F8E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1951" y="6411476"/>
            <a:ext cx="1111380" cy="365124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Datum</a:t>
            </a:r>
          </a:p>
        </p:txBody>
      </p:sp>
    </p:spTree>
    <p:extLst>
      <p:ext uri="{BB962C8B-B14F-4D97-AF65-F5344CB8AC3E}">
        <p14:creationId xmlns:p14="http://schemas.microsoft.com/office/powerpoint/2010/main" val="4053593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FB56BB8B-C6F7-4C85-AE5B-75D1A59C46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BB78F14-8924-486D-8518-A02DB2DC6F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4">
                <a:shade val="45000"/>
                <a:satMod val="135000"/>
              </a:schemeClr>
              <a:prstClr val="white"/>
            </a:duotone>
            <a:lum bright="20000"/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002" b="6687"/>
          <a:stretch/>
        </p:blipFill>
        <p:spPr>
          <a:xfrm>
            <a:off x="279338" y="0"/>
            <a:ext cx="1166023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694C89D-D509-4A2C-98E6-94893ADB41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951" y="1777042"/>
            <a:ext cx="11160125" cy="1651958"/>
          </a:xfrm>
          <a:prstGeom prst="rect">
            <a:avLst/>
          </a:prstGeom>
        </p:spPr>
        <p:txBody>
          <a:bodyPr anchor="b"/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16E862B-FB84-4960-991C-6EEF1C76C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951" y="3536050"/>
            <a:ext cx="11157489" cy="508049"/>
          </a:xfrm>
        </p:spPr>
        <p:txBody>
          <a:bodyPr lIns="0" tIns="0" rIns="0" bIns="0" anchor="ctr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9319405-1E28-462F-AF67-8DE53F19D5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3144" y="476249"/>
            <a:ext cx="1082919" cy="1082919"/>
          </a:xfrm>
          <a:prstGeom prst="rect">
            <a:avLst/>
          </a:prstGeom>
        </p:spPr>
      </p:pic>
      <p:sp>
        <p:nvSpPr>
          <p:cNvPr id="11" name="Textplatzhalter 8">
            <a:extLst>
              <a:ext uri="{FF2B5EF4-FFF2-40B4-BE49-F238E27FC236}">
                <a16:creationId xmlns:a16="http://schemas.microsoft.com/office/drawing/2014/main" id="{F100B746-5A0C-4DCF-871B-F60C9353EFC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3330" y="6411476"/>
            <a:ext cx="4543425" cy="365124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| Vorname Name</a:t>
            </a:r>
          </a:p>
        </p:txBody>
      </p:sp>
      <p:sp>
        <p:nvSpPr>
          <p:cNvPr id="13" name="Textplatzhalter 8">
            <a:extLst>
              <a:ext uri="{FF2B5EF4-FFF2-40B4-BE49-F238E27FC236}">
                <a16:creationId xmlns:a16="http://schemas.microsoft.com/office/drawing/2014/main" id="{6263DCF3-97F6-465D-B4C6-808623B7F75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1951" y="6411476"/>
            <a:ext cx="1111380" cy="365124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Datum</a:t>
            </a:r>
          </a:p>
        </p:txBody>
      </p:sp>
    </p:spTree>
    <p:extLst>
      <p:ext uri="{BB962C8B-B14F-4D97-AF65-F5344CB8AC3E}">
        <p14:creationId xmlns:p14="http://schemas.microsoft.com/office/powerpoint/2010/main" val="1066937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FB56BB8B-C6F7-4C85-AE5B-75D1A59C46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BB78F14-8924-486D-8518-A02DB2DC6F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5">
                <a:shade val="45000"/>
                <a:satMod val="135000"/>
              </a:schemeClr>
              <a:prstClr val="white"/>
            </a:duotone>
            <a:lum bright="20000"/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002" b="6687"/>
          <a:stretch/>
        </p:blipFill>
        <p:spPr>
          <a:xfrm>
            <a:off x="279338" y="0"/>
            <a:ext cx="1166023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694C89D-D509-4A2C-98E6-94893ADB41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951" y="1777042"/>
            <a:ext cx="11160125" cy="1651958"/>
          </a:xfrm>
          <a:prstGeom prst="rect">
            <a:avLst/>
          </a:prstGeom>
        </p:spPr>
        <p:txBody>
          <a:bodyPr anchor="b"/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16E862B-FB84-4960-991C-6EEF1C76C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951" y="3536050"/>
            <a:ext cx="11157489" cy="508049"/>
          </a:xfrm>
        </p:spPr>
        <p:txBody>
          <a:bodyPr lIns="0" tIns="0" rIns="0" bIns="0" anchor="ctr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5C504D7E-DCDA-4EFB-896A-696151B31A3B}"/>
              </a:ext>
            </a:extLst>
          </p:cNvPr>
          <p:cNvSpPr/>
          <p:nvPr/>
        </p:nvSpPr>
        <p:spPr>
          <a:xfrm>
            <a:off x="1479317" y="-198863"/>
            <a:ext cx="2159993" cy="1215009"/>
          </a:xfrm>
          <a:custGeom>
            <a:avLst/>
            <a:gdLst>
              <a:gd name="connsiteX0" fmla="*/ 0 w 2159993"/>
              <a:gd name="connsiteY0" fmla="*/ 0 h 1215009"/>
              <a:gd name="connsiteX1" fmla="*/ 2159994 w 2159993"/>
              <a:gd name="connsiteY1" fmla="*/ 0 h 1215009"/>
              <a:gd name="connsiteX2" fmla="*/ 2159994 w 2159993"/>
              <a:gd name="connsiteY2" fmla="*/ 1215009 h 1215009"/>
              <a:gd name="connsiteX3" fmla="*/ 0 w 2159993"/>
              <a:gd name="connsiteY3" fmla="*/ 1215009 h 1215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9993" h="1215009">
                <a:moveTo>
                  <a:pt x="0" y="0"/>
                </a:moveTo>
                <a:lnTo>
                  <a:pt x="2159994" y="0"/>
                </a:lnTo>
                <a:lnTo>
                  <a:pt x="2159994" y="1215009"/>
                </a:lnTo>
                <a:lnTo>
                  <a:pt x="0" y="1215009"/>
                </a:lnTo>
                <a:close/>
              </a:path>
            </a:pathLst>
          </a:custGeom>
          <a:noFill/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507D980-822E-44A9-AB15-A80B3A917AA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3144" y="476249"/>
            <a:ext cx="1082919" cy="1082919"/>
          </a:xfrm>
          <a:prstGeom prst="rect">
            <a:avLst/>
          </a:prstGeom>
        </p:spPr>
      </p:pic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91A6BCD3-BC62-4D84-AD10-82E4E3FAE64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3330" y="6411476"/>
            <a:ext cx="4543425" cy="365124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| Vorname Name</a:t>
            </a:r>
          </a:p>
        </p:txBody>
      </p:sp>
      <p:sp>
        <p:nvSpPr>
          <p:cNvPr id="15" name="Textplatzhalter 8">
            <a:extLst>
              <a:ext uri="{FF2B5EF4-FFF2-40B4-BE49-F238E27FC236}">
                <a16:creationId xmlns:a16="http://schemas.microsoft.com/office/drawing/2014/main" id="{F6E33FCA-F59F-4AF2-8ED0-7C83CE6CD4E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1951" y="6411476"/>
            <a:ext cx="1111380" cy="365124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Datum</a:t>
            </a:r>
          </a:p>
        </p:txBody>
      </p:sp>
    </p:spTree>
    <p:extLst>
      <p:ext uri="{BB962C8B-B14F-4D97-AF65-F5344CB8AC3E}">
        <p14:creationId xmlns:p14="http://schemas.microsoft.com/office/powerpoint/2010/main" val="808733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FB56BB8B-C6F7-4C85-AE5B-75D1A59C46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BB78F14-8924-486D-8518-A02DB2DC6F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6">
                <a:shade val="45000"/>
                <a:satMod val="135000"/>
              </a:schemeClr>
              <a:prstClr val="white"/>
            </a:duotone>
            <a:lum bright="20000"/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002" b="6687"/>
          <a:stretch/>
        </p:blipFill>
        <p:spPr>
          <a:xfrm>
            <a:off x="279338" y="0"/>
            <a:ext cx="1166023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694C89D-D509-4A2C-98E6-94893ADB41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951" y="1777042"/>
            <a:ext cx="11160125" cy="1651958"/>
          </a:xfrm>
          <a:prstGeom prst="rect">
            <a:avLst/>
          </a:prstGeom>
        </p:spPr>
        <p:txBody>
          <a:bodyPr anchor="b"/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16E862B-FB84-4960-991C-6EEF1C76C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951" y="3536050"/>
            <a:ext cx="11157489" cy="508049"/>
          </a:xfrm>
        </p:spPr>
        <p:txBody>
          <a:bodyPr lIns="0" tIns="0" rIns="0" bIns="0" anchor="ctr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5C504D7E-DCDA-4EFB-896A-696151B31A3B}"/>
              </a:ext>
            </a:extLst>
          </p:cNvPr>
          <p:cNvSpPr/>
          <p:nvPr/>
        </p:nvSpPr>
        <p:spPr>
          <a:xfrm>
            <a:off x="1479317" y="-198863"/>
            <a:ext cx="2159993" cy="1215009"/>
          </a:xfrm>
          <a:custGeom>
            <a:avLst/>
            <a:gdLst>
              <a:gd name="connsiteX0" fmla="*/ 0 w 2159993"/>
              <a:gd name="connsiteY0" fmla="*/ 0 h 1215009"/>
              <a:gd name="connsiteX1" fmla="*/ 2159994 w 2159993"/>
              <a:gd name="connsiteY1" fmla="*/ 0 h 1215009"/>
              <a:gd name="connsiteX2" fmla="*/ 2159994 w 2159993"/>
              <a:gd name="connsiteY2" fmla="*/ 1215009 h 1215009"/>
              <a:gd name="connsiteX3" fmla="*/ 0 w 2159993"/>
              <a:gd name="connsiteY3" fmla="*/ 1215009 h 1215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9993" h="1215009">
                <a:moveTo>
                  <a:pt x="0" y="0"/>
                </a:moveTo>
                <a:lnTo>
                  <a:pt x="2159994" y="0"/>
                </a:lnTo>
                <a:lnTo>
                  <a:pt x="2159994" y="1215009"/>
                </a:lnTo>
                <a:lnTo>
                  <a:pt x="0" y="1215009"/>
                </a:lnTo>
                <a:close/>
              </a:path>
            </a:pathLst>
          </a:custGeom>
          <a:noFill/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F730C60-BACC-47DA-9A3C-A9ECDE033E0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3144" y="476249"/>
            <a:ext cx="1082919" cy="1082919"/>
          </a:xfrm>
          <a:prstGeom prst="rect">
            <a:avLst/>
          </a:prstGeom>
        </p:spPr>
      </p:pic>
      <p:sp>
        <p:nvSpPr>
          <p:cNvPr id="12" name="Textplatzhalter 8">
            <a:extLst>
              <a:ext uri="{FF2B5EF4-FFF2-40B4-BE49-F238E27FC236}">
                <a16:creationId xmlns:a16="http://schemas.microsoft.com/office/drawing/2014/main" id="{F2078301-6B8F-40FD-8D2B-909FC2A492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3330" y="6411476"/>
            <a:ext cx="4543425" cy="365124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| Vorname Name</a:t>
            </a:r>
          </a:p>
        </p:txBody>
      </p:sp>
      <p:sp>
        <p:nvSpPr>
          <p:cNvPr id="15" name="Textplatzhalter 8">
            <a:extLst>
              <a:ext uri="{FF2B5EF4-FFF2-40B4-BE49-F238E27FC236}">
                <a16:creationId xmlns:a16="http://schemas.microsoft.com/office/drawing/2014/main" id="{1F657CE9-5FD5-4201-8473-190A04F579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1951" y="6411476"/>
            <a:ext cx="1111380" cy="365124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Datum</a:t>
            </a:r>
          </a:p>
        </p:txBody>
      </p:sp>
    </p:spTree>
    <p:extLst>
      <p:ext uri="{BB962C8B-B14F-4D97-AF65-F5344CB8AC3E}">
        <p14:creationId xmlns:p14="http://schemas.microsoft.com/office/powerpoint/2010/main" val="1791170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E45234A8-A02F-43C1-9091-4E8050BC3F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92000" cy="1132596"/>
          </a:xfrm>
          <a:custGeom>
            <a:avLst/>
            <a:gdLst>
              <a:gd name="connsiteX0" fmla="*/ 11311650 w 12192000"/>
              <a:gd name="connsiteY0" fmla="*/ 263961 h 1132596"/>
              <a:gd name="connsiteX1" fmla="*/ 11311650 w 12192000"/>
              <a:gd name="connsiteY1" fmla="*/ 782361 h 1132596"/>
              <a:gd name="connsiteX2" fmla="*/ 11830050 w 12192000"/>
              <a:gd name="connsiteY2" fmla="*/ 782361 h 1132596"/>
              <a:gd name="connsiteX3" fmla="*/ 11830050 w 12192000"/>
              <a:gd name="connsiteY3" fmla="*/ 263961 h 1132596"/>
              <a:gd name="connsiteX4" fmla="*/ 0 w 12192000"/>
              <a:gd name="connsiteY4" fmla="*/ 0 h 1132596"/>
              <a:gd name="connsiteX5" fmla="*/ 12192000 w 12192000"/>
              <a:gd name="connsiteY5" fmla="*/ 0 h 1132596"/>
              <a:gd name="connsiteX6" fmla="*/ 12192000 w 12192000"/>
              <a:gd name="connsiteY6" fmla="*/ 1132596 h 1132596"/>
              <a:gd name="connsiteX7" fmla="*/ 0 w 12192000"/>
              <a:gd name="connsiteY7" fmla="*/ 1132596 h 113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132596">
                <a:moveTo>
                  <a:pt x="11311650" y="263961"/>
                </a:moveTo>
                <a:lnTo>
                  <a:pt x="11311650" y="782361"/>
                </a:lnTo>
                <a:lnTo>
                  <a:pt x="11830050" y="782361"/>
                </a:lnTo>
                <a:lnTo>
                  <a:pt x="11830050" y="2639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132596"/>
                </a:lnTo>
                <a:lnTo>
                  <a:pt x="0" y="1132596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 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661E6D58-31B9-4D5C-88C1-75CA84840030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096000" y="1132595"/>
            <a:ext cx="6096000" cy="5725405"/>
          </a:xfrm>
          <a:pattFill prst="wdUpDiag">
            <a:fgClr>
              <a:schemeClr val="bg2">
                <a:lumMod val="95000"/>
              </a:schemeClr>
            </a:fgClr>
            <a:bgClr>
              <a:schemeClr val="bg1"/>
            </a:bgClr>
          </a:pattFill>
        </p:spPr>
        <p:txBody>
          <a:bodyPr vert="horz" lIns="72000" tIns="72000" rIns="72000" bIns="72000" rtlCol="0">
            <a:normAutofit/>
          </a:bodyPr>
          <a:lstStyle>
            <a:lvl1pPr>
              <a:defRPr lang="de-DE" sz="1200"/>
            </a:lvl1pPr>
          </a:lstStyle>
          <a:p>
            <a:pPr marL="72000" lvl="0" indent="-72000"/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08B47E8F-5348-4337-A5C6-AB3185FACA8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311650" y="263961"/>
            <a:ext cx="518400" cy="518400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37" name="Textplatzhalter 36">
            <a:extLst>
              <a:ext uri="{FF2B5EF4-FFF2-40B4-BE49-F238E27FC236}">
                <a16:creationId xmlns:a16="http://schemas.microsoft.com/office/drawing/2014/main" id="{BB6C81EF-ADDD-4A18-8BB2-7D84627F80A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5324" y="1397264"/>
            <a:ext cx="4713725" cy="348745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de-DE" sz="20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F00"/>
              </a:buClr>
              <a:buSzTx/>
              <a:buFontTx/>
              <a:buNone/>
              <a:tabLst/>
              <a:defRPr/>
            </a:pPr>
            <a:r>
              <a:rPr lang="de-DE" dirty="0"/>
              <a:t>Agenda Platzhalter</a:t>
            </a:r>
          </a:p>
        </p:txBody>
      </p:sp>
      <p:sp>
        <p:nvSpPr>
          <p:cNvPr id="34" name="Foliennummernplatzhalter 33">
            <a:extLst>
              <a:ext uri="{FF2B5EF4-FFF2-40B4-BE49-F238E27FC236}">
                <a16:creationId xmlns:a16="http://schemas.microsoft.com/office/drawing/2014/main" id="{19242956-7041-4E17-A767-04FA4456D627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5" name="Textplatzhalter 8">
            <a:extLst>
              <a:ext uri="{FF2B5EF4-FFF2-40B4-BE49-F238E27FC236}">
                <a16:creationId xmlns:a16="http://schemas.microsoft.com/office/drawing/2014/main" id="{A9AAA297-97DF-477F-8D60-299B76036F5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79D1F44E-90A8-49C2-ACE1-5222C99AC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0476015-0343-47B2-91D8-E80EFE75B471}"/>
              </a:ext>
            </a:extLst>
          </p:cNvPr>
          <p:cNvSpPr/>
          <p:nvPr userDrawn="1"/>
        </p:nvSpPr>
        <p:spPr>
          <a:xfrm>
            <a:off x="361950" y="6348916"/>
            <a:ext cx="5387776" cy="4610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sp>
        <p:nvSpPr>
          <p:cNvPr id="21" name="Textplatzhalter 39">
            <a:extLst>
              <a:ext uri="{FF2B5EF4-FFF2-40B4-BE49-F238E27FC236}">
                <a16:creationId xmlns:a16="http://schemas.microsoft.com/office/drawing/2014/main" id="{F7028340-3D61-4C21-86C5-966C7D1CFD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1950" y="1397264"/>
            <a:ext cx="360000" cy="360000"/>
          </a:xfrm>
          <a:solidFill>
            <a:schemeClr val="accent1"/>
          </a:solidFill>
          <a:ln>
            <a:noFill/>
          </a:ln>
        </p:spPr>
        <p:txBody>
          <a:bodyPr lIns="108000" tIns="0" rIns="0" bIns="18000" anchor="ctr" anchorCtr="0">
            <a:noAutofit/>
          </a:bodyPr>
          <a:lstStyle>
            <a:lvl1pPr marL="0" indent="0" algn="l"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 dirty="0"/>
              <a:t>1</a:t>
            </a:r>
          </a:p>
        </p:txBody>
      </p:sp>
      <p:sp>
        <p:nvSpPr>
          <p:cNvPr id="23" name="Textplatzhalter 39">
            <a:extLst>
              <a:ext uri="{FF2B5EF4-FFF2-40B4-BE49-F238E27FC236}">
                <a16:creationId xmlns:a16="http://schemas.microsoft.com/office/drawing/2014/main" id="{86842BD0-3317-413E-BE2E-290659A88C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1950" y="5753025"/>
            <a:ext cx="360000" cy="360000"/>
          </a:xfrm>
          <a:solidFill>
            <a:srgbClr val="8BBF40"/>
          </a:solidFill>
          <a:ln>
            <a:noFill/>
          </a:ln>
        </p:spPr>
        <p:txBody>
          <a:bodyPr lIns="108000" tIns="0" rIns="0" bIns="18000" anchor="ctr" anchorCtr="0">
            <a:noAutofit/>
          </a:bodyPr>
          <a:lstStyle>
            <a:lvl1pPr marL="0" indent="0" algn="l"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 dirty="0"/>
              <a:t>8</a:t>
            </a:r>
          </a:p>
        </p:txBody>
      </p:sp>
      <p:sp>
        <p:nvSpPr>
          <p:cNvPr id="24" name="Textplatzhalter 39">
            <a:extLst>
              <a:ext uri="{FF2B5EF4-FFF2-40B4-BE49-F238E27FC236}">
                <a16:creationId xmlns:a16="http://schemas.microsoft.com/office/drawing/2014/main" id="{721FE8F0-D43A-4878-BA81-CB2804D35AE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1950" y="5132516"/>
            <a:ext cx="360000" cy="360000"/>
          </a:xfrm>
          <a:solidFill>
            <a:schemeClr val="accent6"/>
          </a:solidFill>
          <a:ln>
            <a:noFill/>
          </a:ln>
        </p:spPr>
        <p:txBody>
          <a:bodyPr lIns="108000" tIns="0" rIns="0" bIns="18000" anchor="ctr" anchorCtr="0">
            <a:noAutofit/>
          </a:bodyPr>
          <a:lstStyle>
            <a:lvl1pPr marL="0" indent="0" algn="l"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 dirty="0"/>
              <a:t>7</a:t>
            </a:r>
          </a:p>
        </p:txBody>
      </p:sp>
      <p:sp>
        <p:nvSpPr>
          <p:cNvPr id="26" name="Textplatzhalter 39">
            <a:extLst>
              <a:ext uri="{FF2B5EF4-FFF2-40B4-BE49-F238E27FC236}">
                <a16:creationId xmlns:a16="http://schemas.microsoft.com/office/drawing/2014/main" id="{AE484BC2-ACFE-4995-9156-24FCA903E8D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61950" y="4509974"/>
            <a:ext cx="360000" cy="360000"/>
          </a:xfrm>
          <a:solidFill>
            <a:schemeClr val="accent5"/>
          </a:solidFill>
          <a:ln>
            <a:noFill/>
          </a:ln>
        </p:spPr>
        <p:txBody>
          <a:bodyPr lIns="108000" tIns="0" rIns="0" bIns="18000" anchor="ctr" anchorCtr="0">
            <a:noAutofit/>
          </a:bodyPr>
          <a:lstStyle>
            <a:lvl1pPr marL="0" indent="0" algn="l"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 dirty="0"/>
              <a:t>6</a:t>
            </a:r>
          </a:p>
        </p:txBody>
      </p:sp>
      <p:sp>
        <p:nvSpPr>
          <p:cNvPr id="27" name="Textplatzhalter 39">
            <a:extLst>
              <a:ext uri="{FF2B5EF4-FFF2-40B4-BE49-F238E27FC236}">
                <a16:creationId xmlns:a16="http://schemas.microsoft.com/office/drawing/2014/main" id="{CFD350A1-E7CA-482C-894C-2FEEA3CCA98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61950" y="3887432"/>
            <a:ext cx="360000" cy="360000"/>
          </a:xfrm>
          <a:solidFill>
            <a:schemeClr val="accent4"/>
          </a:solidFill>
          <a:ln>
            <a:noFill/>
          </a:ln>
        </p:spPr>
        <p:txBody>
          <a:bodyPr lIns="108000" tIns="0" rIns="0" bIns="18000" anchor="ctr" anchorCtr="0">
            <a:noAutofit/>
          </a:bodyPr>
          <a:lstStyle>
            <a:lvl1pPr marL="0" indent="0" algn="l"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 dirty="0"/>
              <a:t>5</a:t>
            </a:r>
          </a:p>
        </p:txBody>
      </p:sp>
      <p:sp>
        <p:nvSpPr>
          <p:cNvPr id="31" name="Textplatzhalter 39">
            <a:extLst>
              <a:ext uri="{FF2B5EF4-FFF2-40B4-BE49-F238E27FC236}">
                <a16:creationId xmlns:a16="http://schemas.microsoft.com/office/drawing/2014/main" id="{2222D48D-161F-403A-B311-5BE67657BCA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61950" y="3264890"/>
            <a:ext cx="360000" cy="360000"/>
          </a:xfrm>
          <a:solidFill>
            <a:srgbClr val="1971B8"/>
          </a:solidFill>
          <a:ln>
            <a:noFill/>
          </a:ln>
        </p:spPr>
        <p:txBody>
          <a:bodyPr lIns="108000" tIns="0" rIns="0" bIns="18000" anchor="ctr" anchorCtr="0">
            <a:noAutofit/>
          </a:bodyPr>
          <a:lstStyle>
            <a:lvl1pPr marL="0" indent="0" algn="l"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 dirty="0"/>
              <a:t>4</a:t>
            </a:r>
          </a:p>
        </p:txBody>
      </p:sp>
      <p:sp>
        <p:nvSpPr>
          <p:cNvPr id="32" name="Textplatzhalter 39">
            <a:extLst>
              <a:ext uri="{FF2B5EF4-FFF2-40B4-BE49-F238E27FC236}">
                <a16:creationId xmlns:a16="http://schemas.microsoft.com/office/drawing/2014/main" id="{DDF3E50F-FFFF-40E6-9478-90B4D7D5A4C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61950" y="2642348"/>
            <a:ext cx="360000" cy="360000"/>
          </a:xfrm>
          <a:solidFill>
            <a:schemeClr val="accent3"/>
          </a:solidFill>
          <a:ln>
            <a:noFill/>
          </a:ln>
        </p:spPr>
        <p:txBody>
          <a:bodyPr lIns="108000" tIns="0" rIns="0" bIns="18000" anchor="ctr" anchorCtr="0">
            <a:noAutofit/>
          </a:bodyPr>
          <a:lstStyle>
            <a:lvl1pPr marL="0" indent="0" algn="l"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 dirty="0"/>
              <a:t>3</a:t>
            </a:r>
          </a:p>
        </p:txBody>
      </p:sp>
      <p:sp>
        <p:nvSpPr>
          <p:cNvPr id="33" name="Textplatzhalter 39">
            <a:extLst>
              <a:ext uri="{FF2B5EF4-FFF2-40B4-BE49-F238E27FC236}">
                <a16:creationId xmlns:a16="http://schemas.microsoft.com/office/drawing/2014/main" id="{BA69FB94-B663-4B31-AF0A-A05B55103DC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61950" y="2019806"/>
            <a:ext cx="360000" cy="360000"/>
          </a:xfrm>
          <a:solidFill>
            <a:schemeClr val="accent2"/>
          </a:solidFill>
          <a:ln>
            <a:noFill/>
          </a:ln>
        </p:spPr>
        <p:txBody>
          <a:bodyPr lIns="108000" tIns="0" rIns="0" bIns="18000" anchor="ctr" anchorCtr="0">
            <a:noAutofit/>
          </a:bodyPr>
          <a:lstStyle>
            <a:lvl1pPr marL="0" indent="0" algn="l"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 dirty="0"/>
              <a:t>2</a:t>
            </a:r>
          </a:p>
        </p:txBody>
      </p:sp>
      <p:sp>
        <p:nvSpPr>
          <p:cNvPr id="36" name="Textplatzhalter 36">
            <a:extLst>
              <a:ext uri="{FF2B5EF4-FFF2-40B4-BE49-F238E27FC236}">
                <a16:creationId xmlns:a16="http://schemas.microsoft.com/office/drawing/2014/main" id="{05580C51-ABF9-476E-A92B-24EF3D119D3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95324" y="2019516"/>
            <a:ext cx="4713725" cy="348745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de-DE" sz="20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F00"/>
              </a:buClr>
              <a:buSzTx/>
              <a:buFontTx/>
              <a:buNone/>
              <a:tabLst/>
              <a:defRPr/>
            </a:pPr>
            <a:r>
              <a:rPr lang="de-DE" dirty="0"/>
              <a:t>Agenda Platzhalter</a:t>
            </a:r>
          </a:p>
        </p:txBody>
      </p:sp>
      <p:sp>
        <p:nvSpPr>
          <p:cNvPr id="42" name="Textplatzhalter 36">
            <a:extLst>
              <a:ext uri="{FF2B5EF4-FFF2-40B4-BE49-F238E27FC236}">
                <a16:creationId xmlns:a16="http://schemas.microsoft.com/office/drawing/2014/main" id="{7EC4FB61-9D84-4CDB-8D1D-77AE342DF70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95324" y="2641768"/>
            <a:ext cx="4713725" cy="348745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de-DE" sz="20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F00"/>
              </a:buClr>
              <a:buSzTx/>
              <a:buFontTx/>
              <a:buNone/>
              <a:tabLst/>
              <a:defRPr/>
            </a:pPr>
            <a:r>
              <a:rPr lang="de-DE" dirty="0"/>
              <a:t>Agenda Platzhalter</a:t>
            </a:r>
          </a:p>
        </p:txBody>
      </p:sp>
      <p:sp>
        <p:nvSpPr>
          <p:cNvPr id="48" name="Textplatzhalter 36">
            <a:extLst>
              <a:ext uri="{FF2B5EF4-FFF2-40B4-BE49-F238E27FC236}">
                <a16:creationId xmlns:a16="http://schemas.microsoft.com/office/drawing/2014/main" id="{A6309178-8881-4F64-ABA4-C704E3A8837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95324" y="3264020"/>
            <a:ext cx="4713725" cy="348745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de-DE" sz="20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F00"/>
              </a:buClr>
              <a:buSzTx/>
              <a:buFontTx/>
              <a:buNone/>
              <a:tabLst/>
              <a:defRPr/>
            </a:pPr>
            <a:r>
              <a:rPr lang="de-DE" dirty="0"/>
              <a:t>Agenda Platzhalter</a:t>
            </a:r>
          </a:p>
        </p:txBody>
      </p:sp>
      <p:sp>
        <p:nvSpPr>
          <p:cNvPr id="49" name="Textplatzhalter 36">
            <a:extLst>
              <a:ext uri="{FF2B5EF4-FFF2-40B4-BE49-F238E27FC236}">
                <a16:creationId xmlns:a16="http://schemas.microsoft.com/office/drawing/2014/main" id="{C306CAD5-C80C-44F0-A705-1E97FE9E588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95324" y="3886272"/>
            <a:ext cx="4713725" cy="348745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de-DE" sz="20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F00"/>
              </a:buClr>
              <a:buSzTx/>
              <a:buFontTx/>
              <a:buNone/>
              <a:tabLst/>
              <a:defRPr/>
            </a:pPr>
            <a:r>
              <a:rPr lang="de-DE" dirty="0"/>
              <a:t>Agenda Platzhalter</a:t>
            </a:r>
          </a:p>
        </p:txBody>
      </p:sp>
      <p:sp>
        <p:nvSpPr>
          <p:cNvPr id="50" name="Textplatzhalter 36">
            <a:extLst>
              <a:ext uri="{FF2B5EF4-FFF2-40B4-BE49-F238E27FC236}">
                <a16:creationId xmlns:a16="http://schemas.microsoft.com/office/drawing/2014/main" id="{620EB2C1-8259-48E8-A05F-51068242358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95324" y="4508524"/>
            <a:ext cx="4713725" cy="348745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de-DE" sz="20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F00"/>
              </a:buClr>
              <a:buSzTx/>
              <a:buFontTx/>
              <a:buNone/>
              <a:tabLst/>
              <a:defRPr/>
            </a:pPr>
            <a:r>
              <a:rPr lang="de-DE" dirty="0"/>
              <a:t>Agenda Platzhalter</a:t>
            </a:r>
          </a:p>
        </p:txBody>
      </p:sp>
      <p:sp>
        <p:nvSpPr>
          <p:cNvPr id="51" name="Textplatzhalter 36">
            <a:extLst>
              <a:ext uri="{FF2B5EF4-FFF2-40B4-BE49-F238E27FC236}">
                <a16:creationId xmlns:a16="http://schemas.microsoft.com/office/drawing/2014/main" id="{79209C60-A1BA-443C-973F-9ECF6C3E572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95324" y="5130776"/>
            <a:ext cx="4713725" cy="348745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de-DE" sz="20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F00"/>
              </a:buClr>
              <a:buSzTx/>
              <a:buFontTx/>
              <a:buNone/>
              <a:tabLst/>
              <a:defRPr/>
            </a:pPr>
            <a:r>
              <a:rPr lang="de-DE" dirty="0"/>
              <a:t>Agenda Platzhalter</a:t>
            </a:r>
          </a:p>
        </p:txBody>
      </p:sp>
      <p:sp>
        <p:nvSpPr>
          <p:cNvPr id="52" name="Textplatzhalter 36">
            <a:extLst>
              <a:ext uri="{FF2B5EF4-FFF2-40B4-BE49-F238E27FC236}">
                <a16:creationId xmlns:a16="http://schemas.microsoft.com/office/drawing/2014/main" id="{509966E7-14E4-45AD-A933-B583C1FF997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95324" y="5753025"/>
            <a:ext cx="4713725" cy="348745"/>
          </a:xfrm>
        </p:spPr>
        <p:txBody>
          <a:bodyPr anchor="ctr">
            <a:noAutofit/>
          </a:bodyPr>
          <a:lstStyle>
            <a:lvl1pPr marL="0" indent="0">
              <a:buNone/>
              <a:defRPr kumimoji="0" lang="de-DE" sz="20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F00"/>
              </a:buClr>
              <a:buSzTx/>
              <a:buFontTx/>
              <a:buNone/>
              <a:tabLst/>
              <a:defRPr/>
            </a:pPr>
            <a:r>
              <a:rPr lang="de-DE" dirty="0"/>
              <a:t>Agenda Platzhalter</a:t>
            </a:r>
          </a:p>
        </p:txBody>
      </p:sp>
    </p:spTree>
    <p:extLst>
      <p:ext uri="{BB962C8B-B14F-4D97-AF65-F5344CB8AC3E}">
        <p14:creationId xmlns:p14="http://schemas.microsoft.com/office/powerpoint/2010/main" val="1192665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mit Uhrze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E45234A8-A02F-43C1-9091-4E8050BC3F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92000" cy="1132596"/>
          </a:xfrm>
          <a:custGeom>
            <a:avLst/>
            <a:gdLst>
              <a:gd name="connsiteX0" fmla="*/ 11311650 w 12192000"/>
              <a:gd name="connsiteY0" fmla="*/ 263961 h 1132596"/>
              <a:gd name="connsiteX1" fmla="*/ 11311650 w 12192000"/>
              <a:gd name="connsiteY1" fmla="*/ 782361 h 1132596"/>
              <a:gd name="connsiteX2" fmla="*/ 11830050 w 12192000"/>
              <a:gd name="connsiteY2" fmla="*/ 782361 h 1132596"/>
              <a:gd name="connsiteX3" fmla="*/ 11830050 w 12192000"/>
              <a:gd name="connsiteY3" fmla="*/ 263961 h 1132596"/>
              <a:gd name="connsiteX4" fmla="*/ 0 w 12192000"/>
              <a:gd name="connsiteY4" fmla="*/ 0 h 1132596"/>
              <a:gd name="connsiteX5" fmla="*/ 12192000 w 12192000"/>
              <a:gd name="connsiteY5" fmla="*/ 0 h 1132596"/>
              <a:gd name="connsiteX6" fmla="*/ 12192000 w 12192000"/>
              <a:gd name="connsiteY6" fmla="*/ 1132596 h 1132596"/>
              <a:gd name="connsiteX7" fmla="*/ 0 w 12192000"/>
              <a:gd name="connsiteY7" fmla="*/ 1132596 h 113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132596">
                <a:moveTo>
                  <a:pt x="11311650" y="263961"/>
                </a:moveTo>
                <a:lnTo>
                  <a:pt x="11311650" y="782361"/>
                </a:lnTo>
                <a:lnTo>
                  <a:pt x="11830050" y="782361"/>
                </a:lnTo>
                <a:lnTo>
                  <a:pt x="11830050" y="2639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132596"/>
                </a:lnTo>
                <a:lnTo>
                  <a:pt x="0" y="1132596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 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661E6D58-31B9-4D5C-88C1-75CA84840030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096000" y="1132595"/>
            <a:ext cx="6096000" cy="5725405"/>
          </a:xfrm>
          <a:pattFill prst="wdUpDiag">
            <a:fgClr>
              <a:schemeClr val="bg2">
                <a:lumMod val="95000"/>
              </a:schemeClr>
            </a:fgClr>
            <a:bgClr>
              <a:schemeClr val="bg1"/>
            </a:bgClr>
          </a:pattFill>
        </p:spPr>
        <p:txBody>
          <a:bodyPr vert="horz" lIns="72000" tIns="72000" rIns="72000" bIns="72000" rtlCol="0">
            <a:normAutofit/>
          </a:bodyPr>
          <a:lstStyle>
            <a:lvl1pPr>
              <a:defRPr lang="de-DE" sz="1200"/>
            </a:lvl1pPr>
          </a:lstStyle>
          <a:p>
            <a:pPr marL="72000" lvl="0" indent="-72000"/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08B47E8F-5348-4337-A5C6-AB3185FACA8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311650" y="263961"/>
            <a:ext cx="518400" cy="518400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34" name="Foliennummernplatzhalter 33">
            <a:extLst>
              <a:ext uri="{FF2B5EF4-FFF2-40B4-BE49-F238E27FC236}">
                <a16:creationId xmlns:a16="http://schemas.microsoft.com/office/drawing/2014/main" id="{19242956-7041-4E17-A767-04FA4456D627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5" name="Textplatzhalter 8">
            <a:extLst>
              <a:ext uri="{FF2B5EF4-FFF2-40B4-BE49-F238E27FC236}">
                <a16:creationId xmlns:a16="http://schemas.microsoft.com/office/drawing/2014/main" id="{A9AAA297-97DF-477F-8D60-299B76036F5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79D1F44E-90A8-49C2-ACE1-5222C99AC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0476015-0343-47B2-91D8-E80EFE75B471}"/>
              </a:ext>
            </a:extLst>
          </p:cNvPr>
          <p:cNvSpPr/>
          <p:nvPr userDrawn="1"/>
        </p:nvSpPr>
        <p:spPr>
          <a:xfrm>
            <a:off x="361950" y="6348916"/>
            <a:ext cx="5387776" cy="4610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sp>
        <p:nvSpPr>
          <p:cNvPr id="28" name="Textplatzhalter 39">
            <a:extLst>
              <a:ext uri="{FF2B5EF4-FFF2-40B4-BE49-F238E27FC236}">
                <a16:creationId xmlns:a16="http://schemas.microsoft.com/office/drawing/2014/main" id="{D750B3DB-9070-40FE-91CE-DE5F902749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1950" y="1397264"/>
            <a:ext cx="360000" cy="360000"/>
          </a:xfrm>
          <a:solidFill>
            <a:schemeClr val="accent1"/>
          </a:solidFill>
          <a:ln>
            <a:noFill/>
          </a:ln>
        </p:spPr>
        <p:txBody>
          <a:bodyPr lIns="108000" tIns="0" rIns="0" bIns="18000" anchor="ctr" anchorCtr="0">
            <a:noAutofit/>
          </a:bodyPr>
          <a:lstStyle>
            <a:lvl1pPr marL="0" indent="0" algn="l"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 dirty="0"/>
              <a:t>1</a:t>
            </a:r>
          </a:p>
        </p:txBody>
      </p:sp>
      <p:sp>
        <p:nvSpPr>
          <p:cNvPr id="48" name="Textplatzhalter 39">
            <a:extLst>
              <a:ext uri="{FF2B5EF4-FFF2-40B4-BE49-F238E27FC236}">
                <a16:creationId xmlns:a16="http://schemas.microsoft.com/office/drawing/2014/main" id="{65A41A14-C075-46DA-8699-5022DE6FC9C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61950" y="4101392"/>
            <a:ext cx="360000" cy="360000"/>
          </a:xfrm>
          <a:solidFill>
            <a:schemeClr val="accent4"/>
          </a:solidFill>
          <a:ln>
            <a:noFill/>
          </a:ln>
        </p:spPr>
        <p:txBody>
          <a:bodyPr lIns="108000" tIns="0" rIns="0" bIns="18000" anchor="ctr" anchorCtr="0">
            <a:noAutofit/>
          </a:bodyPr>
          <a:lstStyle>
            <a:lvl1pPr marL="0" indent="0" algn="l"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 dirty="0"/>
              <a:t>4</a:t>
            </a:r>
          </a:p>
        </p:txBody>
      </p:sp>
      <p:sp>
        <p:nvSpPr>
          <p:cNvPr id="49" name="Textplatzhalter 39">
            <a:extLst>
              <a:ext uri="{FF2B5EF4-FFF2-40B4-BE49-F238E27FC236}">
                <a16:creationId xmlns:a16="http://schemas.microsoft.com/office/drawing/2014/main" id="{57668606-5F56-4109-A59F-6531FE8B5EE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61950" y="3200016"/>
            <a:ext cx="360000" cy="360000"/>
          </a:xfrm>
          <a:solidFill>
            <a:schemeClr val="accent3"/>
          </a:solidFill>
          <a:ln>
            <a:noFill/>
          </a:ln>
        </p:spPr>
        <p:txBody>
          <a:bodyPr lIns="108000" tIns="0" rIns="0" bIns="18000" anchor="ctr" anchorCtr="0">
            <a:noAutofit/>
          </a:bodyPr>
          <a:lstStyle>
            <a:lvl1pPr marL="0" indent="0" algn="l"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 dirty="0"/>
              <a:t>3</a:t>
            </a:r>
          </a:p>
        </p:txBody>
      </p:sp>
      <p:sp>
        <p:nvSpPr>
          <p:cNvPr id="50" name="Textplatzhalter 39">
            <a:extLst>
              <a:ext uri="{FF2B5EF4-FFF2-40B4-BE49-F238E27FC236}">
                <a16:creationId xmlns:a16="http://schemas.microsoft.com/office/drawing/2014/main" id="{5B3525BC-1F5B-4ED3-9F5A-69DE9EEE94C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61950" y="2298640"/>
            <a:ext cx="360000" cy="360000"/>
          </a:xfrm>
          <a:solidFill>
            <a:schemeClr val="accent2"/>
          </a:solidFill>
          <a:ln>
            <a:noFill/>
          </a:ln>
        </p:spPr>
        <p:txBody>
          <a:bodyPr lIns="108000" tIns="0" rIns="0" bIns="18000" anchor="ctr" anchorCtr="0">
            <a:noAutofit/>
          </a:bodyPr>
          <a:lstStyle>
            <a:lvl1pPr marL="0" indent="0" algn="l"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 dirty="0"/>
              <a:t>2</a:t>
            </a:r>
          </a:p>
        </p:txBody>
      </p:sp>
      <p:sp>
        <p:nvSpPr>
          <p:cNvPr id="52" name="Textplatzhalter 36">
            <a:extLst>
              <a:ext uri="{FF2B5EF4-FFF2-40B4-BE49-F238E27FC236}">
                <a16:creationId xmlns:a16="http://schemas.microsoft.com/office/drawing/2014/main" id="{83580EA6-6078-4566-816B-9A2E85DB9D2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95324" y="1397264"/>
            <a:ext cx="4713725" cy="348745"/>
          </a:xfrm>
        </p:spPr>
        <p:txBody>
          <a:bodyPr anchor="ctr">
            <a:normAutofit/>
          </a:bodyPr>
          <a:lstStyle>
            <a:lvl1pPr marL="0" indent="0">
              <a:buNone/>
              <a:defRPr kumimoji="0" lang="de-DE" sz="2000" b="1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F00"/>
              </a:buClr>
              <a:buSzTx/>
              <a:buFontTx/>
              <a:buNone/>
              <a:tabLst/>
              <a:defRPr/>
            </a:pPr>
            <a:r>
              <a:rPr lang="de-DE" dirty="0"/>
              <a:t>00.00 - 00.00</a:t>
            </a:r>
          </a:p>
        </p:txBody>
      </p:sp>
      <p:sp>
        <p:nvSpPr>
          <p:cNvPr id="53" name="Textplatzhalter 36">
            <a:extLst>
              <a:ext uri="{FF2B5EF4-FFF2-40B4-BE49-F238E27FC236}">
                <a16:creationId xmlns:a16="http://schemas.microsoft.com/office/drawing/2014/main" id="{A8E583FB-A438-47E5-8CA4-E773F5D0E39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95324" y="1757264"/>
            <a:ext cx="4713725" cy="348745"/>
          </a:xfrm>
        </p:spPr>
        <p:txBody>
          <a:bodyPr anchor="ctr">
            <a:normAutofit/>
          </a:bodyPr>
          <a:lstStyle>
            <a:lvl1pPr marL="0" indent="0">
              <a:buNone/>
              <a:defRPr kumimoji="0" lang="de-DE" sz="20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F00"/>
              </a:buClr>
              <a:buSzTx/>
              <a:buFontTx/>
              <a:buNone/>
              <a:tabLst/>
              <a:defRPr/>
            </a:pPr>
            <a:r>
              <a:rPr lang="de-DE" dirty="0"/>
              <a:t>Agenda Platzhalter</a:t>
            </a:r>
          </a:p>
        </p:txBody>
      </p:sp>
      <p:sp>
        <p:nvSpPr>
          <p:cNvPr id="56" name="Textplatzhalter 39">
            <a:extLst>
              <a:ext uri="{FF2B5EF4-FFF2-40B4-BE49-F238E27FC236}">
                <a16:creationId xmlns:a16="http://schemas.microsoft.com/office/drawing/2014/main" id="{DB5C50E3-AB9F-4645-A849-13ACC2664BFB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361950" y="5002768"/>
            <a:ext cx="360000" cy="360000"/>
          </a:xfrm>
          <a:solidFill>
            <a:schemeClr val="accent5"/>
          </a:solidFill>
          <a:ln>
            <a:noFill/>
          </a:ln>
        </p:spPr>
        <p:txBody>
          <a:bodyPr lIns="108000" tIns="0" rIns="0" bIns="18000" anchor="ctr" anchorCtr="0">
            <a:noAutofit/>
          </a:bodyPr>
          <a:lstStyle>
            <a:lvl1pPr marL="0" indent="0" algn="l"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 dirty="0"/>
              <a:t>5</a:t>
            </a:r>
          </a:p>
        </p:txBody>
      </p:sp>
      <p:sp>
        <p:nvSpPr>
          <p:cNvPr id="60" name="Textplatzhalter 36">
            <a:extLst>
              <a:ext uri="{FF2B5EF4-FFF2-40B4-BE49-F238E27FC236}">
                <a16:creationId xmlns:a16="http://schemas.microsoft.com/office/drawing/2014/main" id="{5F021572-39BC-47A8-9636-D57DB68AA492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95324" y="2293005"/>
            <a:ext cx="4713725" cy="348745"/>
          </a:xfrm>
        </p:spPr>
        <p:txBody>
          <a:bodyPr anchor="ctr">
            <a:normAutofit/>
          </a:bodyPr>
          <a:lstStyle>
            <a:lvl1pPr marL="0" indent="0">
              <a:buNone/>
              <a:defRPr kumimoji="0" lang="de-DE" sz="2000" b="1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F00"/>
              </a:buClr>
              <a:buSzTx/>
              <a:buFontTx/>
              <a:buNone/>
              <a:tabLst/>
              <a:defRPr/>
            </a:pPr>
            <a:r>
              <a:rPr lang="de-DE" dirty="0"/>
              <a:t>00.00 - 00.00</a:t>
            </a:r>
          </a:p>
        </p:txBody>
      </p:sp>
      <p:sp>
        <p:nvSpPr>
          <p:cNvPr id="61" name="Textplatzhalter 36">
            <a:extLst>
              <a:ext uri="{FF2B5EF4-FFF2-40B4-BE49-F238E27FC236}">
                <a16:creationId xmlns:a16="http://schemas.microsoft.com/office/drawing/2014/main" id="{32261443-15C4-43C2-83D1-0A43650CCCC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95324" y="2653005"/>
            <a:ext cx="4713725" cy="348745"/>
          </a:xfrm>
        </p:spPr>
        <p:txBody>
          <a:bodyPr anchor="ctr">
            <a:normAutofit/>
          </a:bodyPr>
          <a:lstStyle>
            <a:lvl1pPr marL="0" indent="0">
              <a:buNone/>
              <a:defRPr kumimoji="0" lang="de-DE" sz="20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F00"/>
              </a:buClr>
              <a:buSzTx/>
              <a:buFontTx/>
              <a:buNone/>
              <a:tabLst/>
              <a:defRPr/>
            </a:pPr>
            <a:r>
              <a:rPr lang="de-DE" dirty="0"/>
              <a:t>Agenda Platzhalter</a:t>
            </a:r>
          </a:p>
        </p:txBody>
      </p:sp>
      <p:sp>
        <p:nvSpPr>
          <p:cNvPr id="62" name="Textplatzhalter 36">
            <a:extLst>
              <a:ext uri="{FF2B5EF4-FFF2-40B4-BE49-F238E27FC236}">
                <a16:creationId xmlns:a16="http://schemas.microsoft.com/office/drawing/2014/main" id="{7B6E9DE5-F88D-4A24-AF3A-C6DE1DD48BA8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895324" y="3188746"/>
            <a:ext cx="4713725" cy="348745"/>
          </a:xfrm>
        </p:spPr>
        <p:txBody>
          <a:bodyPr anchor="ctr">
            <a:normAutofit/>
          </a:bodyPr>
          <a:lstStyle>
            <a:lvl1pPr marL="0" indent="0">
              <a:buNone/>
              <a:defRPr kumimoji="0" lang="de-DE" sz="2000" b="1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F00"/>
              </a:buClr>
              <a:buSzTx/>
              <a:buFontTx/>
              <a:buNone/>
              <a:tabLst/>
              <a:defRPr/>
            </a:pPr>
            <a:r>
              <a:rPr lang="de-DE" dirty="0"/>
              <a:t>00.00 - 00.00</a:t>
            </a:r>
          </a:p>
        </p:txBody>
      </p:sp>
      <p:sp>
        <p:nvSpPr>
          <p:cNvPr id="63" name="Textplatzhalter 36">
            <a:extLst>
              <a:ext uri="{FF2B5EF4-FFF2-40B4-BE49-F238E27FC236}">
                <a16:creationId xmlns:a16="http://schemas.microsoft.com/office/drawing/2014/main" id="{F7A9A947-FF12-4214-8C09-FC89AC1D3E3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895324" y="3548746"/>
            <a:ext cx="4713725" cy="348745"/>
          </a:xfrm>
        </p:spPr>
        <p:txBody>
          <a:bodyPr anchor="ctr">
            <a:normAutofit/>
          </a:bodyPr>
          <a:lstStyle>
            <a:lvl1pPr marL="0" indent="0">
              <a:buNone/>
              <a:defRPr kumimoji="0" lang="de-DE" sz="20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F00"/>
              </a:buClr>
              <a:buSzTx/>
              <a:buFontTx/>
              <a:buNone/>
              <a:tabLst/>
              <a:defRPr/>
            </a:pPr>
            <a:r>
              <a:rPr lang="de-DE" dirty="0"/>
              <a:t>Agenda Platzhalter</a:t>
            </a:r>
          </a:p>
        </p:txBody>
      </p:sp>
      <p:sp>
        <p:nvSpPr>
          <p:cNvPr id="64" name="Textplatzhalter 36">
            <a:extLst>
              <a:ext uri="{FF2B5EF4-FFF2-40B4-BE49-F238E27FC236}">
                <a16:creationId xmlns:a16="http://schemas.microsoft.com/office/drawing/2014/main" id="{9BCE7ED6-D35A-48B4-880C-E2C29E4D1DC5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895324" y="4084487"/>
            <a:ext cx="4713725" cy="348745"/>
          </a:xfrm>
        </p:spPr>
        <p:txBody>
          <a:bodyPr anchor="ctr">
            <a:normAutofit/>
          </a:bodyPr>
          <a:lstStyle>
            <a:lvl1pPr marL="0" indent="0">
              <a:buNone/>
              <a:defRPr kumimoji="0" lang="de-DE" sz="2000" b="1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F00"/>
              </a:buClr>
              <a:buSzTx/>
              <a:buFontTx/>
              <a:buNone/>
              <a:tabLst/>
              <a:defRPr/>
            </a:pPr>
            <a:r>
              <a:rPr lang="de-DE" dirty="0"/>
              <a:t>00.00 - 00.00</a:t>
            </a:r>
          </a:p>
        </p:txBody>
      </p:sp>
      <p:sp>
        <p:nvSpPr>
          <p:cNvPr id="65" name="Textplatzhalter 36">
            <a:extLst>
              <a:ext uri="{FF2B5EF4-FFF2-40B4-BE49-F238E27FC236}">
                <a16:creationId xmlns:a16="http://schemas.microsoft.com/office/drawing/2014/main" id="{6F2444B7-7D8E-4867-85B6-582B6B3DBCAF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895324" y="4444487"/>
            <a:ext cx="4713725" cy="348745"/>
          </a:xfrm>
        </p:spPr>
        <p:txBody>
          <a:bodyPr anchor="ctr">
            <a:normAutofit/>
          </a:bodyPr>
          <a:lstStyle>
            <a:lvl1pPr marL="0" indent="0">
              <a:buNone/>
              <a:defRPr kumimoji="0" lang="de-DE" sz="20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F00"/>
              </a:buClr>
              <a:buSzTx/>
              <a:buFontTx/>
              <a:buNone/>
              <a:tabLst/>
              <a:defRPr/>
            </a:pPr>
            <a:r>
              <a:rPr lang="de-DE" dirty="0"/>
              <a:t>Agenda Platzhalter</a:t>
            </a:r>
          </a:p>
        </p:txBody>
      </p:sp>
      <p:sp>
        <p:nvSpPr>
          <p:cNvPr id="66" name="Textplatzhalter 36">
            <a:extLst>
              <a:ext uri="{FF2B5EF4-FFF2-40B4-BE49-F238E27FC236}">
                <a16:creationId xmlns:a16="http://schemas.microsoft.com/office/drawing/2014/main" id="{7C28EB8F-A8A2-45A0-9F57-2A3ED333254B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895324" y="4980228"/>
            <a:ext cx="4713725" cy="348745"/>
          </a:xfrm>
        </p:spPr>
        <p:txBody>
          <a:bodyPr anchor="ctr">
            <a:normAutofit/>
          </a:bodyPr>
          <a:lstStyle>
            <a:lvl1pPr marL="0" indent="0">
              <a:buNone/>
              <a:defRPr kumimoji="0" lang="de-DE" sz="2000" b="1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F00"/>
              </a:buClr>
              <a:buSzTx/>
              <a:buFontTx/>
              <a:buNone/>
              <a:tabLst/>
              <a:defRPr/>
            </a:pPr>
            <a:r>
              <a:rPr lang="de-DE" dirty="0"/>
              <a:t>00.00 - 00.00</a:t>
            </a:r>
          </a:p>
        </p:txBody>
      </p:sp>
      <p:sp>
        <p:nvSpPr>
          <p:cNvPr id="67" name="Textplatzhalter 36">
            <a:extLst>
              <a:ext uri="{FF2B5EF4-FFF2-40B4-BE49-F238E27FC236}">
                <a16:creationId xmlns:a16="http://schemas.microsoft.com/office/drawing/2014/main" id="{B380F3BD-4842-4E6F-A6FF-CC6F5C2280CB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895324" y="5340228"/>
            <a:ext cx="4713725" cy="348745"/>
          </a:xfrm>
        </p:spPr>
        <p:txBody>
          <a:bodyPr anchor="ctr">
            <a:normAutofit/>
          </a:bodyPr>
          <a:lstStyle>
            <a:lvl1pPr marL="0" indent="0">
              <a:buNone/>
              <a:defRPr kumimoji="0" lang="de-DE" sz="20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CF00"/>
              </a:buClr>
              <a:buSzTx/>
              <a:buFontTx/>
              <a:buNone/>
              <a:tabLst/>
              <a:defRPr/>
            </a:pPr>
            <a:r>
              <a:rPr lang="de-DE" dirty="0"/>
              <a:t>Agenda Platzhalter</a:t>
            </a:r>
          </a:p>
        </p:txBody>
      </p:sp>
    </p:spTree>
    <p:extLst>
      <p:ext uri="{BB962C8B-B14F-4D97-AF65-F5344CB8AC3E}">
        <p14:creationId xmlns:p14="http://schemas.microsoft.com/office/powerpoint/2010/main" val="827372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_flexi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16AF22B2-75C2-4A7F-98F1-C8E4B4A05D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7496353" cy="6858000"/>
          </a:xfrm>
          <a:pattFill prst="wdUpDiag">
            <a:fgClr>
              <a:schemeClr val="bg2">
                <a:lumMod val="95000"/>
              </a:schemeClr>
            </a:fgClr>
            <a:bgClr>
              <a:schemeClr val="bg1"/>
            </a:bgClr>
          </a:pattFill>
        </p:spPr>
        <p:txBody>
          <a:bodyPr vert="horz" lIns="72000" tIns="72000" rIns="72000" bIns="72000" rtlCol="0">
            <a:normAutofit/>
          </a:bodyPr>
          <a:lstStyle>
            <a:lvl1pPr>
              <a:defRPr lang="de-DE" sz="1800"/>
            </a:lvl1pPr>
          </a:lstStyle>
          <a:p>
            <a:pPr lvl="0"/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025058F-3F5B-450C-871B-6351D24FA81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96352" y="0"/>
            <a:ext cx="4695648" cy="6858000"/>
          </a:xfrm>
          <a:custGeom>
            <a:avLst/>
            <a:gdLst>
              <a:gd name="connsiteX0" fmla="*/ 0 w 4695648"/>
              <a:gd name="connsiteY0" fmla="*/ 0 h 6858000"/>
              <a:gd name="connsiteX1" fmla="*/ 4695648 w 4695648"/>
              <a:gd name="connsiteY1" fmla="*/ 0 h 6858000"/>
              <a:gd name="connsiteX2" fmla="*/ 4695648 w 4695648"/>
              <a:gd name="connsiteY2" fmla="*/ 6858000 h 6858000"/>
              <a:gd name="connsiteX3" fmla="*/ 0 w 469564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95648" h="6858000">
                <a:moveTo>
                  <a:pt x="0" y="0"/>
                </a:moveTo>
                <a:lnTo>
                  <a:pt x="4695648" y="0"/>
                </a:lnTo>
                <a:lnTo>
                  <a:pt x="469564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C91914B-E805-4FD9-80C0-A055B12869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67758" y="3088958"/>
            <a:ext cx="3762287" cy="340042"/>
          </a:xfrm>
          <a:prstGeom prst="rect">
            <a:avLst/>
          </a:prstGeom>
        </p:spPr>
        <p:txBody>
          <a:bodyPr lIns="36000" anchor="b"/>
          <a:lstStyle>
            <a:lvl1pPr>
              <a:defRPr sz="2400" cap="all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Kapitel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95B72B5-7F27-4E92-B885-C9274AA6E8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67674" y="3429000"/>
            <a:ext cx="3762375" cy="2700338"/>
          </a:xfrm>
        </p:spPr>
        <p:txBody>
          <a:bodyPr wrap="square" lIns="0" tIns="0" rIns="0" bIns="7200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pic>
        <p:nvPicPr>
          <p:cNvPr id="3" name="Inhaltsplatzhalter 4">
            <a:extLst>
              <a:ext uri="{FF2B5EF4-FFF2-40B4-BE49-F238E27FC236}">
                <a16:creationId xmlns:a16="http://schemas.microsoft.com/office/drawing/2014/main" id="{00DA7F62-8276-83B6-3E70-5890B038C9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664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Kap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F98253A7-4B5E-4313-ADA6-992F2A8F1B54}"/>
              </a:ext>
            </a:extLst>
          </p:cNvPr>
          <p:cNvSpPr/>
          <p:nvPr userDrawn="1"/>
        </p:nvSpPr>
        <p:spPr>
          <a:xfrm>
            <a:off x="7496352" y="0"/>
            <a:ext cx="4695648" cy="685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16AF22B2-75C2-4A7F-98F1-C8E4B4A05D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7496353" cy="6858000"/>
          </a:xfrm>
          <a:pattFill prst="wdUpDiag">
            <a:fgClr>
              <a:schemeClr val="bg2">
                <a:lumMod val="95000"/>
              </a:schemeClr>
            </a:fgClr>
            <a:bgClr>
              <a:schemeClr val="bg1"/>
            </a:bgClr>
          </a:pattFill>
        </p:spPr>
        <p:txBody>
          <a:bodyPr vert="horz" lIns="72000" tIns="72000" rIns="72000" bIns="72000" rtlCol="0">
            <a:normAutofit/>
          </a:bodyPr>
          <a:lstStyle>
            <a:lvl1pPr>
              <a:defRPr lang="de-DE" sz="1800"/>
            </a:lvl1pPr>
          </a:lstStyle>
          <a:p>
            <a:pPr lvl="0"/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C91914B-E805-4FD9-80C0-A055B12869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67758" y="3088958"/>
            <a:ext cx="3762287" cy="340042"/>
          </a:xfrm>
          <a:prstGeom prst="rect">
            <a:avLst/>
          </a:prstGeom>
        </p:spPr>
        <p:txBody>
          <a:bodyPr lIns="36000" anchor="b"/>
          <a:lstStyle>
            <a:lvl1pPr>
              <a:defRPr sz="2400" cap="all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Kapitel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95B72B5-7F27-4E92-B885-C9274AA6E8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67674" y="3429000"/>
            <a:ext cx="3762375" cy="2700338"/>
          </a:xfrm>
        </p:spPr>
        <p:txBody>
          <a:bodyPr wrap="square" lIns="0" tIns="0" rIns="0" bIns="7200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7FD28414-D865-F72D-9AAD-5EBD015F58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952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Kap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16AF22B2-75C2-4A7F-98F1-C8E4B4A05D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7496353" cy="6858000"/>
          </a:xfrm>
          <a:pattFill prst="wdUpDiag">
            <a:fgClr>
              <a:schemeClr val="bg2">
                <a:lumMod val="95000"/>
              </a:schemeClr>
            </a:fgClr>
            <a:bgClr>
              <a:schemeClr val="bg1"/>
            </a:bgClr>
          </a:pattFill>
        </p:spPr>
        <p:txBody>
          <a:bodyPr vert="horz" lIns="72000" tIns="72000" rIns="72000" bIns="72000" rtlCol="0">
            <a:normAutofit/>
          </a:bodyPr>
          <a:lstStyle>
            <a:lvl1pPr>
              <a:defRPr lang="de-DE" sz="1800"/>
            </a:lvl1pPr>
          </a:lstStyle>
          <a:p>
            <a:pPr lvl="0"/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FC3E4CBF-07C4-4CF6-9A8F-103247ED8E46}"/>
              </a:ext>
            </a:extLst>
          </p:cNvPr>
          <p:cNvSpPr/>
          <p:nvPr userDrawn="1"/>
        </p:nvSpPr>
        <p:spPr>
          <a:xfrm>
            <a:off x="7496352" y="0"/>
            <a:ext cx="4695648" cy="6858000"/>
          </a:xfrm>
          <a:prstGeom prst="rect">
            <a:avLst/>
          </a:prstGeom>
          <a:solidFill>
            <a:srgbClr val="F35F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C91914B-E805-4FD9-80C0-A055B12869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67758" y="3088958"/>
            <a:ext cx="3762287" cy="340042"/>
          </a:xfrm>
          <a:prstGeom prst="rect">
            <a:avLst/>
          </a:prstGeom>
        </p:spPr>
        <p:txBody>
          <a:bodyPr lIns="36000" anchor="b"/>
          <a:lstStyle>
            <a:lvl1pPr>
              <a:defRPr sz="2400" cap="all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Kapitel</a:t>
            </a:r>
          </a:p>
        </p:txBody>
      </p:sp>
      <p:sp>
        <p:nvSpPr>
          <p:cNvPr id="9" name="Textplatzhalter 6">
            <a:extLst>
              <a:ext uri="{FF2B5EF4-FFF2-40B4-BE49-F238E27FC236}">
                <a16:creationId xmlns:a16="http://schemas.microsoft.com/office/drawing/2014/main" id="{D5DB2A7D-1764-42C7-B534-DCCC3EC3EF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67674" y="3429000"/>
            <a:ext cx="3762375" cy="2700338"/>
          </a:xfrm>
        </p:spPr>
        <p:txBody>
          <a:bodyPr wrap="square" lIns="0" tIns="0" rIns="0" bIns="7200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pic>
        <p:nvPicPr>
          <p:cNvPr id="4" name="Inhaltsplatzhalter 4">
            <a:extLst>
              <a:ext uri="{FF2B5EF4-FFF2-40B4-BE49-F238E27FC236}">
                <a16:creationId xmlns:a16="http://schemas.microsoft.com/office/drawing/2014/main" id="{DCF59612-DF30-3884-CCC0-527386B69B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2380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Kap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5A173F45-A31B-44B7-BAFA-AAD3B31C9ABF}"/>
              </a:ext>
            </a:extLst>
          </p:cNvPr>
          <p:cNvSpPr/>
          <p:nvPr userDrawn="1"/>
        </p:nvSpPr>
        <p:spPr>
          <a:xfrm>
            <a:off x="7496352" y="0"/>
            <a:ext cx="4695648" cy="6858000"/>
          </a:xfrm>
          <a:prstGeom prst="rect">
            <a:avLst/>
          </a:prstGeom>
          <a:solidFill>
            <a:srgbClr val="E72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16AF22B2-75C2-4A7F-98F1-C8E4B4A05D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7496353" cy="6858000"/>
          </a:xfrm>
          <a:pattFill prst="wdUpDiag">
            <a:fgClr>
              <a:schemeClr val="bg2">
                <a:lumMod val="95000"/>
              </a:schemeClr>
            </a:fgClr>
            <a:bgClr>
              <a:schemeClr val="bg1"/>
            </a:bgClr>
          </a:pattFill>
        </p:spPr>
        <p:txBody>
          <a:bodyPr vert="horz" lIns="72000" tIns="72000" rIns="72000" bIns="72000" rtlCol="0">
            <a:normAutofit/>
          </a:bodyPr>
          <a:lstStyle>
            <a:lvl1pPr>
              <a:defRPr lang="de-DE" sz="1800"/>
            </a:lvl1pPr>
          </a:lstStyle>
          <a:p>
            <a:pPr lvl="0"/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C91914B-E805-4FD9-80C0-A055B12869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67758" y="3088958"/>
            <a:ext cx="3762287" cy="340042"/>
          </a:xfrm>
          <a:prstGeom prst="rect">
            <a:avLst/>
          </a:prstGeom>
        </p:spPr>
        <p:txBody>
          <a:bodyPr lIns="36000" anchor="b"/>
          <a:lstStyle>
            <a:lvl1pPr>
              <a:defRPr sz="2400" cap="all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Kapitel</a:t>
            </a:r>
          </a:p>
        </p:txBody>
      </p:sp>
      <p:sp>
        <p:nvSpPr>
          <p:cNvPr id="9" name="Textplatzhalter 6">
            <a:extLst>
              <a:ext uri="{FF2B5EF4-FFF2-40B4-BE49-F238E27FC236}">
                <a16:creationId xmlns:a16="http://schemas.microsoft.com/office/drawing/2014/main" id="{CBD56275-5164-4934-9906-26C643E47B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67674" y="3429000"/>
            <a:ext cx="3762375" cy="2700338"/>
          </a:xfrm>
        </p:spPr>
        <p:txBody>
          <a:bodyPr wrap="square" lIns="0" tIns="0" rIns="0" bIns="7200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pic>
        <p:nvPicPr>
          <p:cNvPr id="4" name="Inhaltsplatzhalter 4">
            <a:extLst>
              <a:ext uri="{FF2B5EF4-FFF2-40B4-BE49-F238E27FC236}">
                <a16:creationId xmlns:a16="http://schemas.microsoft.com/office/drawing/2014/main" id="{116392B2-8DC2-2602-7025-01828EEDC6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1004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Kap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47AF7BBD-42EB-4F54-A7A0-AACEBA956396}"/>
              </a:ext>
            </a:extLst>
          </p:cNvPr>
          <p:cNvSpPr/>
          <p:nvPr userDrawn="1"/>
        </p:nvSpPr>
        <p:spPr>
          <a:xfrm>
            <a:off x="7496352" y="0"/>
            <a:ext cx="4695648" cy="6858000"/>
          </a:xfrm>
          <a:prstGeom prst="rect">
            <a:avLst/>
          </a:prstGeom>
          <a:solidFill>
            <a:srgbClr val="1971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16AF22B2-75C2-4A7F-98F1-C8E4B4A05D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7496353" cy="6858000"/>
          </a:xfrm>
          <a:pattFill prst="wdUpDiag">
            <a:fgClr>
              <a:schemeClr val="bg2">
                <a:lumMod val="95000"/>
              </a:schemeClr>
            </a:fgClr>
            <a:bgClr>
              <a:schemeClr val="bg1"/>
            </a:bgClr>
          </a:pattFill>
        </p:spPr>
        <p:txBody>
          <a:bodyPr vert="horz" lIns="72000" tIns="72000" rIns="72000" bIns="72000" rtlCol="0">
            <a:normAutofit/>
          </a:bodyPr>
          <a:lstStyle>
            <a:lvl1pPr>
              <a:defRPr lang="de-DE" sz="1800"/>
            </a:lvl1pPr>
          </a:lstStyle>
          <a:p>
            <a:pPr lvl="0"/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C91914B-E805-4FD9-80C0-A055B12869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67758" y="3088958"/>
            <a:ext cx="3762287" cy="340042"/>
          </a:xfrm>
          <a:prstGeom prst="rect">
            <a:avLst/>
          </a:prstGeom>
        </p:spPr>
        <p:txBody>
          <a:bodyPr lIns="36000" anchor="b"/>
          <a:lstStyle>
            <a:lvl1pPr>
              <a:defRPr sz="2400" cap="all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Kapitel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C6198531-A9FA-4342-A4AB-E4596E781B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67674" y="3429000"/>
            <a:ext cx="3762375" cy="2700338"/>
          </a:xfrm>
        </p:spPr>
        <p:txBody>
          <a:bodyPr wrap="square" lIns="0" tIns="0" rIns="0" bIns="7200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pic>
        <p:nvPicPr>
          <p:cNvPr id="4" name="Inhaltsplatzhalter 4">
            <a:extLst>
              <a:ext uri="{FF2B5EF4-FFF2-40B4-BE49-F238E27FC236}">
                <a16:creationId xmlns:a16="http://schemas.microsoft.com/office/drawing/2014/main" id="{6D891532-271A-22EB-EEC1-F73FBD994A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6021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Kap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9440486C-693B-4882-9000-995FFB6AFABB}"/>
              </a:ext>
            </a:extLst>
          </p:cNvPr>
          <p:cNvSpPr/>
          <p:nvPr userDrawn="1"/>
        </p:nvSpPr>
        <p:spPr>
          <a:xfrm>
            <a:off x="7496352" y="0"/>
            <a:ext cx="4695648" cy="6858000"/>
          </a:xfrm>
          <a:prstGeom prst="rect">
            <a:avLst/>
          </a:prstGeom>
          <a:solidFill>
            <a:srgbClr val="24A7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16AF22B2-75C2-4A7F-98F1-C8E4B4A05D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7496353" cy="6858000"/>
          </a:xfrm>
          <a:pattFill prst="wdUpDiag">
            <a:fgClr>
              <a:schemeClr val="bg2">
                <a:lumMod val="95000"/>
              </a:schemeClr>
            </a:fgClr>
            <a:bgClr>
              <a:schemeClr val="bg1"/>
            </a:bgClr>
          </a:pattFill>
        </p:spPr>
        <p:txBody>
          <a:bodyPr vert="horz" lIns="72000" tIns="72000" rIns="72000" bIns="72000" rtlCol="0">
            <a:normAutofit/>
          </a:bodyPr>
          <a:lstStyle>
            <a:lvl1pPr>
              <a:defRPr lang="de-DE" sz="1800"/>
            </a:lvl1pPr>
          </a:lstStyle>
          <a:p>
            <a:pPr lvl="0"/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C91914B-E805-4FD9-80C0-A055B12869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67758" y="3088958"/>
            <a:ext cx="3762287" cy="340042"/>
          </a:xfrm>
          <a:prstGeom prst="rect">
            <a:avLst/>
          </a:prstGeom>
        </p:spPr>
        <p:txBody>
          <a:bodyPr lIns="36000" anchor="b"/>
          <a:lstStyle>
            <a:lvl1pPr>
              <a:defRPr sz="2400" cap="all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Kapitel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52E7A20E-262E-43B0-BDE2-588F9053E85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67674" y="3429000"/>
            <a:ext cx="3762375" cy="2700338"/>
          </a:xfrm>
        </p:spPr>
        <p:txBody>
          <a:bodyPr wrap="square" lIns="0" tIns="0" rIns="0" bIns="7200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pic>
        <p:nvPicPr>
          <p:cNvPr id="4" name="Inhaltsplatzhalter 4">
            <a:extLst>
              <a:ext uri="{FF2B5EF4-FFF2-40B4-BE49-F238E27FC236}">
                <a16:creationId xmlns:a16="http://schemas.microsoft.com/office/drawing/2014/main" id="{9682905A-9A52-0664-184C-5DD7AD8398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6349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Kap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941B0431-28C3-43BF-B355-507B5ED7FC17}"/>
              </a:ext>
            </a:extLst>
          </p:cNvPr>
          <p:cNvSpPr/>
          <p:nvPr userDrawn="1"/>
        </p:nvSpPr>
        <p:spPr>
          <a:xfrm>
            <a:off x="7496352" y="0"/>
            <a:ext cx="4695648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16AF22B2-75C2-4A7F-98F1-C8E4B4A05D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7496353" cy="6858000"/>
          </a:xfrm>
          <a:pattFill prst="wdUpDiag">
            <a:fgClr>
              <a:schemeClr val="bg2">
                <a:lumMod val="95000"/>
              </a:schemeClr>
            </a:fgClr>
            <a:bgClr>
              <a:schemeClr val="bg1"/>
            </a:bgClr>
          </a:pattFill>
        </p:spPr>
        <p:txBody>
          <a:bodyPr vert="horz" lIns="72000" tIns="72000" rIns="72000" bIns="72000" rtlCol="0">
            <a:normAutofit/>
          </a:bodyPr>
          <a:lstStyle>
            <a:lvl1pPr>
              <a:defRPr lang="de-DE" sz="1800"/>
            </a:lvl1pPr>
          </a:lstStyle>
          <a:p>
            <a:pPr lvl="0"/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C91914B-E805-4FD9-80C0-A055B12869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67759" y="3088958"/>
            <a:ext cx="3608304" cy="340042"/>
          </a:xfrm>
          <a:prstGeom prst="rect">
            <a:avLst/>
          </a:prstGeom>
        </p:spPr>
        <p:txBody>
          <a:bodyPr lIns="36000" anchor="b"/>
          <a:lstStyle>
            <a:lvl1pPr>
              <a:defRPr sz="2400" cap="all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Kapitel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4E5F6FE7-E235-4D2E-9F01-CD6E48A107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67675" y="3429000"/>
            <a:ext cx="3608388" cy="2700338"/>
          </a:xfrm>
        </p:spPr>
        <p:txBody>
          <a:bodyPr wrap="square" lIns="0" tIns="0" rIns="0" bIns="7200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pic>
        <p:nvPicPr>
          <p:cNvPr id="4" name="Inhaltsplatzhalter 4">
            <a:extLst>
              <a:ext uri="{FF2B5EF4-FFF2-40B4-BE49-F238E27FC236}">
                <a16:creationId xmlns:a16="http://schemas.microsoft.com/office/drawing/2014/main" id="{007E060E-068C-E388-C0B4-A2253F68A1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4675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Kap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B4725CE2-4770-4105-96DE-AA5DCDE83FC0}"/>
              </a:ext>
            </a:extLst>
          </p:cNvPr>
          <p:cNvSpPr/>
          <p:nvPr userDrawn="1"/>
        </p:nvSpPr>
        <p:spPr>
          <a:xfrm>
            <a:off x="7496352" y="0"/>
            <a:ext cx="4695648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16AF22B2-75C2-4A7F-98F1-C8E4B4A05D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7496353" cy="6858000"/>
          </a:xfrm>
          <a:pattFill prst="wdUpDiag">
            <a:fgClr>
              <a:schemeClr val="bg2">
                <a:lumMod val="95000"/>
              </a:schemeClr>
            </a:fgClr>
            <a:bgClr>
              <a:schemeClr val="bg1"/>
            </a:bgClr>
          </a:pattFill>
        </p:spPr>
        <p:txBody>
          <a:bodyPr vert="horz" lIns="72000" tIns="72000" rIns="72000" bIns="72000" rtlCol="0">
            <a:normAutofit/>
          </a:bodyPr>
          <a:lstStyle>
            <a:lvl1pPr>
              <a:defRPr lang="de-DE" sz="1800"/>
            </a:lvl1pPr>
          </a:lstStyle>
          <a:p>
            <a:pPr lvl="0"/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C91914B-E805-4FD9-80C0-A055B12869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67758" y="3088958"/>
            <a:ext cx="3762287" cy="340042"/>
          </a:xfrm>
          <a:prstGeom prst="rect">
            <a:avLst/>
          </a:prstGeom>
        </p:spPr>
        <p:txBody>
          <a:bodyPr lIns="36000" anchor="b"/>
          <a:lstStyle>
            <a:lvl1pPr>
              <a:defRPr sz="2400" cap="all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Kapitel</a:t>
            </a:r>
          </a:p>
        </p:txBody>
      </p:sp>
      <p:sp>
        <p:nvSpPr>
          <p:cNvPr id="9" name="Textplatzhalter 6">
            <a:extLst>
              <a:ext uri="{FF2B5EF4-FFF2-40B4-BE49-F238E27FC236}">
                <a16:creationId xmlns:a16="http://schemas.microsoft.com/office/drawing/2014/main" id="{1EB6E44E-9D5B-4032-B495-4E7B763481F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67674" y="3429000"/>
            <a:ext cx="3762375" cy="2700338"/>
          </a:xfrm>
        </p:spPr>
        <p:txBody>
          <a:bodyPr wrap="square" lIns="0" tIns="0" rIns="0" bIns="7200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pic>
        <p:nvPicPr>
          <p:cNvPr id="4" name="Inhaltsplatzhalter 4">
            <a:extLst>
              <a:ext uri="{FF2B5EF4-FFF2-40B4-BE49-F238E27FC236}">
                <a16:creationId xmlns:a16="http://schemas.microsoft.com/office/drawing/2014/main" id="{784338B1-7F30-4ED6-DACE-13DB074248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9733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Kap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4D870292-FCCA-430E-A3B1-A2392D087842}"/>
              </a:ext>
            </a:extLst>
          </p:cNvPr>
          <p:cNvSpPr/>
          <p:nvPr userDrawn="1"/>
        </p:nvSpPr>
        <p:spPr>
          <a:xfrm>
            <a:off x="7496352" y="0"/>
            <a:ext cx="4695648" cy="6858000"/>
          </a:xfrm>
          <a:prstGeom prst="rect">
            <a:avLst/>
          </a:prstGeom>
          <a:solidFill>
            <a:srgbClr val="8BBF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16AF22B2-75C2-4A7F-98F1-C8E4B4A05D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7496353" cy="6858000"/>
          </a:xfrm>
          <a:pattFill prst="wdUpDiag">
            <a:fgClr>
              <a:schemeClr val="bg2">
                <a:lumMod val="95000"/>
              </a:schemeClr>
            </a:fgClr>
            <a:bgClr>
              <a:schemeClr val="bg1"/>
            </a:bgClr>
          </a:pattFill>
        </p:spPr>
        <p:txBody>
          <a:bodyPr vert="horz" lIns="72000" tIns="72000" rIns="72000" bIns="72000" rtlCol="0">
            <a:normAutofit/>
          </a:bodyPr>
          <a:lstStyle>
            <a:lvl1pPr>
              <a:defRPr lang="de-DE" sz="1800"/>
            </a:lvl1pPr>
          </a:lstStyle>
          <a:p>
            <a:pPr lvl="0"/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C91914B-E805-4FD9-80C0-A055B12869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67758" y="3088958"/>
            <a:ext cx="3762287" cy="340042"/>
          </a:xfrm>
          <a:prstGeom prst="rect">
            <a:avLst/>
          </a:prstGeom>
        </p:spPr>
        <p:txBody>
          <a:bodyPr lIns="36000" anchor="b"/>
          <a:lstStyle>
            <a:lvl1pPr>
              <a:defRPr sz="2400" cap="all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Kapitel</a:t>
            </a:r>
          </a:p>
        </p:txBody>
      </p:sp>
      <p:sp>
        <p:nvSpPr>
          <p:cNvPr id="9" name="Textplatzhalter 6">
            <a:extLst>
              <a:ext uri="{FF2B5EF4-FFF2-40B4-BE49-F238E27FC236}">
                <a16:creationId xmlns:a16="http://schemas.microsoft.com/office/drawing/2014/main" id="{188A3A27-6AAF-4F44-988F-E52BC5873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67674" y="3429000"/>
            <a:ext cx="3762375" cy="2700338"/>
          </a:xfrm>
        </p:spPr>
        <p:txBody>
          <a:bodyPr wrap="square" lIns="0" tIns="0" rIns="0" bIns="7200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pic>
        <p:nvPicPr>
          <p:cNvPr id="4" name="Inhaltsplatzhalter 4">
            <a:extLst>
              <a:ext uri="{FF2B5EF4-FFF2-40B4-BE49-F238E27FC236}">
                <a16:creationId xmlns:a16="http://schemas.microsoft.com/office/drawing/2014/main" id="{B4938AEF-80E3-CE19-4B64-53C19CD67E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818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A240C0E-BF04-4530-AE5B-FCBD070E9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t>‹Nr.›</a:t>
            </a:fld>
            <a:endParaRPr lang="de-DE"/>
          </a:p>
        </p:txBody>
      </p:sp>
      <p:pic>
        <p:nvPicPr>
          <p:cNvPr id="3" name="Inhaltsplatzhalter 4">
            <a:extLst>
              <a:ext uri="{FF2B5EF4-FFF2-40B4-BE49-F238E27FC236}">
                <a16:creationId xmlns:a16="http://schemas.microsoft.com/office/drawing/2014/main" id="{78E891C7-185A-16F6-75AA-5658982402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6154772"/>
            <a:ext cx="847090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7088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_flexi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83262DF7-13BA-4E6E-AA8B-402FF3E51A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92000" cy="1132596"/>
          </a:xfrm>
          <a:custGeom>
            <a:avLst/>
            <a:gdLst>
              <a:gd name="connsiteX0" fmla="*/ 11311650 w 12192000"/>
              <a:gd name="connsiteY0" fmla="*/ 263961 h 1132596"/>
              <a:gd name="connsiteX1" fmla="*/ 11311650 w 12192000"/>
              <a:gd name="connsiteY1" fmla="*/ 782361 h 1132596"/>
              <a:gd name="connsiteX2" fmla="*/ 11830050 w 12192000"/>
              <a:gd name="connsiteY2" fmla="*/ 782361 h 1132596"/>
              <a:gd name="connsiteX3" fmla="*/ 11830050 w 12192000"/>
              <a:gd name="connsiteY3" fmla="*/ 263961 h 1132596"/>
              <a:gd name="connsiteX4" fmla="*/ 0 w 12192000"/>
              <a:gd name="connsiteY4" fmla="*/ 0 h 1132596"/>
              <a:gd name="connsiteX5" fmla="*/ 12192000 w 12192000"/>
              <a:gd name="connsiteY5" fmla="*/ 0 h 1132596"/>
              <a:gd name="connsiteX6" fmla="*/ 12192000 w 12192000"/>
              <a:gd name="connsiteY6" fmla="*/ 1132596 h 1132596"/>
              <a:gd name="connsiteX7" fmla="*/ 0 w 12192000"/>
              <a:gd name="connsiteY7" fmla="*/ 1132596 h 113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132596">
                <a:moveTo>
                  <a:pt x="11311650" y="263961"/>
                </a:moveTo>
                <a:lnTo>
                  <a:pt x="11311650" y="782361"/>
                </a:lnTo>
                <a:lnTo>
                  <a:pt x="11830050" y="782361"/>
                </a:lnTo>
                <a:lnTo>
                  <a:pt x="11830050" y="2639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132596"/>
                </a:lnTo>
                <a:lnTo>
                  <a:pt x="0" y="1132596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B939F3-C9A3-44E4-89B3-04EA622B0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376363"/>
            <a:ext cx="11468100" cy="477677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0832A44F-DB9D-4391-AD08-64B3F11BE845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49A1577-3007-4B2C-AC06-294BF0928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0" y="263961"/>
            <a:ext cx="10018491" cy="411931"/>
          </a:xfrm>
        </p:spPr>
        <p:txBody>
          <a:bodyPr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9" name="Textplatzhalter 12">
            <a:extLst>
              <a:ext uri="{FF2B5EF4-FFF2-40B4-BE49-F238E27FC236}">
                <a16:creationId xmlns:a16="http://schemas.microsoft.com/office/drawing/2014/main" id="{700C0284-CCB0-475C-86F8-B65852F901D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311650" y="263961"/>
            <a:ext cx="518400" cy="518400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099F6C87-9256-4670-9675-238B1B11A2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0" y="694976"/>
            <a:ext cx="10018491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4" name="Inhaltsplatzhalter 4">
            <a:extLst>
              <a:ext uri="{FF2B5EF4-FFF2-40B4-BE49-F238E27FC236}">
                <a16:creationId xmlns:a16="http://schemas.microsoft.com/office/drawing/2014/main" id="{3EFB0F0D-9FA0-274F-C0B2-D019799B985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6154772"/>
            <a:ext cx="847090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0157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5CE7294C-1CF8-40AC-A014-30A11495977A}"/>
              </a:ext>
            </a:extLst>
          </p:cNvPr>
          <p:cNvSpPr/>
          <p:nvPr userDrawn="1"/>
        </p:nvSpPr>
        <p:spPr>
          <a:xfrm>
            <a:off x="361950" y="6370578"/>
            <a:ext cx="850833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13241FBC-E92E-4198-91DB-683B9C978B18}"/>
              </a:ext>
            </a:extLst>
          </p:cNvPr>
          <p:cNvSpPr/>
          <p:nvPr userDrawn="1"/>
        </p:nvSpPr>
        <p:spPr>
          <a:xfrm>
            <a:off x="0" y="0"/>
            <a:ext cx="12192000" cy="11325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B939F3-C9A3-44E4-89B3-04EA622B0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376363"/>
            <a:ext cx="11468100" cy="477677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0832A44F-DB9D-4391-AD08-64B3F11BE845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49A1577-3007-4B2C-AC06-294BF0928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1" y="263961"/>
            <a:ext cx="10653982" cy="411931"/>
          </a:xfrm>
        </p:spPr>
        <p:txBody>
          <a:bodyPr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099F6C87-9256-4670-9675-238B1B11A2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0D09292-F0FB-4B3A-AF89-763649D03F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pic>
        <p:nvPicPr>
          <p:cNvPr id="4" name="Inhaltsplatzhalter 4">
            <a:extLst>
              <a:ext uri="{FF2B5EF4-FFF2-40B4-BE49-F238E27FC236}">
                <a16:creationId xmlns:a16="http://schemas.microsoft.com/office/drawing/2014/main" id="{345A8430-5AE0-33D7-C30C-A6D92E27339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8469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13241FBC-E92E-4198-91DB-683B9C978B18}"/>
              </a:ext>
            </a:extLst>
          </p:cNvPr>
          <p:cNvSpPr/>
          <p:nvPr userDrawn="1"/>
        </p:nvSpPr>
        <p:spPr>
          <a:xfrm>
            <a:off x="0" y="0"/>
            <a:ext cx="12192000" cy="113259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B939F3-C9A3-44E4-89B3-04EA622B0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376363"/>
            <a:ext cx="11468100" cy="477677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0832A44F-DB9D-4391-AD08-64B3F11BE845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49A1577-3007-4B2C-AC06-294BF0928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1" y="263961"/>
            <a:ext cx="10653982" cy="411931"/>
          </a:xfrm>
        </p:spPr>
        <p:txBody>
          <a:bodyPr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099F6C87-9256-4670-9675-238B1B11A2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1520396-435A-402B-9EBF-16627FA7C4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5FED708B-CA1F-C5DA-9D22-608E43982F1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8245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13241FBC-E92E-4198-91DB-683B9C978B18}"/>
              </a:ext>
            </a:extLst>
          </p:cNvPr>
          <p:cNvSpPr/>
          <p:nvPr userDrawn="1"/>
        </p:nvSpPr>
        <p:spPr>
          <a:xfrm>
            <a:off x="0" y="0"/>
            <a:ext cx="12192000" cy="113259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B939F3-C9A3-44E4-89B3-04EA622B0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376363"/>
            <a:ext cx="11468100" cy="477677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0832A44F-DB9D-4391-AD08-64B3F11BE845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49A1577-3007-4B2C-AC06-294BF0928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1" y="263961"/>
            <a:ext cx="10653982" cy="411931"/>
          </a:xfrm>
        </p:spPr>
        <p:txBody>
          <a:bodyPr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099F6C87-9256-4670-9675-238B1B11A2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014699A-471F-4953-A97B-3114803C79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F4AC2740-E655-33E7-8028-836F3211A5A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000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13241FBC-E92E-4198-91DB-683B9C978B18}"/>
              </a:ext>
            </a:extLst>
          </p:cNvPr>
          <p:cNvSpPr/>
          <p:nvPr userDrawn="1"/>
        </p:nvSpPr>
        <p:spPr>
          <a:xfrm>
            <a:off x="0" y="0"/>
            <a:ext cx="12192000" cy="1132596"/>
          </a:xfrm>
          <a:prstGeom prst="rect">
            <a:avLst/>
          </a:prstGeom>
          <a:solidFill>
            <a:srgbClr val="1971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B939F3-C9A3-44E4-89B3-04EA622B0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376363"/>
            <a:ext cx="11468100" cy="477677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0832A44F-DB9D-4391-AD08-64B3F11BE845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49A1577-3007-4B2C-AC06-294BF0928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1" y="263961"/>
            <a:ext cx="10653982" cy="411931"/>
          </a:xfrm>
        </p:spPr>
        <p:txBody>
          <a:bodyPr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099F6C87-9256-4670-9675-238B1B11A2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1F3DDEC-3136-4ED1-9486-0A07DF906B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pic>
        <p:nvPicPr>
          <p:cNvPr id="4" name="Inhaltsplatzhalter 4">
            <a:extLst>
              <a:ext uri="{FF2B5EF4-FFF2-40B4-BE49-F238E27FC236}">
                <a16:creationId xmlns:a16="http://schemas.microsoft.com/office/drawing/2014/main" id="{33110927-CE72-C1C8-7E4D-91F2AFBA539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7663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13241FBC-E92E-4198-91DB-683B9C978B18}"/>
              </a:ext>
            </a:extLst>
          </p:cNvPr>
          <p:cNvSpPr/>
          <p:nvPr userDrawn="1"/>
        </p:nvSpPr>
        <p:spPr>
          <a:xfrm>
            <a:off x="0" y="0"/>
            <a:ext cx="12192000" cy="113259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B939F3-C9A3-44E4-89B3-04EA622B0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376363"/>
            <a:ext cx="11468100" cy="477677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0832A44F-DB9D-4391-AD08-64B3F11BE845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49A1577-3007-4B2C-AC06-294BF0928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1" y="263961"/>
            <a:ext cx="10653982" cy="411931"/>
          </a:xfrm>
        </p:spPr>
        <p:txBody>
          <a:bodyPr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099F6C87-9256-4670-9675-238B1B11A2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FA0E33C-52D5-4E4C-BE1B-658CCC8CFB7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4D31C73C-1732-C860-C997-BFC935CD930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704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13241FBC-E92E-4198-91DB-683B9C978B18}"/>
              </a:ext>
            </a:extLst>
          </p:cNvPr>
          <p:cNvSpPr/>
          <p:nvPr userDrawn="1"/>
        </p:nvSpPr>
        <p:spPr>
          <a:xfrm>
            <a:off x="0" y="0"/>
            <a:ext cx="12192000" cy="113259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B939F3-C9A3-44E4-89B3-04EA622B0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376363"/>
            <a:ext cx="11468100" cy="477677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0832A44F-DB9D-4391-AD08-64B3F11BE845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49A1577-3007-4B2C-AC06-294BF0928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1" y="263961"/>
            <a:ext cx="10653982" cy="411931"/>
          </a:xfrm>
        </p:spPr>
        <p:txBody>
          <a:bodyPr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099F6C87-9256-4670-9675-238B1B11A2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DDD97AF-AB37-44E9-874C-3E328D2DAD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pic>
        <p:nvPicPr>
          <p:cNvPr id="4" name="Inhaltsplatzhalter 4">
            <a:extLst>
              <a:ext uri="{FF2B5EF4-FFF2-40B4-BE49-F238E27FC236}">
                <a16:creationId xmlns:a16="http://schemas.microsoft.com/office/drawing/2014/main" id="{4E090DEA-33D2-0B72-BDF0-69793878F53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3810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13241FBC-E92E-4198-91DB-683B9C978B18}"/>
              </a:ext>
            </a:extLst>
          </p:cNvPr>
          <p:cNvSpPr/>
          <p:nvPr userDrawn="1"/>
        </p:nvSpPr>
        <p:spPr>
          <a:xfrm>
            <a:off x="0" y="0"/>
            <a:ext cx="12192000" cy="11325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B939F3-C9A3-44E4-89B3-04EA622B0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376363"/>
            <a:ext cx="11468100" cy="477677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0832A44F-DB9D-4391-AD08-64B3F11BE845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49A1577-3007-4B2C-AC06-294BF0928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1" y="263961"/>
            <a:ext cx="10653982" cy="411931"/>
          </a:xfrm>
        </p:spPr>
        <p:txBody>
          <a:bodyPr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099F6C87-9256-4670-9675-238B1B11A2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5428E76-FB8F-456D-8B57-D8CF18E153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pic>
        <p:nvPicPr>
          <p:cNvPr id="4" name="Inhaltsplatzhalter 4">
            <a:extLst>
              <a:ext uri="{FF2B5EF4-FFF2-40B4-BE49-F238E27FC236}">
                <a16:creationId xmlns:a16="http://schemas.microsoft.com/office/drawing/2014/main" id="{1A90F1E3-5147-BA3C-DB5B-21ECE437A11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54827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13241FBC-E92E-4198-91DB-683B9C978B18}"/>
              </a:ext>
            </a:extLst>
          </p:cNvPr>
          <p:cNvSpPr/>
          <p:nvPr userDrawn="1"/>
        </p:nvSpPr>
        <p:spPr>
          <a:xfrm>
            <a:off x="0" y="0"/>
            <a:ext cx="12192000" cy="1132596"/>
          </a:xfrm>
          <a:prstGeom prst="rect">
            <a:avLst/>
          </a:prstGeom>
          <a:solidFill>
            <a:srgbClr val="8BBF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B939F3-C9A3-44E4-89B3-04EA622B0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376363"/>
            <a:ext cx="11468100" cy="477677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0832A44F-DB9D-4391-AD08-64B3F11BE845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49A1577-3007-4B2C-AC06-294BF0928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1" y="263961"/>
            <a:ext cx="10653982" cy="411931"/>
          </a:xfrm>
        </p:spPr>
        <p:txBody>
          <a:bodyPr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099F6C87-9256-4670-9675-238B1B11A2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2BDC98CC-426D-475A-8004-A93AB81E16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pic>
        <p:nvPicPr>
          <p:cNvPr id="4" name="Inhaltsplatzhalter 4">
            <a:extLst>
              <a:ext uri="{FF2B5EF4-FFF2-40B4-BE49-F238E27FC236}">
                <a16:creationId xmlns:a16="http://schemas.microsoft.com/office/drawing/2014/main" id="{B83FBD96-7801-A89D-C062-64D3598F034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1393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D07B4593-C0AE-42FE-AE7D-AECA8FD6FF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92000" cy="1132596"/>
          </a:xfrm>
          <a:custGeom>
            <a:avLst/>
            <a:gdLst>
              <a:gd name="connsiteX0" fmla="*/ 11311650 w 12192000"/>
              <a:gd name="connsiteY0" fmla="*/ 263961 h 1132596"/>
              <a:gd name="connsiteX1" fmla="*/ 11311650 w 12192000"/>
              <a:gd name="connsiteY1" fmla="*/ 782361 h 1132596"/>
              <a:gd name="connsiteX2" fmla="*/ 11830050 w 12192000"/>
              <a:gd name="connsiteY2" fmla="*/ 782361 h 1132596"/>
              <a:gd name="connsiteX3" fmla="*/ 11830050 w 12192000"/>
              <a:gd name="connsiteY3" fmla="*/ 263961 h 1132596"/>
              <a:gd name="connsiteX4" fmla="*/ 0 w 12192000"/>
              <a:gd name="connsiteY4" fmla="*/ 0 h 1132596"/>
              <a:gd name="connsiteX5" fmla="*/ 12192000 w 12192000"/>
              <a:gd name="connsiteY5" fmla="*/ 0 h 1132596"/>
              <a:gd name="connsiteX6" fmla="*/ 12192000 w 12192000"/>
              <a:gd name="connsiteY6" fmla="*/ 1132596 h 1132596"/>
              <a:gd name="connsiteX7" fmla="*/ 0 w 12192000"/>
              <a:gd name="connsiteY7" fmla="*/ 1132596 h 113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132596">
                <a:moveTo>
                  <a:pt x="11311650" y="263961"/>
                </a:moveTo>
                <a:lnTo>
                  <a:pt x="11311650" y="782361"/>
                </a:lnTo>
                <a:lnTo>
                  <a:pt x="11830050" y="782361"/>
                </a:lnTo>
                <a:lnTo>
                  <a:pt x="11830050" y="2639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132596"/>
                </a:lnTo>
                <a:lnTo>
                  <a:pt x="0" y="1132596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 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021EE199-365F-4250-B7F2-91C59C9C3A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9" name="Textplatzhalter 8">
            <a:extLst>
              <a:ext uri="{FF2B5EF4-FFF2-40B4-BE49-F238E27FC236}">
                <a16:creationId xmlns:a16="http://schemas.microsoft.com/office/drawing/2014/main" id="{D63E63A5-AA8A-429E-B59D-A01A72121CA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82B40AAE-1C86-4FAF-A0DC-6453875A4A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sp>
        <p:nvSpPr>
          <p:cNvPr id="3" name="Titel 2">
            <a:extLst>
              <a:ext uri="{FF2B5EF4-FFF2-40B4-BE49-F238E27FC236}">
                <a16:creationId xmlns:a16="http://schemas.microsoft.com/office/drawing/2014/main" id="{717E28C1-A450-4276-A12C-A3B43FBF5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83337CF-BADD-4ABE-9B01-68D8744F9A0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61950" y="1376363"/>
            <a:ext cx="5616575" cy="4786312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1" name="Textplatzhalter 4">
            <a:extLst>
              <a:ext uri="{FF2B5EF4-FFF2-40B4-BE49-F238E27FC236}">
                <a16:creationId xmlns:a16="http://schemas.microsoft.com/office/drawing/2014/main" id="{BBAF4473-713F-4FBF-8AA2-1762272D851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210837" y="1376363"/>
            <a:ext cx="5616575" cy="4786312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pic>
        <p:nvPicPr>
          <p:cNvPr id="4" name="Inhaltsplatzhalter 4">
            <a:extLst>
              <a:ext uri="{FF2B5EF4-FFF2-40B4-BE49-F238E27FC236}">
                <a16:creationId xmlns:a16="http://schemas.microsoft.com/office/drawing/2014/main" id="{DDD45F84-0A00-A063-EA7E-41CECD19C48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6154772"/>
            <a:ext cx="847090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22278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boxen bu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1211E5DD-46CD-42EE-93D0-3CA5C2C949A2}"/>
              </a:ext>
            </a:extLst>
          </p:cNvPr>
          <p:cNvSpPr/>
          <p:nvPr userDrawn="1"/>
        </p:nvSpPr>
        <p:spPr>
          <a:xfrm>
            <a:off x="373380" y="6355081"/>
            <a:ext cx="918210" cy="4096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sp>
        <p:nvSpPr>
          <p:cNvPr id="16" name="Textplatzhalter 8">
            <a:extLst>
              <a:ext uri="{FF2B5EF4-FFF2-40B4-BE49-F238E27FC236}">
                <a16:creationId xmlns:a16="http://schemas.microsoft.com/office/drawing/2014/main" id="{24180EB1-DEC0-480B-8D8B-87A02A71DE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18E76D78-0AD1-4B10-A76B-C8CC570F6B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" hasCustomPrompt="1"/>
          </p:nvPr>
        </p:nvSpPr>
        <p:spPr bwMode="gray">
          <a:xfrm>
            <a:off x="361950" y="1376363"/>
            <a:ext cx="5544000" cy="576000"/>
          </a:xfrm>
          <a:solidFill>
            <a:srgbClr val="FFD162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4" name="Inhalt 1"/>
          <p:cNvSpPr>
            <a:spLocks noGrp="1"/>
          </p:cNvSpPr>
          <p:nvPr>
            <p:ph sz="half" idx="2"/>
          </p:nvPr>
        </p:nvSpPr>
        <p:spPr bwMode="gray">
          <a:xfrm>
            <a:off x="361949" y="1951048"/>
            <a:ext cx="5544000" cy="4079270"/>
          </a:xfrm>
          <a:solidFill>
            <a:srgbClr val="FFD162"/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8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800">
                <a:solidFill>
                  <a:schemeClr val="bg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bg2"/>
                </a:solidFill>
              </a:defRPr>
            </a:lvl3pPr>
            <a:lvl4pPr>
              <a:buClr>
                <a:schemeClr val="bg1"/>
              </a:buClr>
              <a:defRPr sz="1800">
                <a:solidFill>
                  <a:schemeClr val="bg2"/>
                </a:solidFill>
              </a:defRPr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5" name="Text 2"/>
          <p:cNvSpPr>
            <a:spLocks noGrp="1"/>
          </p:cNvSpPr>
          <p:nvPr>
            <p:ph type="body" sz="quarter" idx="3" hasCustomPrompt="1"/>
          </p:nvPr>
        </p:nvSpPr>
        <p:spPr bwMode="gray">
          <a:xfrm>
            <a:off x="6286050" y="1376363"/>
            <a:ext cx="5544000" cy="576000"/>
          </a:xfrm>
          <a:solidFill>
            <a:srgbClr val="FFD162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6" name="Inhalt 2"/>
          <p:cNvSpPr>
            <a:spLocks noGrp="1"/>
          </p:cNvSpPr>
          <p:nvPr>
            <p:ph sz="quarter" idx="4"/>
          </p:nvPr>
        </p:nvSpPr>
        <p:spPr bwMode="gray">
          <a:xfrm>
            <a:off x="6286050" y="1951047"/>
            <a:ext cx="5544000" cy="4094153"/>
          </a:xfrm>
          <a:solidFill>
            <a:srgbClr val="FFD162"/>
          </a:solidFill>
        </p:spPr>
        <p:txBody>
          <a:bodyPr lIns="252000" tIns="252000" rIns="252000" bIns="252000">
            <a:normAutofit/>
          </a:bodyPr>
          <a:lstStyle>
            <a:lvl1pPr marL="216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648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936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29B8138-E5DD-46B6-B9A4-AF18C44167B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54F0B93-C268-47E0-AF31-7736AC8CD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9" name="Inhaltsplatzhalter 4">
            <a:extLst>
              <a:ext uri="{FF2B5EF4-FFF2-40B4-BE49-F238E27FC236}">
                <a16:creationId xmlns:a16="http://schemas.microsoft.com/office/drawing/2014/main" id="{B1536DE2-8B0F-5E93-B39C-6B78FF4A381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395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boxen bu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1211E5DD-46CD-42EE-93D0-3CA5C2C949A2}"/>
              </a:ext>
            </a:extLst>
          </p:cNvPr>
          <p:cNvSpPr/>
          <p:nvPr userDrawn="1"/>
        </p:nvSpPr>
        <p:spPr>
          <a:xfrm>
            <a:off x="373380" y="6355081"/>
            <a:ext cx="918210" cy="4096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sp>
        <p:nvSpPr>
          <p:cNvPr id="16" name="Textplatzhalter 8">
            <a:extLst>
              <a:ext uri="{FF2B5EF4-FFF2-40B4-BE49-F238E27FC236}">
                <a16:creationId xmlns:a16="http://schemas.microsoft.com/office/drawing/2014/main" id="{24180EB1-DEC0-480B-8D8B-87A02A71DE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18E76D78-0AD1-4B10-A76B-C8CC570F6B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" hasCustomPrompt="1"/>
          </p:nvPr>
        </p:nvSpPr>
        <p:spPr bwMode="gray">
          <a:xfrm>
            <a:off x="361950" y="1376363"/>
            <a:ext cx="5544000" cy="576000"/>
          </a:xfrm>
          <a:solidFill>
            <a:srgbClr val="F67F44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4" name="Inhalt 1"/>
          <p:cNvSpPr>
            <a:spLocks noGrp="1"/>
          </p:cNvSpPr>
          <p:nvPr>
            <p:ph sz="half" idx="2"/>
          </p:nvPr>
        </p:nvSpPr>
        <p:spPr bwMode="gray">
          <a:xfrm>
            <a:off x="361949" y="1951047"/>
            <a:ext cx="5544000" cy="4041309"/>
          </a:xfrm>
          <a:solidFill>
            <a:srgbClr val="F67F44"/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8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800">
                <a:solidFill>
                  <a:schemeClr val="bg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bg2"/>
                </a:solidFill>
              </a:defRPr>
            </a:lvl3pPr>
            <a:lvl4pPr>
              <a:buClr>
                <a:schemeClr val="bg1"/>
              </a:buClr>
              <a:defRPr sz="1800">
                <a:solidFill>
                  <a:schemeClr val="bg2"/>
                </a:solidFill>
              </a:defRPr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5" name="Text 2"/>
          <p:cNvSpPr>
            <a:spLocks noGrp="1"/>
          </p:cNvSpPr>
          <p:nvPr>
            <p:ph type="body" sz="quarter" idx="3" hasCustomPrompt="1"/>
          </p:nvPr>
        </p:nvSpPr>
        <p:spPr bwMode="gray">
          <a:xfrm>
            <a:off x="6286050" y="1376363"/>
            <a:ext cx="5544000" cy="576000"/>
          </a:xfrm>
          <a:solidFill>
            <a:srgbClr val="F67F44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6" name="Inhalt 2"/>
          <p:cNvSpPr>
            <a:spLocks noGrp="1"/>
          </p:cNvSpPr>
          <p:nvPr>
            <p:ph sz="quarter" idx="4"/>
          </p:nvPr>
        </p:nvSpPr>
        <p:spPr bwMode="gray">
          <a:xfrm>
            <a:off x="6286050" y="1951047"/>
            <a:ext cx="5544000" cy="4056053"/>
          </a:xfrm>
          <a:solidFill>
            <a:srgbClr val="F67F44"/>
          </a:solidFill>
        </p:spPr>
        <p:txBody>
          <a:bodyPr lIns="252000" tIns="252000" rIns="252000" bIns="252000">
            <a:normAutofit/>
          </a:bodyPr>
          <a:lstStyle>
            <a:lvl1pPr marL="216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648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936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29B8138-E5DD-46B6-B9A4-AF18C44167B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54F0B93-C268-47E0-AF31-7736AC8CD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2" name="Inhaltsplatzhalter 4">
            <a:extLst>
              <a:ext uri="{FF2B5EF4-FFF2-40B4-BE49-F238E27FC236}">
                <a16:creationId xmlns:a16="http://schemas.microsoft.com/office/drawing/2014/main" id="{D9B38536-2708-C486-F7CC-0358C7EE6E8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61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boxen bunt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1211E5DD-46CD-42EE-93D0-3CA5C2C949A2}"/>
              </a:ext>
            </a:extLst>
          </p:cNvPr>
          <p:cNvSpPr/>
          <p:nvPr userDrawn="1"/>
        </p:nvSpPr>
        <p:spPr>
          <a:xfrm>
            <a:off x="373380" y="6355081"/>
            <a:ext cx="918210" cy="40968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sp>
        <p:nvSpPr>
          <p:cNvPr id="16" name="Textplatzhalter 8">
            <a:extLst>
              <a:ext uri="{FF2B5EF4-FFF2-40B4-BE49-F238E27FC236}">
                <a16:creationId xmlns:a16="http://schemas.microsoft.com/office/drawing/2014/main" id="{24180EB1-DEC0-480B-8D8B-87A02A71DE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18E76D78-0AD1-4B10-A76B-C8CC570F6B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" hasCustomPrompt="1"/>
          </p:nvPr>
        </p:nvSpPr>
        <p:spPr bwMode="gray">
          <a:xfrm>
            <a:off x="361950" y="1376363"/>
            <a:ext cx="5544000" cy="576000"/>
          </a:xfrm>
          <a:solidFill>
            <a:srgbClr val="EC4E86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4" name="Inhalt 1"/>
          <p:cNvSpPr>
            <a:spLocks noGrp="1"/>
          </p:cNvSpPr>
          <p:nvPr>
            <p:ph sz="half" idx="2"/>
          </p:nvPr>
        </p:nvSpPr>
        <p:spPr bwMode="gray">
          <a:xfrm>
            <a:off x="361949" y="1951048"/>
            <a:ext cx="5544000" cy="4053962"/>
          </a:xfrm>
          <a:solidFill>
            <a:srgbClr val="EC4E86"/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8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800">
                <a:solidFill>
                  <a:schemeClr val="bg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bg2"/>
                </a:solidFill>
              </a:defRPr>
            </a:lvl3pPr>
            <a:lvl4pPr>
              <a:buClr>
                <a:schemeClr val="bg1"/>
              </a:buClr>
              <a:defRPr sz="1800">
                <a:solidFill>
                  <a:schemeClr val="bg2"/>
                </a:solidFill>
              </a:defRPr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5" name="Text 2"/>
          <p:cNvSpPr>
            <a:spLocks noGrp="1"/>
          </p:cNvSpPr>
          <p:nvPr>
            <p:ph type="body" sz="quarter" idx="3" hasCustomPrompt="1"/>
          </p:nvPr>
        </p:nvSpPr>
        <p:spPr bwMode="gray">
          <a:xfrm>
            <a:off x="6286050" y="1376363"/>
            <a:ext cx="5544000" cy="576000"/>
          </a:xfrm>
          <a:solidFill>
            <a:srgbClr val="EC4E86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6" name="Inhalt 2"/>
          <p:cNvSpPr>
            <a:spLocks noGrp="1"/>
          </p:cNvSpPr>
          <p:nvPr>
            <p:ph sz="quarter" idx="4"/>
          </p:nvPr>
        </p:nvSpPr>
        <p:spPr bwMode="gray">
          <a:xfrm>
            <a:off x="6286050" y="1951047"/>
            <a:ext cx="5544000" cy="4068753"/>
          </a:xfrm>
          <a:solidFill>
            <a:srgbClr val="EC4E86"/>
          </a:solidFill>
        </p:spPr>
        <p:txBody>
          <a:bodyPr lIns="252000" tIns="252000" rIns="252000" bIns="252000">
            <a:normAutofit/>
          </a:bodyPr>
          <a:lstStyle>
            <a:lvl1pPr marL="216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648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936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29B8138-E5DD-46B6-B9A4-AF18C44167B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54F0B93-C268-47E0-AF31-7736AC8CD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2" name="Inhaltsplatzhalter 4">
            <a:extLst>
              <a:ext uri="{FF2B5EF4-FFF2-40B4-BE49-F238E27FC236}">
                <a16:creationId xmlns:a16="http://schemas.microsoft.com/office/drawing/2014/main" id="{C4D8226E-428A-46B2-94C8-8E52F59C3C3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727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boxen bunt 4">
    <p:bg>
      <p:bgPr>
        <a:solidFill>
          <a:srgbClr val="1971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1211E5DD-46CD-42EE-93D0-3CA5C2C949A2}"/>
              </a:ext>
            </a:extLst>
          </p:cNvPr>
          <p:cNvSpPr/>
          <p:nvPr userDrawn="1"/>
        </p:nvSpPr>
        <p:spPr>
          <a:xfrm>
            <a:off x="373380" y="6355081"/>
            <a:ext cx="918210" cy="409686"/>
          </a:xfrm>
          <a:prstGeom prst="rect">
            <a:avLst/>
          </a:prstGeom>
          <a:solidFill>
            <a:srgbClr val="1971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sp>
        <p:nvSpPr>
          <p:cNvPr id="16" name="Textplatzhalter 8">
            <a:extLst>
              <a:ext uri="{FF2B5EF4-FFF2-40B4-BE49-F238E27FC236}">
                <a16:creationId xmlns:a16="http://schemas.microsoft.com/office/drawing/2014/main" id="{24180EB1-DEC0-480B-8D8B-87A02A71DE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18E76D78-0AD1-4B10-A76B-C8CC570F6B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" hasCustomPrompt="1"/>
          </p:nvPr>
        </p:nvSpPr>
        <p:spPr bwMode="gray">
          <a:xfrm>
            <a:off x="361950" y="1376363"/>
            <a:ext cx="5544000" cy="576000"/>
          </a:xfrm>
          <a:solidFill>
            <a:srgbClr val="268DE2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4" name="Inhalt 1"/>
          <p:cNvSpPr>
            <a:spLocks noGrp="1"/>
          </p:cNvSpPr>
          <p:nvPr>
            <p:ph sz="half" idx="2"/>
          </p:nvPr>
        </p:nvSpPr>
        <p:spPr bwMode="gray">
          <a:xfrm>
            <a:off x="361949" y="1951048"/>
            <a:ext cx="5544000" cy="4079270"/>
          </a:xfrm>
          <a:solidFill>
            <a:srgbClr val="268DE2"/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8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800">
                <a:solidFill>
                  <a:schemeClr val="bg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bg2"/>
                </a:solidFill>
              </a:defRPr>
            </a:lvl3pPr>
            <a:lvl4pPr>
              <a:buClr>
                <a:schemeClr val="bg1"/>
              </a:buClr>
              <a:defRPr sz="1800">
                <a:solidFill>
                  <a:schemeClr val="bg2"/>
                </a:solidFill>
              </a:defRPr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5" name="Text 2"/>
          <p:cNvSpPr>
            <a:spLocks noGrp="1"/>
          </p:cNvSpPr>
          <p:nvPr>
            <p:ph type="body" sz="quarter" idx="3" hasCustomPrompt="1"/>
          </p:nvPr>
        </p:nvSpPr>
        <p:spPr bwMode="gray">
          <a:xfrm>
            <a:off x="6286050" y="1376363"/>
            <a:ext cx="5544000" cy="576000"/>
          </a:xfrm>
          <a:solidFill>
            <a:srgbClr val="268DE2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6" name="Inhalt 2"/>
          <p:cNvSpPr>
            <a:spLocks noGrp="1"/>
          </p:cNvSpPr>
          <p:nvPr>
            <p:ph sz="quarter" idx="4"/>
          </p:nvPr>
        </p:nvSpPr>
        <p:spPr bwMode="gray">
          <a:xfrm>
            <a:off x="6286050" y="1951047"/>
            <a:ext cx="5544000" cy="4094153"/>
          </a:xfrm>
          <a:solidFill>
            <a:srgbClr val="268DE2"/>
          </a:solidFill>
        </p:spPr>
        <p:txBody>
          <a:bodyPr lIns="252000" tIns="252000" rIns="252000" bIns="252000">
            <a:normAutofit/>
          </a:bodyPr>
          <a:lstStyle>
            <a:lvl1pPr marL="216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648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936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29B8138-E5DD-46B6-B9A4-AF18C44167B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54F0B93-C268-47E0-AF31-7736AC8CD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2" name="Inhaltsplatzhalter 4">
            <a:extLst>
              <a:ext uri="{FF2B5EF4-FFF2-40B4-BE49-F238E27FC236}">
                <a16:creationId xmlns:a16="http://schemas.microsoft.com/office/drawing/2014/main" id="{6B882CBE-6814-4AC0-4F0E-A6E012EF452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564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boxen bunt 5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1211E5DD-46CD-42EE-93D0-3CA5C2C949A2}"/>
              </a:ext>
            </a:extLst>
          </p:cNvPr>
          <p:cNvSpPr/>
          <p:nvPr userDrawn="1"/>
        </p:nvSpPr>
        <p:spPr>
          <a:xfrm>
            <a:off x="373380" y="6355081"/>
            <a:ext cx="918210" cy="40968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sp>
        <p:nvSpPr>
          <p:cNvPr id="16" name="Textplatzhalter 8">
            <a:extLst>
              <a:ext uri="{FF2B5EF4-FFF2-40B4-BE49-F238E27FC236}">
                <a16:creationId xmlns:a16="http://schemas.microsoft.com/office/drawing/2014/main" id="{24180EB1-DEC0-480B-8D8B-87A02A71DE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18E76D78-0AD1-4B10-A76B-C8CC570F6B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" hasCustomPrompt="1"/>
          </p:nvPr>
        </p:nvSpPr>
        <p:spPr bwMode="gray">
          <a:xfrm>
            <a:off x="361950" y="1376363"/>
            <a:ext cx="5544000" cy="576000"/>
          </a:xfrm>
          <a:solidFill>
            <a:srgbClr val="50B8E2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4" name="Inhalt 1"/>
          <p:cNvSpPr>
            <a:spLocks noGrp="1"/>
          </p:cNvSpPr>
          <p:nvPr>
            <p:ph sz="half" idx="2"/>
          </p:nvPr>
        </p:nvSpPr>
        <p:spPr bwMode="gray">
          <a:xfrm>
            <a:off x="361949" y="1951048"/>
            <a:ext cx="5544000" cy="4091924"/>
          </a:xfrm>
          <a:solidFill>
            <a:srgbClr val="50B8E2"/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8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800">
                <a:solidFill>
                  <a:schemeClr val="bg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bg2"/>
                </a:solidFill>
              </a:defRPr>
            </a:lvl3pPr>
            <a:lvl4pPr>
              <a:buClr>
                <a:schemeClr val="bg1"/>
              </a:buClr>
              <a:defRPr sz="1800">
                <a:solidFill>
                  <a:schemeClr val="bg2"/>
                </a:solidFill>
              </a:defRPr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5" name="Text 2"/>
          <p:cNvSpPr>
            <a:spLocks noGrp="1"/>
          </p:cNvSpPr>
          <p:nvPr>
            <p:ph type="body" sz="quarter" idx="3" hasCustomPrompt="1"/>
          </p:nvPr>
        </p:nvSpPr>
        <p:spPr bwMode="gray">
          <a:xfrm>
            <a:off x="6286050" y="1376363"/>
            <a:ext cx="5544000" cy="576000"/>
          </a:xfrm>
          <a:solidFill>
            <a:srgbClr val="50B8E2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6" name="Inhalt 2"/>
          <p:cNvSpPr>
            <a:spLocks noGrp="1"/>
          </p:cNvSpPr>
          <p:nvPr>
            <p:ph sz="quarter" idx="4"/>
          </p:nvPr>
        </p:nvSpPr>
        <p:spPr bwMode="gray">
          <a:xfrm>
            <a:off x="6286050" y="1951047"/>
            <a:ext cx="5544000" cy="4106853"/>
          </a:xfrm>
          <a:solidFill>
            <a:srgbClr val="50B8E2"/>
          </a:solidFill>
        </p:spPr>
        <p:txBody>
          <a:bodyPr lIns="252000" tIns="252000" rIns="252000" bIns="252000">
            <a:normAutofit/>
          </a:bodyPr>
          <a:lstStyle>
            <a:lvl1pPr marL="216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648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936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29B8138-E5DD-46B6-B9A4-AF18C44167B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54F0B93-C268-47E0-AF31-7736AC8CD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2" name="Inhaltsplatzhalter 4">
            <a:extLst>
              <a:ext uri="{FF2B5EF4-FFF2-40B4-BE49-F238E27FC236}">
                <a16:creationId xmlns:a16="http://schemas.microsoft.com/office/drawing/2014/main" id="{1362D4F3-534A-CE8A-CA16-83CADB46A4D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32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boxen bunt 6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1211E5DD-46CD-42EE-93D0-3CA5C2C949A2}"/>
              </a:ext>
            </a:extLst>
          </p:cNvPr>
          <p:cNvSpPr/>
          <p:nvPr userDrawn="1"/>
        </p:nvSpPr>
        <p:spPr>
          <a:xfrm>
            <a:off x="373380" y="6355081"/>
            <a:ext cx="918210" cy="40968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sp>
        <p:nvSpPr>
          <p:cNvPr id="16" name="Textplatzhalter 8">
            <a:extLst>
              <a:ext uri="{FF2B5EF4-FFF2-40B4-BE49-F238E27FC236}">
                <a16:creationId xmlns:a16="http://schemas.microsoft.com/office/drawing/2014/main" id="{24180EB1-DEC0-480B-8D8B-87A02A71DE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18E76D78-0AD1-4B10-A76B-C8CC570F6B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" hasCustomPrompt="1"/>
          </p:nvPr>
        </p:nvSpPr>
        <p:spPr bwMode="gray">
          <a:xfrm>
            <a:off x="361950" y="1376363"/>
            <a:ext cx="5544000" cy="576000"/>
          </a:xfrm>
          <a:solidFill>
            <a:srgbClr val="40C2BC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4" name="Inhalt 1"/>
          <p:cNvSpPr>
            <a:spLocks noGrp="1"/>
          </p:cNvSpPr>
          <p:nvPr>
            <p:ph sz="half" idx="2"/>
          </p:nvPr>
        </p:nvSpPr>
        <p:spPr bwMode="gray">
          <a:xfrm>
            <a:off x="361949" y="1951048"/>
            <a:ext cx="5544000" cy="4079270"/>
          </a:xfrm>
          <a:solidFill>
            <a:srgbClr val="40C2BC"/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8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800">
                <a:solidFill>
                  <a:schemeClr val="bg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bg2"/>
                </a:solidFill>
              </a:defRPr>
            </a:lvl3pPr>
            <a:lvl4pPr>
              <a:buClr>
                <a:schemeClr val="bg1"/>
              </a:buClr>
              <a:defRPr sz="1800">
                <a:solidFill>
                  <a:schemeClr val="bg2"/>
                </a:solidFill>
              </a:defRPr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5" name="Text 2"/>
          <p:cNvSpPr>
            <a:spLocks noGrp="1"/>
          </p:cNvSpPr>
          <p:nvPr>
            <p:ph type="body" sz="quarter" idx="3" hasCustomPrompt="1"/>
          </p:nvPr>
        </p:nvSpPr>
        <p:spPr bwMode="gray">
          <a:xfrm>
            <a:off x="6286050" y="1376363"/>
            <a:ext cx="5544000" cy="576000"/>
          </a:xfrm>
          <a:solidFill>
            <a:srgbClr val="40C2BC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6" name="Inhalt 2"/>
          <p:cNvSpPr>
            <a:spLocks noGrp="1"/>
          </p:cNvSpPr>
          <p:nvPr>
            <p:ph sz="quarter" idx="4"/>
          </p:nvPr>
        </p:nvSpPr>
        <p:spPr bwMode="gray">
          <a:xfrm>
            <a:off x="6286050" y="1951047"/>
            <a:ext cx="5544000" cy="4094153"/>
          </a:xfrm>
          <a:solidFill>
            <a:srgbClr val="40C2BC"/>
          </a:solidFill>
        </p:spPr>
        <p:txBody>
          <a:bodyPr lIns="252000" tIns="252000" rIns="252000" bIns="252000">
            <a:normAutofit/>
          </a:bodyPr>
          <a:lstStyle>
            <a:lvl1pPr marL="216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648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936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29B8138-E5DD-46B6-B9A4-AF18C44167B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54F0B93-C268-47E0-AF31-7736AC8CD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2" name="Inhaltsplatzhalter 4">
            <a:extLst>
              <a:ext uri="{FF2B5EF4-FFF2-40B4-BE49-F238E27FC236}">
                <a16:creationId xmlns:a16="http://schemas.microsoft.com/office/drawing/2014/main" id="{4B4BB8BD-DB42-5E9E-E4ED-F1170E09133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313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boxen bunt 7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1211E5DD-46CD-42EE-93D0-3CA5C2C949A2}"/>
              </a:ext>
            </a:extLst>
          </p:cNvPr>
          <p:cNvSpPr/>
          <p:nvPr userDrawn="1"/>
        </p:nvSpPr>
        <p:spPr>
          <a:xfrm>
            <a:off x="373380" y="6355081"/>
            <a:ext cx="918210" cy="40968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sp>
        <p:nvSpPr>
          <p:cNvPr id="16" name="Textplatzhalter 8">
            <a:extLst>
              <a:ext uri="{FF2B5EF4-FFF2-40B4-BE49-F238E27FC236}">
                <a16:creationId xmlns:a16="http://schemas.microsoft.com/office/drawing/2014/main" id="{24180EB1-DEC0-480B-8D8B-87A02A71DE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18E76D78-0AD1-4B10-A76B-C8CC570F6B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" hasCustomPrompt="1"/>
          </p:nvPr>
        </p:nvSpPr>
        <p:spPr bwMode="gray">
          <a:xfrm>
            <a:off x="361950" y="1376363"/>
            <a:ext cx="5544000" cy="576000"/>
          </a:xfrm>
          <a:solidFill>
            <a:srgbClr val="00C057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4" name="Inhalt 1"/>
          <p:cNvSpPr>
            <a:spLocks noGrp="1"/>
          </p:cNvSpPr>
          <p:nvPr>
            <p:ph sz="half" idx="2"/>
          </p:nvPr>
        </p:nvSpPr>
        <p:spPr bwMode="gray">
          <a:xfrm>
            <a:off x="361949" y="1951048"/>
            <a:ext cx="5544000" cy="4066616"/>
          </a:xfrm>
          <a:solidFill>
            <a:srgbClr val="00C057"/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8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800">
                <a:solidFill>
                  <a:schemeClr val="bg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bg2"/>
                </a:solidFill>
              </a:defRPr>
            </a:lvl3pPr>
            <a:lvl4pPr>
              <a:buClr>
                <a:schemeClr val="bg1"/>
              </a:buClr>
              <a:defRPr sz="1800">
                <a:solidFill>
                  <a:schemeClr val="bg2"/>
                </a:solidFill>
              </a:defRPr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5" name="Text 2"/>
          <p:cNvSpPr>
            <a:spLocks noGrp="1"/>
          </p:cNvSpPr>
          <p:nvPr>
            <p:ph type="body" sz="quarter" idx="3" hasCustomPrompt="1"/>
          </p:nvPr>
        </p:nvSpPr>
        <p:spPr bwMode="gray">
          <a:xfrm>
            <a:off x="6286050" y="1376363"/>
            <a:ext cx="5544000" cy="576000"/>
          </a:xfrm>
          <a:solidFill>
            <a:srgbClr val="00C057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6" name="Inhalt 2"/>
          <p:cNvSpPr>
            <a:spLocks noGrp="1"/>
          </p:cNvSpPr>
          <p:nvPr>
            <p:ph sz="quarter" idx="4"/>
          </p:nvPr>
        </p:nvSpPr>
        <p:spPr bwMode="gray">
          <a:xfrm>
            <a:off x="6286050" y="1951047"/>
            <a:ext cx="5544000" cy="4081453"/>
          </a:xfrm>
          <a:solidFill>
            <a:srgbClr val="00C057"/>
          </a:solidFill>
        </p:spPr>
        <p:txBody>
          <a:bodyPr lIns="252000" tIns="252000" rIns="252000" bIns="252000">
            <a:normAutofit/>
          </a:bodyPr>
          <a:lstStyle>
            <a:lvl1pPr marL="216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648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936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29B8138-E5DD-46B6-B9A4-AF18C44167B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54F0B93-C268-47E0-AF31-7736AC8CD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2" name="Inhaltsplatzhalter 4">
            <a:extLst>
              <a:ext uri="{FF2B5EF4-FFF2-40B4-BE49-F238E27FC236}">
                <a16:creationId xmlns:a16="http://schemas.microsoft.com/office/drawing/2014/main" id="{D45473AE-4308-6AC1-3703-D6E80BB9EB1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658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boxen bunt 8">
    <p:bg>
      <p:bgPr>
        <a:solidFill>
          <a:srgbClr val="8BBF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1211E5DD-46CD-42EE-93D0-3CA5C2C949A2}"/>
              </a:ext>
            </a:extLst>
          </p:cNvPr>
          <p:cNvSpPr/>
          <p:nvPr userDrawn="1"/>
        </p:nvSpPr>
        <p:spPr>
          <a:xfrm>
            <a:off x="373380" y="6355081"/>
            <a:ext cx="918210" cy="409686"/>
          </a:xfrm>
          <a:prstGeom prst="rect">
            <a:avLst/>
          </a:prstGeom>
          <a:solidFill>
            <a:srgbClr val="8BBF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 err="1"/>
          </a:p>
        </p:txBody>
      </p:sp>
      <p:sp>
        <p:nvSpPr>
          <p:cNvPr id="16" name="Textplatzhalter 8">
            <a:extLst>
              <a:ext uri="{FF2B5EF4-FFF2-40B4-BE49-F238E27FC236}">
                <a16:creationId xmlns:a16="http://schemas.microsoft.com/office/drawing/2014/main" id="{24180EB1-DEC0-480B-8D8B-87A02A71DE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18E76D78-0AD1-4B10-A76B-C8CC570F6B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" hasCustomPrompt="1"/>
          </p:nvPr>
        </p:nvSpPr>
        <p:spPr bwMode="gray">
          <a:xfrm>
            <a:off x="361950" y="1376363"/>
            <a:ext cx="5544000" cy="576000"/>
          </a:xfrm>
          <a:solidFill>
            <a:srgbClr val="A0D565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4" name="Inhalt 1"/>
          <p:cNvSpPr>
            <a:spLocks noGrp="1"/>
          </p:cNvSpPr>
          <p:nvPr>
            <p:ph sz="half" idx="2"/>
          </p:nvPr>
        </p:nvSpPr>
        <p:spPr bwMode="gray">
          <a:xfrm>
            <a:off x="361949" y="1951048"/>
            <a:ext cx="5544000" cy="4053962"/>
          </a:xfrm>
          <a:solidFill>
            <a:srgbClr val="A0D565"/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8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800">
                <a:solidFill>
                  <a:schemeClr val="bg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bg2"/>
                </a:solidFill>
              </a:defRPr>
            </a:lvl3pPr>
            <a:lvl4pPr>
              <a:buClr>
                <a:schemeClr val="bg1"/>
              </a:buClr>
              <a:defRPr sz="1800">
                <a:solidFill>
                  <a:schemeClr val="bg2"/>
                </a:solidFill>
              </a:defRPr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5" name="Text 2"/>
          <p:cNvSpPr>
            <a:spLocks noGrp="1"/>
          </p:cNvSpPr>
          <p:nvPr>
            <p:ph type="body" sz="quarter" idx="3" hasCustomPrompt="1"/>
          </p:nvPr>
        </p:nvSpPr>
        <p:spPr bwMode="gray">
          <a:xfrm>
            <a:off x="6286050" y="1376363"/>
            <a:ext cx="5544000" cy="576000"/>
          </a:xfrm>
          <a:solidFill>
            <a:srgbClr val="A0D565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6" name="Inhalt 2"/>
          <p:cNvSpPr>
            <a:spLocks noGrp="1"/>
          </p:cNvSpPr>
          <p:nvPr>
            <p:ph sz="quarter" idx="4"/>
          </p:nvPr>
        </p:nvSpPr>
        <p:spPr bwMode="gray">
          <a:xfrm>
            <a:off x="6286050" y="1951047"/>
            <a:ext cx="5544000" cy="4068753"/>
          </a:xfrm>
          <a:solidFill>
            <a:srgbClr val="A0D565"/>
          </a:solidFill>
        </p:spPr>
        <p:txBody>
          <a:bodyPr lIns="252000" tIns="252000" rIns="252000" bIns="252000">
            <a:normAutofit/>
          </a:bodyPr>
          <a:lstStyle>
            <a:lvl1pPr marL="216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648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936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29B8138-E5DD-46B6-B9A4-AF18C44167B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54F0B93-C268-47E0-AF31-7736AC8CD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2" name="Inhaltsplatzhalter 4">
            <a:extLst>
              <a:ext uri="{FF2B5EF4-FFF2-40B4-BE49-F238E27FC236}">
                <a16:creationId xmlns:a16="http://schemas.microsoft.com/office/drawing/2014/main" id="{3B764FF1-4740-BD4B-1260-87A993762E1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166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boxe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E2F91D99-856D-4956-A4A4-09902B7131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92000" cy="1132596"/>
          </a:xfrm>
          <a:custGeom>
            <a:avLst/>
            <a:gdLst>
              <a:gd name="connsiteX0" fmla="*/ 11311650 w 12192000"/>
              <a:gd name="connsiteY0" fmla="*/ 263961 h 1132596"/>
              <a:gd name="connsiteX1" fmla="*/ 11311650 w 12192000"/>
              <a:gd name="connsiteY1" fmla="*/ 782361 h 1132596"/>
              <a:gd name="connsiteX2" fmla="*/ 11830050 w 12192000"/>
              <a:gd name="connsiteY2" fmla="*/ 782361 h 1132596"/>
              <a:gd name="connsiteX3" fmla="*/ 11830050 w 12192000"/>
              <a:gd name="connsiteY3" fmla="*/ 263961 h 1132596"/>
              <a:gd name="connsiteX4" fmla="*/ 0 w 12192000"/>
              <a:gd name="connsiteY4" fmla="*/ 0 h 1132596"/>
              <a:gd name="connsiteX5" fmla="*/ 12192000 w 12192000"/>
              <a:gd name="connsiteY5" fmla="*/ 0 h 1132596"/>
              <a:gd name="connsiteX6" fmla="*/ 12192000 w 12192000"/>
              <a:gd name="connsiteY6" fmla="*/ 1132596 h 1132596"/>
              <a:gd name="connsiteX7" fmla="*/ 0 w 12192000"/>
              <a:gd name="connsiteY7" fmla="*/ 1132596 h 113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132596">
                <a:moveTo>
                  <a:pt x="11311650" y="263961"/>
                </a:moveTo>
                <a:lnTo>
                  <a:pt x="11311650" y="782361"/>
                </a:lnTo>
                <a:lnTo>
                  <a:pt x="11830050" y="782361"/>
                </a:lnTo>
                <a:lnTo>
                  <a:pt x="11830050" y="2639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132596"/>
                </a:lnTo>
                <a:lnTo>
                  <a:pt x="0" y="1132596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 </a:t>
            </a:r>
          </a:p>
        </p:txBody>
      </p:sp>
      <p:sp>
        <p:nvSpPr>
          <p:cNvPr id="16" name="Textplatzhalter 8">
            <a:extLst>
              <a:ext uri="{FF2B5EF4-FFF2-40B4-BE49-F238E27FC236}">
                <a16:creationId xmlns:a16="http://schemas.microsoft.com/office/drawing/2014/main" id="{24180EB1-DEC0-480B-8D8B-87A02A71DE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18E76D78-0AD1-4B10-A76B-C8CC570F6B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" hasCustomPrompt="1"/>
          </p:nvPr>
        </p:nvSpPr>
        <p:spPr bwMode="gray">
          <a:xfrm>
            <a:off x="361950" y="1376363"/>
            <a:ext cx="5544000" cy="576000"/>
          </a:xfrm>
          <a:solidFill>
            <a:srgbClr val="BBB323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4" name="Inhalt 1"/>
          <p:cNvSpPr>
            <a:spLocks noGrp="1"/>
          </p:cNvSpPr>
          <p:nvPr>
            <p:ph sz="half" idx="2"/>
          </p:nvPr>
        </p:nvSpPr>
        <p:spPr bwMode="gray">
          <a:xfrm>
            <a:off x="361949" y="1951048"/>
            <a:ext cx="5544000" cy="4094652"/>
          </a:xfrm>
          <a:solidFill>
            <a:srgbClr val="BBB323">
              <a:alpha val="75000"/>
            </a:srgbClr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8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800">
                <a:solidFill>
                  <a:schemeClr val="bg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bg2"/>
                </a:solidFill>
              </a:defRPr>
            </a:lvl3pPr>
            <a:lvl4pPr>
              <a:buClr>
                <a:schemeClr val="bg1"/>
              </a:buClr>
              <a:defRPr sz="1800">
                <a:solidFill>
                  <a:schemeClr val="bg2"/>
                </a:solidFill>
              </a:defRPr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5" name="Text 2"/>
          <p:cNvSpPr>
            <a:spLocks noGrp="1"/>
          </p:cNvSpPr>
          <p:nvPr>
            <p:ph type="body" sz="quarter" idx="3" hasCustomPrompt="1"/>
          </p:nvPr>
        </p:nvSpPr>
        <p:spPr bwMode="gray">
          <a:xfrm>
            <a:off x="6286050" y="1376363"/>
            <a:ext cx="5544000" cy="576000"/>
          </a:xfrm>
          <a:solidFill>
            <a:srgbClr val="F8485E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6" name="Inhalt 2"/>
          <p:cNvSpPr>
            <a:spLocks noGrp="1"/>
          </p:cNvSpPr>
          <p:nvPr>
            <p:ph sz="quarter" idx="4"/>
          </p:nvPr>
        </p:nvSpPr>
        <p:spPr bwMode="gray">
          <a:xfrm>
            <a:off x="6286050" y="1951047"/>
            <a:ext cx="5544000" cy="4109591"/>
          </a:xfrm>
          <a:solidFill>
            <a:srgbClr val="F8485E">
              <a:alpha val="75000"/>
            </a:srgbClr>
          </a:solidFill>
        </p:spPr>
        <p:txBody>
          <a:bodyPr lIns="252000" tIns="252000" rIns="252000" bIns="252000">
            <a:normAutofit/>
          </a:bodyPr>
          <a:lstStyle>
            <a:lvl1pPr marL="216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648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936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29B8138-E5DD-46B6-B9A4-AF18C44167B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54F0B93-C268-47E0-AF31-7736AC8CD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7" name="Inhaltsplatzhalter 4">
            <a:extLst>
              <a:ext uri="{FF2B5EF4-FFF2-40B4-BE49-F238E27FC236}">
                <a16:creationId xmlns:a16="http://schemas.microsoft.com/office/drawing/2014/main" id="{92613733-2139-AFA8-271F-E5EAB867494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6154772"/>
            <a:ext cx="847090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909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box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E2F91D99-856D-4956-A4A4-09902B7131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92000" cy="1132596"/>
          </a:xfrm>
          <a:custGeom>
            <a:avLst/>
            <a:gdLst>
              <a:gd name="connsiteX0" fmla="*/ 11311650 w 12192000"/>
              <a:gd name="connsiteY0" fmla="*/ 263961 h 1132596"/>
              <a:gd name="connsiteX1" fmla="*/ 11311650 w 12192000"/>
              <a:gd name="connsiteY1" fmla="*/ 782361 h 1132596"/>
              <a:gd name="connsiteX2" fmla="*/ 11830050 w 12192000"/>
              <a:gd name="connsiteY2" fmla="*/ 782361 h 1132596"/>
              <a:gd name="connsiteX3" fmla="*/ 11830050 w 12192000"/>
              <a:gd name="connsiteY3" fmla="*/ 263961 h 1132596"/>
              <a:gd name="connsiteX4" fmla="*/ 0 w 12192000"/>
              <a:gd name="connsiteY4" fmla="*/ 0 h 1132596"/>
              <a:gd name="connsiteX5" fmla="*/ 12192000 w 12192000"/>
              <a:gd name="connsiteY5" fmla="*/ 0 h 1132596"/>
              <a:gd name="connsiteX6" fmla="*/ 12192000 w 12192000"/>
              <a:gd name="connsiteY6" fmla="*/ 1132596 h 1132596"/>
              <a:gd name="connsiteX7" fmla="*/ 0 w 12192000"/>
              <a:gd name="connsiteY7" fmla="*/ 1132596 h 113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132596">
                <a:moveTo>
                  <a:pt x="11311650" y="263961"/>
                </a:moveTo>
                <a:lnTo>
                  <a:pt x="11311650" y="782361"/>
                </a:lnTo>
                <a:lnTo>
                  <a:pt x="11830050" y="782361"/>
                </a:lnTo>
                <a:lnTo>
                  <a:pt x="11830050" y="2639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132596"/>
                </a:lnTo>
                <a:lnTo>
                  <a:pt x="0" y="1132596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 </a:t>
            </a:r>
          </a:p>
        </p:txBody>
      </p:sp>
      <p:sp>
        <p:nvSpPr>
          <p:cNvPr id="16" name="Textplatzhalter 8">
            <a:extLst>
              <a:ext uri="{FF2B5EF4-FFF2-40B4-BE49-F238E27FC236}">
                <a16:creationId xmlns:a16="http://schemas.microsoft.com/office/drawing/2014/main" id="{24180EB1-DEC0-480B-8D8B-87A02A71DE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18E76D78-0AD1-4B10-A76B-C8CC570F6B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" hasCustomPrompt="1"/>
          </p:nvPr>
        </p:nvSpPr>
        <p:spPr bwMode="gray">
          <a:xfrm>
            <a:off x="361950" y="1376363"/>
            <a:ext cx="5544000" cy="576000"/>
          </a:xfrm>
          <a:solidFill>
            <a:srgbClr val="8BBF40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4" name="Inhalt 1"/>
          <p:cNvSpPr>
            <a:spLocks noGrp="1"/>
          </p:cNvSpPr>
          <p:nvPr>
            <p:ph sz="half" idx="2"/>
          </p:nvPr>
        </p:nvSpPr>
        <p:spPr bwMode="gray">
          <a:xfrm>
            <a:off x="361949" y="1951048"/>
            <a:ext cx="5544000" cy="4094652"/>
          </a:xfrm>
          <a:solidFill>
            <a:srgbClr val="8BBF40">
              <a:alpha val="75000"/>
            </a:srgbClr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8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800">
                <a:solidFill>
                  <a:schemeClr val="bg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bg2"/>
                </a:solidFill>
              </a:defRPr>
            </a:lvl3pPr>
            <a:lvl4pPr>
              <a:buClr>
                <a:schemeClr val="bg1"/>
              </a:buClr>
              <a:defRPr sz="1800">
                <a:solidFill>
                  <a:schemeClr val="bg2"/>
                </a:solidFill>
              </a:defRPr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5" name="Text 2"/>
          <p:cNvSpPr>
            <a:spLocks noGrp="1"/>
          </p:cNvSpPr>
          <p:nvPr>
            <p:ph type="body" sz="quarter" idx="3" hasCustomPrompt="1"/>
          </p:nvPr>
        </p:nvSpPr>
        <p:spPr bwMode="gray">
          <a:xfrm>
            <a:off x="6286050" y="1376363"/>
            <a:ext cx="5544000" cy="576000"/>
          </a:xfrm>
          <a:solidFill>
            <a:schemeClr val="accent6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6" name="Inhalt 2"/>
          <p:cNvSpPr>
            <a:spLocks noGrp="1"/>
          </p:cNvSpPr>
          <p:nvPr>
            <p:ph sz="quarter" idx="4"/>
          </p:nvPr>
        </p:nvSpPr>
        <p:spPr bwMode="gray">
          <a:xfrm>
            <a:off x="6286050" y="1951047"/>
            <a:ext cx="5544000" cy="4109591"/>
          </a:xfrm>
          <a:solidFill>
            <a:schemeClr val="accent6">
              <a:alpha val="75000"/>
            </a:schemeClr>
          </a:solidFill>
        </p:spPr>
        <p:txBody>
          <a:bodyPr lIns="252000" tIns="252000" rIns="252000" bIns="252000">
            <a:normAutofit/>
          </a:bodyPr>
          <a:lstStyle>
            <a:lvl1pPr marL="216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648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936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29B8138-E5DD-46B6-B9A4-AF18C44167B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54F0B93-C268-47E0-AF31-7736AC8CD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7" name="Inhaltsplatzhalter 4">
            <a:extLst>
              <a:ext uri="{FF2B5EF4-FFF2-40B4-BE49-F238E27FC236}">
                <a16:creationId xmlns:a16="http://schemas.microsoft.com/office/drawing/2014/main" id="{94CA8C48-35EF-4EA4-0504-D4DB1B0ACA2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6154772"/>
            <a:ext cx="847090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579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boxe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E2F91D99-856D-4956-A4A4-09902B7131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92000" cy="1132596"/>
          </a:xfrm>
          <a:custGeom>
            <a:avLst/>
            <a:gdLst>
              <a:gd name="connsiteX0" fmla="*/ 11311650 w 12192000"/>
              <a:gd name="connsiteY0" fmla="*/ 263961 h 1132596"/>
              <a:gd name="connsiteX1" fmla="*/ 11311650 w 12192000"/>
              <a:gd name="connsiteY1" fmla="*/ 782361 h 1132596"/>
              <a:gd name="connsiteX2" fmla="*/ 11830050 w 12192000"/>
              <a:gd name="connsiteY2" fmla="*/ 782361 h 1132596"/>
              <a:gd name="connsiteX3" fmla="*/ 11830050 w 12192000"/>
              <a:gd name="connsiteY3" fmla="*/ 263961 h 1132596"/>
              <a:gd name="connsiteX4" fmla="*/ 0 w 12192000"/>
              <a:gd name="connsiteY4" fmla="*/ 0 h 1132596"/>
              <a:gd name="connsiteX5" fmla="*/ 12192000 w 12192000"/>
              <a:gd name="connsiteY5" fmla="*/ 0 h 1132596"/>
              <a:gd name="connsiteX6" fmla="*/ 12192000 w 12192000"/>
              <a:gd name="connsiteY6" fmla="*/ 1132596 h 1132596"/>
              <a:gd name="connsiteX7" fmla="*/ 0 w 12192000"/>
              <a:gd name="connsiteY7" fmla="*/ 1132596 h 113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132596">
                <a:moveTo>
                  <a:pt x="11311650" y="263961"/>
                </a:moveTo>
                <a:lnTo>
                  <a:pt x="11311650" y="782361"/>
                </a:lnTo>
                <a:lnTo>
                  <a:pt x="11830050" y="782361"/>
                </a:lnTo>
                <a:lnTo>
                  <a:pt x="11830050" y="2639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132596"/>
                </a:lnTo>
                <a:lnTo>
                  <a:pt x="0" y="1132596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 </a:t>
            </a:r>
          </a:p>
        </p:txBody>
      </p:sp>
      <p:sp>
        <p:nvSpPr>
          <p:cNvPr id="16" name="Textplatzhalter 8">
            <a:extLst>
              <a:ext uri="{FF2B5EF4-FFF2-40B4-BE49-F238E27FC236}">
                <a16:creationId xmlns:a16="http://schemas.microsoft.com/office/drawing/2014/main" id="{24180EB1-DEC0-480B-8D8B-87A02A71DE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18E76D78-0AD1-4B10-A76B-C8CC570F6B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" hasCustomPrompt="1"/>
          </p:nvPr>
        </p:nvSpPr>
        <p:spPr bwMode="gray">
          <a:xfrm>
            <a:off x="361950" y="1376363"/>
            <a:ext cx="5544000" cy="576000"/>
          </a:xfrm>
          <a:solidFill>
            <a:srgbClr val="ED2722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4" name="Inhalt 1"/>
          <p:cNvSpPr>
            <a:spLocks noGrp="1"/>
          </p:cNvSpPr>
          <p:nvPr>
            <p:ph sz="half" idx="2"/>
          </p:nvPr>
        </p:nvSpPr>
        <p:spPr bwMode="gray">
          <a:xfrm>
            <a:off x="361949" y="1951048"/>
            <a:ext cx="5544000" cy="4094652"/>
          </a:xfrm>
          <a:solidFill>
            <a:srgbClr val="ED2722">
              <a:alpha val="75000"/>
            </a:srgbClr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8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800">
                <a:solidFill>
                  <a:schemeClr val="bg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bg2"/>
                </a:solidFill>
              </a:defRPr>
            </a:lvl3pPr>
            <a:lvl4pPr>
              <a:buClr>
                <a:schemeClr val="bg1"/>
              </a:buClr>
              <a:defRPr sz="1800">
                <a:solidFill>
                  <a:schemeClr val="bg2"/>
                </a:solidFill>
              </a:defRPr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5" name="Text 2"/>
          <p:cNvSpPr>
            <a:spLocks noGrp="1"/>
          </p:cNvSpPr>
          <p:nvPr>
            <p:ph type="body" sz="quarter" idx="3" hasCustomPrompt="1"/>
          </p:nvPr>
        </p:nvSpPr>
        <p:spPr bwMode="gray">
          <a:xfrm>
            <a:off x="6286050" y="1376363"/>
            <a:ext cx="5544000" cy="576000"/>
          </a:xfrm>
          <a:solidFill>
            <a:srgbClr val="6D0E4C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6" name="Inhalt 2"/>
          <p:cNvSpPr>
            <a:spLocks noGrp="1"/>
          </p:cNvSpPr>
          <p:nvPr>
            <p:ph sz="quarter" idx="4"/>
          </p:nvPr>
        </p:nvSpPr>
        <p:spPr bwMode="gray">
          <a:xfrm>
            <a:off x="6286050" y="1951047"/>
            <a:ext cx="5544000" cy="4109591"/>
          </a:xfrm>
          <a:solidFill>
            <a:srgbClr val="6D0E4C">
              <a:alpha val="75000"/>
            </a:srgbClr>
          </a:solidFill>
        </p:spPr>
        <p:txBody>
          <a:bodyPr lIns="252000" tIns="252000" rIns="252000" bIns="252000">
            <a:normAutofit/>
          </a:bodyPr>
          <a:lstStyle>
            <a:lvl1pPr marL="216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648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9360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29B8138-E5DD-46B6-B9A4-AF18C44167B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54F0B93-C268-47E0-AF31-7736AC8CD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7" name="Inhaltsplatzhalter 4">
            <a:extLst>
              <a:ext uri="{FF2B5EF4-FFF2-40B4-BE49-F238E27FC236}">
                <a16:creationId xmlns:a16="http://schemas.microsoft.com/office/drawing/2014/main" id="{491C69E4-01A2-ADB0-6A02-4602B34D7E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6154772"/>
            <a:ext cx="847090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48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boxe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5E6635EE-CD4B-42CA-BD02-664AF235D5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92000" cy="1132596"/>
          </a:xfrm>
          <a:custGeom>
            <a:avLst/>
            <a:gdLst>
              <a:gd name="connsiteX0" fmla="*/ 11311650 w 12192000"/>
              <a:gd name="connsiteY0" fmla="*/ 263961 h 1132596"/>
              <a:gd name="connsiteX1" fmla="*/ 11311650 w 12192000"/>
              <a:gd name="connsiteY1" fmla="*/ 782361 h 1132596"/>
              <a:gd name="connsiteX2" fmla="*/ 11830050 w 12192000"/>
              <a:gd name="connsiteY2" fmla="*/ 782361 h 1132596"/>
              <a:gd name="connsiteX3" fmla="*/ 11830050 w 12192000"/>
              <a:gd name="connsiteY3" fmla="*/ 263961 h 1132596"/>
              <a:gd name="connsiteX4" fmla="*/ 0 w 12192000"/>
              <a:gd name="connsiteY4" fmla="*/ 0 h 1132596"/>
              <a:gd name="connsiteX5" fmla="*/ 12192000 w 12192000"/>
              <a:gd name="connsiteY5" fmla="*/ 0 h 1132596"/>
              <a:gd name="connsiteX6" fmla="*/ 12192000 w 12192000"/>
              <a:gd name="connsiteY6" fmla="*/ 1132596 h 1132596"/>
              <a:gd name="connsiteX7" fmla="*/ 0 w 12192000"/>
              <a:gd name="connsiteY7" fmla="*/ 1132596 h 113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132596">
                <a:moveTo>
                  <a:pt x="11311650" y="263961"/>
                </a:moveTo>
                <a:lnTo>
                  <a:pt x="11311650" y="782361"/>
                </a:lnTo>
                <a:lnTo>
                  <a:pt x="11830050" y="782361"/>
                </a:lnTo>
                <a:lnTo>
                  <a:pt x="11830050" y="2639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132596"/>
                </a:lnTo>
                <a:lnTo>
                  <a:pt x="0" y="1132596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 </a:t>
            </a:r>
          </a:p>
        </p:txBody>
      </p:sp>
      <p:sp>
        <p:nvSpPr>
          <p:cNvPr id="43" name="Text 1"/>
          <p:cNvSpPr>
            <a:spLocks noGrp="1"/>
          </p:cNvSpPr>
          <p:nvPr>
            <p:ph type="body" idx="24" hasCustomPrompt="1"/>
          </p:nvPr>
        </p:nvSpPr>
        <p:spPr bwMode="gray">
          <a:xfrm>
            <a:off x="361950" y="1635156"/>
            <a:ext cx="3607670" cy="1335600"/>
          </a:xfrm>
          <a:solidFill>
            <a:srgbClr val="BBB323"/>
          </a:solidFill>
        </p:spPr>
        <p:txBody>
          <a:bodyPr lIns="252000" tIns="252000" rIns="252000" bIns="252000" anchor="t"/>
          <a:lstStyle>
            <a:lvl1pPr marL="0" indent="0">
              <a:buNone/>
              <a:defRPr sz="1600" b="1" cap="all" spc="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</a:t>
            </a:r>
          </a:p>
        </p:txBody>
      </p:sp>
      <p:sp>
        <p:nvSpPr>
          <p:cNvPr id="44" name="Inhalt 1"/>
          <p:cNvSpPr>
            <a:spLocks noGrp="1"/>
          </p:cNvSpPr>
          <p:nvPr>
            <p:ph sz="quarter" idx="25"/>
          </p:nvPr>
        </p:nvSpPr>
        <p:spPr bwMode="gray">
          <a:xfrm>
            <a:off x="3969620" y="1635156"/>
            <a:ext cx="7860430" cy="1335600"/>
          </a:xfrm>
          <a:solidFill>
            <a:srgbClr val="BBB323">
              <a:alpha val="75000"/>
            </a:srgbClr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6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400">
                <a:solidFill>
                  <a:schemeClr val="bg2"/>
                </a:solidFill>
              </a:defRPr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</p:txBody>
      </p:sp>
      <p:sp>
        <p:nvSpPr>
          <p:cNvPr id="41" name="Text 2"/>
          <p:cNvSpPr>
            <a:spLocks noGrp="1"/>
          </p:cNvSpPr>
          <p:nvPr>
            <p:ph type="body" idx="22" hasCustomPrompt="1"/>
          </p:nvPr>
        </p:nvSpPr>
        <p:spPr bwMode="gray">
          <a:xfrm>
            <a:off x="361950" y="3204222"/>
            <a:ext cx="3607670" cy="1335600"/>
          </a:xfrm>
          <a:solidFill>
            <a:srgbClr val="6D0E4C"/>
          </a:solidFill>
        </p:spPr>
        <p:txBody>
          <a:bodyPr lIns="252000" tIns="252000" rIns="252000" bIns="252000" anchor="t"/>
          <a:lstStyle>
            <a:lvl1pPr marL="0" indent="0">
              <a:buNone/>
              <a:defRPr sz="1600" b="1" cap="all" spc="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</a:t>
            </a:r>
          </a:p>
        </p:txBody>
      </p:sp>
      <p:sp>
        <p:nvSpPr>
          <p:cNvPr id="42" name="Inhalt 2"/>
          <p:cNvSpPr>
            <a:spLocks noGrp="1"/>
          </p:cNvSpPr>
          <p:nvPr>
            <p:ph sz="quarter" idx="23"/>
          </p:nvPr>
        </p:nvSpPr>
        <p:spPr bwMode="gray">
          <a:xfrm>
            <a:off x="3969620" y="3204222"/>
            <a:ext cx="7860430" cy="1335600"/>
          </a:xfrm>
          <a:solidFill>
            <a:srgbClr val="6D0E4C">
              <a:alpha val="75000"/>
            </a:srgbClr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6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400">
                <a:solidFill>
                  <a:schemeClr val="bg2"/>
                </a:solidFill>
              </a:defRPr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</p:txBody>
      </p:sp>
      <p:sp>
        <p:nvSpPr>
          <p:cNvPr id="15" name="Text 3"/>
          <p:cNvSpPr>
            <a:spLocks noGrp="1"/>
          </p:cNvSpPr>
          <p:nvPr>
            <p:ph type="body" idx="18" hasCustomPrompt="1"/>
          </p:nvPr>
        </p:nvSpPr>
        <p:spPr bwMode="gray">
          <a:xfrm>
            <a:off x="361950" y="4773288"/>
            <a:ext cx="3607670" cy="1335600"/>
          </a:xfrm>
          <a:solidFill>
            <a:srgbClr val="F8485E"/>
          </a:solidFill>
        </p:spPr>
        <p:txBody>
          <a:bodyPr lIns="252000" tIns="252000" rIns="252000" bIns="252000" anchor="t"/>
          <a:lstStyle>
            <a:lvl1pPr marL="0" indent="0">
              <a:buNone/>
              <a:defRPr sz="1600" b="1" cap="all" spc="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</a:t>
            </a:r>
          </a:p>
        </p:txBody>
      </p:sp>
      <p:sp>
        <p:nvSpPr>
          <p:cNvPr id="18" name="Inhalt 3"/>
          <p:cNvSpPr>
            <a:spLocks noGrp="1"/>
          </p:cNvSpPr>
          <p:nvPr>
            <p:ph sz="quarter" idx="21"/>
          </p:nvPr>
        </p:nvSpPr>
        <p:spPr bwMode="gray">
          <a:xfrm>
            <a:off x="3969620" y="4773288"/>
            <a:ext cx="7860430" cy="1335600"/>
          </a:xfrm>
          <a:solidFill>
            <a:srgbClr val="F8485E">
              <a:alpha val="75000"/>
            </a:srgbClr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6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400">
                <a:solidFill>
                  <a:schemeClr val="bg2"/>
                </a:solidFill>
              </a:defRPr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2F98B17-71EE-4F54-BB8C-D24A0D3DE724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9" name="Textplatzhalter 8">
            <a:extLst>
              <a:ext uri="{FF2B5EF4-FFF2-40B4-BE49-F238E27FC236}">
                <a16:creationId xmlns:a16="http://schemas.microsoft.com/office/drawing/2014/main" id="{85015F86-6C06-4E48-9D7E-E3778272510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7C774E68-BFBC-449C-950F-A8C47E83FE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28D09EC-B396-4335-A953-D2F4657B8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4" name="Inhaltsplatzhalter 4">
            <a:extLst>
              <a:ext uri="{FF2B5EF4-FFF2-40B4-BE49-F238E27FC236}">
                <a16:creationId xmlns:a16="http://schemas.microsoft.com/office/drawing/2014/main" id="{912DF839-D983-CD41-CA1F-CB4F540E576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6154772"/>
            <a:ext cx="847090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78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box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5E6635EE-CD4B-42CA-BD02-664AF235D5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92000" cy="1132596"/>
          </a:xfrm>
          <a:custGeom>
            <a:avLst/>
            <a:gdLst>
              <a:gd name="connsiteX0" fmla="*/ 11311650 w 12192000"/>
              <a:gd name="connsiteY0" fmla="*/ 263961 h 1132596"/>
              <a:gd name="connsiteX1" fmla="*/ 11311650 w 12192000"/>
              <a:gd name="connsiteY1" fmla="*/ 782361 h 1132596"/>
              <a:gd name="connsiteX2" fmla="*/ 11830050 w 12192000"/>
              <a:gd name="connsiteY2" fmla="*/ 782361 h 1132596"/>
              <a:gd name="connsiteX3" fmla="*/ 11830050 w 12192000"/>
              <a:gd name="connsiteY3" fmla="*/ 263961 h 1132596"/>
              <a:gd name="connsiteX4" fmla="*/ 0 w 12192000"/>
              <a:gd name="connsiteY4" fmla="*/ 0 h 1132596"/>
              <a:gd name="connsiteX5" fmla="*/ 12192000 w 12192000"/>
              <a:gd name="connsiteY5" fmla="*/ 0 h 1132596"/>
              <a:gd name="connsiteX6" fmla="*/ 12192000 w 12192000"/>
              <a:gd name="connsiteY6" fmla="*/ 1132596 h 1132596"/>
              <a:gd name="connsiteX7" fmla="*/ 0 w 12192000"/>
              <a:gd name="connsiteY7" fmla="*/ 1132596 h 113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132596">
                <a:moveTo>
                  <a:pt x="11311650" y="263961"/>
                </a:moveTo>
                <a:lnTo>
                  <a:pt x="11311650" y="782361"/>
                </a:lnTo>
                <a:lnTo>
                  <a:pt x="11830050" y="782361"/>
                </a:lnTo>
                <a:lnTo>
                  <a:pt x="11830050" y="2639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132596"/>
                </a:lnTo>
                <a:lnTo>
                  <a:pt x="0" y="1132596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 </a:t>
            </a:r>
          </a:p>
        </p:txBody>
      </p:sp>
      <p:sp>
        <p:nvSpPr>
          <p:cNvPr id="43" name="Text 1"/>
          <p:cNvSpPr>
            <a:spLocks noGrp="1"/>
          </p:cNvSpPr>
          <p:nvPr>
            <p:ph type="body" idx="24" hasCustomPrompt="1"/>
          </p:nvPr>
        </p:nvSpPr>
        <p:spPr bwMode="gray">
          <a:xfrm>
            <a:off x="361950" y="1635156"/>
            <a:ext cx="3607670" cy="1335600"/>
          </a:xfrm>
          <a:solidFill>
            <a:srgbClr val="8BBF40"/>
          </a:solidFill>
        </p:spPr>
        <p:txBody>
          <a:bodyPr lIns="252000" tIns="252000" rIns="252000" bIns="252000" anchor="t"/>
          <a:lstStyle>
            <a:lvl1pPr marL="0" indent="0">
              <a:buNone/>
              <a:defRPr sz="1600" b="1" cap="all" spc="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</a:t>
            </a:r>
          </a:p>
        </p:txBody>
      </p:sp>
      <p:sp>
        <p:nvSpPr>
          <p:cNvPr id="44" name="Inhalt 1"/>
          <p:cNvSpPr>
            <a:spLocks noGrp="1"/>
          </p:cNvSpPr>
          <p:nvPr>
            <p:ph sz="quarter" idx="25"/>
          </p:nvPr>
        </p:nvSpPr>
        <p:spPr bwMode="gray">
          <a:xfrm>
            <a:off x="3969620" y="1635156"/>
            <a:ext cx="7860430" cy="1335600"/>
          </a:xfrm>
          <a:solidFill>
            <a:srgbClr val="8BBF40">
              <a:alpha val="75000"/>
            </a:srgbClr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6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400">
                <a:solidFill>
                  <a:schemeClr val="bg2"/>
                </a:solidFill>
              </a:defRPr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</p:txBody>
      </p:sp>
      <p:sp>
        <p:nvSpPr>
          <p:cNvPr id="41" name="Text 2"/>
          <p:cNvSpPr>
            <a:spLocks noGrp="1"/>
          </p:cNvSpPr>
          <p:nvPr>
            <p:ph type="body" idx="22" hasCustomPrompt="1"/>
          </p:nvPr>
        </p:nvSpPr>
        <p:spPr bwMode="gray">
          <a:xfrm>
            <a:off x="361950" y="3204222"/>
            <a:ext cx="3607670" cy="1335600"/>
          </a:xfrm>
          <a:solidFill>
            <a:schemeClr val="accent6"/>
          </a:solidFill>
        </p:spPr>
        <p:txBody>
          <a:bodyPr lIns="252000" tIns="252000" rIns="252000" bIns="252000" anchor="t"/>
          <a:lstStyle>
            <a:lvl1pPr marL="0" indent="0">
              <a:buNone/>
              <a:defRPr sz="1600" b="1" cap="all" spc="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</a:t>
            </a:r>
          </a:p>
        </p:txBody>
      </p:sp>
      <p:sp>
        <p:nvSpPr>
          <p:cNvPr id="42" name="Inhalt 2"/>
          <p:cNvSpPr>
            <a:spLocks noGrp="1"/>
          </p:cNvSpPr>
          <p:nvPr>
            <p:ph sz="quarter" idx="23"/>
          </p:nvPr>
        </p:nvSpPr>
        <p:spPr bwMode="gray">
          <a:xfrm>
            <a:off x="3969620" y="3204222"/>
            <a:ext cx="7860430" cy="1335600"/>
          </a:xfrm>
          <a:solidFill>
            <a:schemeClr val="accent6">
              <a:alpha val="75000"/>
            </a:schemeClr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6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400">
                <a:solidFill>
                  <a:schemeClr val="bg2"/>
                </a:solidFill>
              </a:defRPr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</p:txBody>
      </p:sp>
      <p:sp>
        <p:nvSpPr>
          <p:cNvPr id="15" name="Text 3"/>
          <p:cNvSpPr>
            <a:spLocks noGrp="1"/>
          </p:cNvSpPr>
          <p:nvPr>
            <p:ph type="body" idx="18" hasCustomPrompt="1"/>
          </p:nvPr>
        </p:nvSpPr>
        <p:spPr bwMode="gray">
          <a:xfrm>
            <a:off x="361950" y="4773288"/>
            <a:ext cx="3607670" cy="1335600"/>
          </a:xfrm>
          <a:solidFill>
            <a:schemeClr val="accent5"/>
          </a:solidFill>
        </p:spPr>
        <p:txBody>
          <a:bodyPr lIns="252000" tIns="252000" rIns="252000" bIns="252000" anchor="t"/>
          <a:lstStyle>
            <a:lvl1pPr marL="0" indent="0">
              <a:buNone/>
              <a:defRPr sz="1600" b="1" cap="all" spc="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</a:t>
            </a:r>
          </a:p>
        </p:txBody>
      </p:sp>
      <p:sp>
        <p:nvSpPr>
          <p:cNvPr id="18" name="Inhalt 3"/>
          <p:cNvSpPr>
            <a:spLocks noGrp="1"/>
          </p:cNvSpPr>
          <p:nvPr>
            <p:ph sz="quarter" idx="21"/>
          </p:nvPr>
        </p:nvSpPr>
        <p:spPr bwMode="gray">
          <a:xfrm>
            <a:off x="3969620" y="4773288"/>
            <a:ext cx="7860430" cy="1335600"/>
          </a:xfrm>
          <a:solidFill>
            <a:schemeClr val="accent5">
              <a:alpha val="75000"/>
            </a:schemeClr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6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400">
                <a:solidFill>
                  <a:schemeClr val="bg2"/>
                </a:solidFill>
              </a:defRPr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2F98B17-71EE-4F54-BB8C-D24A0D3DE724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9" name="Textplatzhalter 8">
            <a:extLst>
              <a:ext uri="{FF2B5EF4-FFF2-40B4-BE49-F238E27FC236}">
                <a16:creationId xmlns:a16="http://schemas.microsoft.com/office/drawing/2014/main" id="{85015F86-6C06-4E48-9D7E-E3778272510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7C774E68-BFBC-449C-950F-A8C47E83FE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28D09EC-B396-4335-A953-D2F4657B8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4" name="Inhaltsplatzhalter 4">
            <a:extLst>
              <a:ext uri="{FF2B5EF4-FFF2-40B4-BE49-F238E27FC236}">
                <a16:creationId xmlns:a16="http://schemas.microsoft.com/office/drawing/2014/main" id="{B568C4E3-0487-76D4-F347-264FC01B165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6154772"/>
            <a:ext cx="847090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864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boxe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5E6635EE-CD4B-42CA-BD02-664AF235D5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92000" cy="1132596"/>
          </a:xfrm>
          <a:custGeom>
            <a:avLst/>
            <a:gdLst>
              <a:gd name="connsiteX0" fmla="*/ 11311650 w 12192000"/>
              <a:gd name="connsiteY0" fmla="*/ 263961 h 1132596"/>
              <a:gd name="connsiteX1" fmla="*/ 11311650 w 12192000"/>
              <a:gd name="connsiteY1" fmla="*/ 782361 h 1132596"/>
              <a:gd name="connsiteX2" fmla="*/ 11830050 w 12192000"/>
              <a:gd name="connsiteY2" fmla="*/ 782361 h 1132596"/>
              <a:gd name="connsiteX3" fmla="*/ 11830050 w 12192000"/>
              <a:gd name="connsiteY3" fmla="*/ 263961 h 1132596"/>
              <a:gd name="connsiteX4" fmla="*/ 0 w 12192000"/>
              <a:gd name="connsiteY4" fmla="*/ 0 h 1132596"/>
              <a:gd name="connsiteX5" fmla="*/ 12192000 w 12192000"/>
              <a:gd name="connsiteY5" fmla="*/ 0 h 1132596"/>
              <a:gd name="connsiteX6" fmla="*/ 12192000 w 12192000"/>
              <a:gd name="connsiteY6" fmla="*/ 1132596 h 1132596"/>
              <a:gd name="connsiteX7" fmla="*/ 0 w 12192000"/>
              <a:gd name="connsiteY7" fmla="*/ 1132596 h 113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132596">
                <a:moveTo>
                  <a:pt x="11311650" y="263961"/>
                </a:moveTo>
                <a:lnTo>
                  <a:pt x="11311650" y="782361"/>
                </a:lnTo>
                <a:lnTo>
                  <a:pt x="11830050" y="782361"/>
                </a:lnTo>
                <a:lnTo>
                  <a:pt x="11830050" y="2639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132596"/>
                </a:lnTo>
                <a:lnTo>
                  <a:pt x="0" y="1132596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 </a:t>
            </a:r>
          </a:p>
        </p:txBody>
      </p:sp>
      <p:sp>
        <p:nvSpPr>
          <p:cNvPr id="43" name="Text 1"/>
          <p:cNvSpPr>
            <a:spLocks noGrp="1"/>
          </p:cNvSpPr>
          <p:nvPr>
            <p:ph type="body" idx="24" hasCustomPrompt="1"/>
          </p:nvPr>
        </p:nvSpPr>
        <p:spPr bwMode="gray">
          <a:xfrm>
            <a:off x="361950" y="1635156"/>
            <a:ext cx="3607670" cy="1335600"/>
          </a:xfrm>
          <a:solidFill>
            <a:srgbClr val="ED2722"/>
          </a:solidFill>
        </p:spPr>
        <p:txBody>
          <a:bodyPr lIns="252000" tIns="252000" rIns="252000" bIns="252000" anchor="t"/>
          <a:lstStyle>
            <a:lvl1pPr marL="0" indent="0">
              <a:buNone/>
              <a:defRPr sz="1600" b="1" cap="all" spc="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</a:t>
            </a:r>
          </a:p>
        </p:txBody>
      </p:sp>
      <p:sp>
        <p:nvSpPr>
          <p:cNvPr id="44" name="Inhalt 1"/>
          <p:cNvSpPr>
            <a:spLocks noGrp="1"/>
          </p:cNvSpPr>
          <p:nvPr>
            <p:ph sz="quarter" idx="25"/>
          </p:nvPr>
        </p:nvSpPr>
        <p:spPr bwMode="gray">
          <a:xfrm>
            <a:off x="3969620" y="1635156"/>
            <a:ext cx="7860430" cy="1335600"/>
          </a:xfrm>
          <a:solidFill>
            <a:srgbClr val="ED2722">
              <a:alpha val="75000"/>
            </a:srgbClr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6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400">
                <a:solidFill>
                  <a:schemeClr val="bg2"/>
                </a:solidFill>
              </a:defRPr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</p:txBody>
      </p:sp>
      <p:sp>
        <p:nvSpPr>
          <p:cNvPr id="41" name="Text 2"/>
          <p:cNvSpPr>
            <a:spLocks noGrp="1"/>
          </p:cNvSpPr>
          <p:nvPr>
            <p:ph type="body" idx="22" hasCustomPrompt="1"/>
          </p:nvPr>
        </p:nvSpPr>
        <p:spPr bwMode="gray">
          <a:xfrm>
            <a:off x="361950" y="3204222"/>
            <a:ext cx="3607670" cy="1335600"/>
          </a:xfrm>
          <a:solidFill>
            <a:srgbClr val="6D0E4C"/>
          </a:solidFill>
        </p:spPr>
        <p:txBody>
          <a:bodyPr lIns="252000" tIns="252000" rIns="252000" bIns="252000" anchor="t"/>
          <a:lstStyle>
            <a:lvl1pPr marL="0" indent="0">
              <a:buNone/>
              <a:defRPr sz="1600" b="1" cap="all" spc="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</a:t>
            </a:r>
          </a:p>
        </p:txBody>
      </p:sp>
      <p:sp>
        <p:nvSpPr>
          <p:cNvPr id="42" name="Inhalt 2"/>
          <p:cNvSpPr>
            <a:spLocks noGrp="1"/>
          </p:cNvSpPr>
          <p:nvPr>
            <p:ph sz="quarter" idx="23"/>
          </p:nvPr>
        </p:nvSpPr>
        <p:spPr bwMode="gray">
          <a:xfrm>
            <a:off x="3969620" y="3204222"/>
            <a:ext cx="7860430" cy="1335600"/>
          </a:xfrm>
          <a:solidFill>
            <a:srgbClr val="6D0E4C">
              <a:alpha val="75000"/>
            </a:srgbClr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6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400">
                <a:solidFill>
                  <a:schemeClr val="bg2"/>
                </a:solidFill>
              </a:defRPr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</p:txBody>
      </p:sp>
      <p:sp>
        <p:nvSpPr>
          <p:cNvPr id="15" name="Text 3"/>
          <p:cNvSpPr>
            <a:spLocks noGrp="1"/>
          </p:cNvSpPr>
          <p:nvPr>
            <p:ph type="body" idx="18" hasCustomPrompt="1"/>
          </p:nvPr>
        </p:nvSpPr>
        <p:spPr bwMode="gray">
          <a:xfrm>
            <a:off x="361950" y="4773288"/>
            <a:ext cx="3607670" cy="1335600"/>
          </a:xfrm>
          <a:solidFill>
            <a:srgbClr val="F35F11"/>
          </a:solidFill>
        </p:spPr>
        <p:txBody>
          <a:bodyPr lIns="252000" tIns="252000" rIns="252000" bIns="252000" anchor="t"/>
          <a:lstStyle>
            <a:lvl1pPr marL="0" indent="0">
              <a:buNone/>
              <a:defRPr sz="1600" b="1" cap="all" spc="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</a:t>
            </a:r>
          </a:p>
        </p:txBody>
      </p:sp>
      <p:sp>
        <p:nvSpPr>
          <p:cNvPr id="18" name="Inhalt 3"/>
          <p:cNvSpPr>
            <a:spLocks noGrp="1"/>
          </p:cNvSpPr>
          <p:nvPr>
            <p:ph sz="quarter" idx="21"/>
          </p:nvPr>
        </p:nvSpPr>
        <p:spPr bwMode="gray">
          <a:xfrm>
            <a:off x="3969620" y="4773288"/>
            <a:ext cx="7860430" cy="1335600"/>
          </a:xfrm>
          <a:solidFill>
            <a:srgbClr val="F35F11">
              <a:alpha val="75000"/>
            </a:srgbClr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6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400">
                <a:solidFill>
                  <a:schemeClr val="bg2"/>
                </a:solidFill>
              </a:defRPr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2F98B17-71EE-4F54-BB8C-D24A0D3DE724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9" name="Textplatzhalter 8">
            <a:extLst>
              <a:ext uri="{FF2B5EF4-FFF2-40B4-BE49-F238E27FC236}">
                <a16:creationId xmlns:a16="http://schemas.microsoft.com/office/drawing/2014/main" id="{85015F86-6C06-4E48-9D7E-E3778272510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7C774E68-BFBC-449C-950F-A8C47E83FE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28D09EC-B396-4335-A953-D2F4657B8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4" name="Inhaltsplatzhalter 4">
            <a:extLst>
              <a:ext uri="{FF2B5EF4-FFF2-40B4-BE49-F238E27FC236}">
                <a16:creationId xmlns:a16="http://schemas.microsoft.com/office/drawing/2014/main" id="{ABAFE221-1176-AF20-5CF0-4C9759F18DB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6154772"/>
            <a:ext cx="847090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045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boxen horizonta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platzhalter 26">
            <a:extLst>
              <a:ext uri="{FF2B5EF4-FFF2-40B4-BE49-F238E27FC236}">
                <a16:creationId xmlns:a16="http://schemas.microsoft.com/office/drawing/2014/main" id="{9612A4FA-EF8E-4C6A-A2B4-34935B21EE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92000" cy="1132596"/>
          </a:xfrm>
          <a:custGeom>
            <a:avLst/>
            <a:gdLst>
              <a:gd name="connsiteX0" fmla="*/ 11311650 w 12192000"/>
              <a:gd name="connsiteY0" fmla="*/ 263961 h 1132596"/>
              <a:gd name="connsiteX1" fmla="*/ 11311650 w 12192000"/>
              <a:gd name="connsiteY1" fmla="*/ 782361 h 1132596"/>
              <a:gd name="connsiteX2" fmla="*/ 11830050 w 12192000"/>
              <a:gd name="connsiteY2" fmla="*/ 782361 h 1132596"/>
              <a:gd name="connsiteX3" fmla="*/ 11830050 w 12192000"/>
              <a:gd name="connsiteY3" fmla="*/ 263961 h 1132596"/>
              <a:gd name="connsiteX4" fmla="*/ 0 w 12192000"/>
              <a:gd name="connsiteY4" fmla="*/ 0 h 1132596"/>
              <a:gd name="connsiteX5" fmla="*/ 12192000 w 12192000"/>
              <a:gd name="connsiteY5" fmla="*/ 0 h 1132596"/>
              <a:gd name="connsiteX6" fmla="*/ 12192000 w 12192000"/>
              <a:gd name="connsiteY6" fmla="*/ 1132596 h 1132596"/>
              <a:gd name="connsiteX7" fmla="*/ 0 w 12192000"/>
              <a:gd name="connsiteY7" fmla="*/ 1132596 h 113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132596">
                <a:moveTo>
                  <a:pt x="11311650" y="263961"/>
                </a:moveTo>
                <a:lnTo>
                  <a:pt x="11311650" y="782361"/>
                </a:lnTo>
                <a:lnTo>
                  <a:pt x="11830050" y="782361"/>
                </a:lnTo>
                <a:lnTo>
                  <a:pt x="11830050" y="2639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132596"/>
                </a:lnTo>
                <a:lnTo>
                  <a:pt x="0" y="1132596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 </a:t>
            </a:r>
          </a:p>
        </p:txBody>
      </p:sp>
      <p:sp>
        <p:nvSpPr>
          <p:cNvPr id="25" name="Textplatzhalter 8">
            <a:extLst>
              <a:ext uri="{FF2B5EF4-FFF2-40B4-BE49-F238E27FC236}">
                <a16:creationId xmlns:a16="http://schemas.microsoft.com/office/drawing/2014/main" id="{D39BAF4B-CAEB-45EB-A983-DB8BA126868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F0B9F063-E23B-424C-BE68-CA5BC33235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" hasCustomPrompt="1"/>
          </p:nvPr>
        </p:nvSpPr>
        <p:spPr bwMode="gray">
          <a:xfrm>
            <a:off x="361950" y="1386605"/>
            <a:ext cx="5610480" cy="432000"/>
          </a:xfrm>
          <a:solidFill>
            <a:schemeClr val="accent2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4" name="Inhalt 1"/>
          <p:cNvSpPr>
            <a:spLocks noGrp="1"/>
          </p:cNvSpPr>
          <p:nvPr>
            <p:ph sz="half" idx="2"/>
          </p:nvPr>
        </p:nvSpPr>
        <p:spPr bwMode="gray">
          <a:xfrm>
            <a:off x="361950" y="1818604"/>
            <a:ext cx="5610480" cy="1877753"/>
          </a:xfrm>
          <a:solidFill>
            <a:srgbClr val="F35F11"/>
          </a:solidFill>
        </p:spPr>
        <p:txBody>
          <a:bodyPr vert="horz" lIns="252000" tIns="108000" rIns="252000" bIns="252000" rtlCol="0">
            <a:noAutofit/>
          </a:bodyPr>
          <a:lstStyle>
            <a:lvl1pPr marL="216000" indent="-216000">
              <a:defRPr lang="de-DE" sz="1800" kern="1200" noProof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16000" lvl="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de-DE" noProof="0"/>
              <a:t>Mastertextformat bearbeiten</a:t>
            </a:r>
          </a:p>
        </p:txBody>
      </p:sp>
      <p:sp>
        <p:nvSpPr>
          <p:cNvPr id="5" name="Text 2"/>
          <p:cNvSpPr>
            <a:spLocks noGrp="1"/>
          </p:cNvSpPr>
          <p:nvPr>
            <p:ph type="body" sz="quarter" idx="3" hasCustomPrompt="1"/>
          </p:nvPr>
        </p:nvSpPr>
        <p:spPr bwMode="gray">
          <a:xfrm>
            <a:off x="6210620" y="1386605"/>
            <a:ext cx="5610480" cy="432000"/>
          </a:xfrm>
          <a:solidFill>
            <a:srgbClr val="8BBF40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29B8138-E5DD-46B6-B9A4-AF18C44167B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Inhalt 1">
            <a:extLst>
              <a:ext uri="{FF2B5EF4-FFF2-40B4-BE49-F238E27FC236}">
                <a16:creationId xmlns:a16="http://schemas.microsoft.com/office/drawing/2014/main" id="{D5C550A8-162C-4719-8D4B-8CEF2443700C}"/>
              </a:ext>
            </a:extLst>
          </p:cNvPr>
          <p:cNvSpPr>
            <a:spLocks noGrp="1"/>
          </p:cNvSpPr>
          <p:nvPr>
            <p:ph sz="half" idx="18"/>
          </p:nvPr>
        </p:nvSpPr>
        <p:spPr bwMode="gray">
          <a:xfrm>
            <a:off x="6210620" y="1818604"/>
            <a:ext cx="5610480" cy="1877754"/>
          </a:xfrm>
          <a:solidFill>
            <a:srgbClr val="8BBF40"/>
          </a:solidFill>
        </p:spPr>
        <p:txBody>
          <a:bodyPr vert="horz" lIns="252000" tIns="108000" rIns="252000" bIns="252000" rtlCol="0">
            <a:noAutofit/>
          </a:bodyPr>
          <a:lstStyle>
            <a:lvl1pPr>
              <a:buClr>
                <a:schemeClr val="bg1"/>
              </a:buClr>
              <a:defRPr lang="de-DE" sz="1800" noProof="0" dirty="0">
                <a:solidFill>
                  <a:schemeClr val="bg2"/>
                </a:solidFill>
              </a:defRPr>
            </a:lvl1pPr>
          </a:lstStyle>
          <a:p>
            <a:pPr lvl="0">
              <a:buClr>
                <a:schemeClr val="bg1"/>
              </a:buClr>
            </a:pPr>
            <a:r>
              <a:rPr lang="de-DE" noProof="0"/>
              <a:t>Mastertextformat bearbeiten</a:t>
            </a:r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9F056043-F9B6-47D5-81A2-627568B512FF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 bwMode="gray">
          <a:xfrm>
            <a:off x="361950" y="3770689"/>
            <a:ext cx="5610480" cy="432000"/>
          </a:xfrm>
          <a:solidFill>
            <a:schemeClr val="accent4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17" name="Inhalt 1">
            <a:extLst>
              <a:ext uri="{FF2B5EF4-FFF2-40B4-BE49-F238E27FC236}">
                <a16:creationId xmlns:a16="http://schemas.microsoft.com/office/drawing/2014/main" id="{3DC475D5-B991-41CB-A15E-5D5269726652}"/>
              </a:ext>
            </a:extLst>
          </p:cNvPr>
          <p:cNvSpPr>
            <a:spLocks noGrp="1"/>
          </p:cNvSpPr>
          <p:nvPr>
            <p:ph sz="half" idx="20"/>
          </p:nvPr>
        </p:nvSpPr>
        <p:spPr bwMode="gray">
          <a:xfrm>
            <a:off x="361950" y="4190512"/>
            <a:ext cx="5610480" cy="1877751"/>
          </a:xfrm>
          <a:solidFill>
            <a:schemeClr val="accent4"/>
          </a:solidFill>
        </p:spPr>
        <p:txBody>
          <a:bodyPr vert="horz" lIns="252000" tIns="108000" rIns="252000" bIns="252000" rtlCol="0">
            <a:noAutofit/>
          </a:bodyPr>
          <a:lstStyle>
            <a:lvl1pPr>
              <a:buClr>
                <a:schemeClr val="bg1"/>
              </a:buClr>
              <a:defRPr lang="de-DE" sz="1800" noProof="0" dirty="0">
                <a:solidFill>
                  <a:schemeClr val="bg2"/>
                </a:solidFill>
              </a:defRPr>
            </a:lvl1pPr>
          </a:lstStyle>
          <a:p>
            <a:pPr lvl="0">
              <a:buClr>
                <a:schemeClr val="bg1"/>
              </a:buClr>
            </a:pPr>
            <a:r>
              <a:rPr lang="de-DE" noProof="0"/>
              <a:t>Mastertextformat bearbeiten</a:t>
            </a:r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8F12D20C-0C91-46AA-BBA3-07D110D6DD0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210620" y="3770689"/>
            <a:ext cx="5610480" cy="432000"/>
          </a:xfrm>
          <a:solidFill>
            <a:schemeClr val="accent3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19" name="Inhalt 1">
            <a:extLst>
              <a:ext uri="{FF2B5EF4-FFF2-40B4-BE49-F238E27FC236}">
                <a16:creationId xmlns:a16="http://schemas.microsoft.com/office/drawing/2014/main" id="{B8B183AD-0A6C-4D18-B370-E139E907CF5F}"/>
              </a:ext>
            </a:extLst>
          </p:cNvPr>
          <p:cNvSpPr>
            <a:spLocks noGrp="1"/>
          </p:cNvSpPr>
          <p:nvPr>
            <p:ph sz="half" idx="22"/>
          </p:nvPr>
        </p:nvSpPr>
        <p:spPr bwMode="gray">
          <a:xfrm>
            <a:off x="6210620" y="4190512"/>
            <a:ext cx="5610480" cy="1889928"/>
          </a:xfrm>
          <a:solidFill>
            <a:schemeClr val="accent3"/>
          </a:solidFill>
        </p:spPr>
        <p:txBody>
          <a:bodyPr vert="horz" lIns="252000" tIns="108000" rIns="252000" bIns="252000" rtlCol="0">
            <a:noAutofit/>
          </a:bodyPr>
          <a:lstStyle>
            <a:lvl1pPr>
              <a:buClr>
                <a:schemeClr val="bg1"/>
              </a:buClr>
              <a:defRPr lang="de-DE" sz="1800" noProof="0" dirty="0">
                <a:solidFill>
                  <a:schemeClr val="bg2"/>
                </a:solidFill>
              </a:defRPr>
            </a:lvl1pPr>
          </a:lstStyle>
          <a:p>
            <a:pPr lvl="0">
              <a:buClr>
                <a:schemeClr val="bg1"/>
              </a:buClr>
            </a:pPr>
            <a:r>
              <a:rPr lang="de-DE" noProof="0"/>
              <a:t>Mastertextformat bearbeiten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9E0B9734-F55C-4188-A5AC-C6AFC4762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pic>
        <p:nvPicPr>
          <p:cNvPr id="6" name="Inhaltsplatzhalter 4">
            <a:extLst>
              <a:ext uri="{FF2B5EF4-FFF2-40B4-BE49-F238E27FC236}">
                <a16:creationId xmlns:a16="http://schemas.microsoft.com/office/drawing/2014/main" id="{069F0EBD-7803-6E1F-F7C1-322DE1F7854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6154772"/>
            <a:ext cx="847090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542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boxen horizont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platzhalter 26">
            <a:extLst>
              <a:ext uri="{FF2B5EF4-FFF2-40B4-BE49-F238E27FC236}">
                <a16:creationId xmlns:a16="http://schemas.microsoft.com/office/drawing/2014/main" id="{9612A4FA-EF8E-4C6A-A2B4-34935B21EE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92000" cy="1132596"/>
          </a:xfrm>
          <a:custGeom>
            <a:avLst/>
            <a:gdLst>
              <a:gd name="connsiteX0" fmla="*/ 11311650 w 12192000"/>
              <a:gd name="connsiteY0" fmla="*/ 263961 h 1132596"/>
              <a:gd name="connsiteX1" fmla="*/ 11311650 w 12192000"/>
              <a:gd name="connsiteY1" fmla="*/ 782361 h 1132596"/>
              <a:gd name="connsiteX2" fmla="*/ 11830050 w 12192000"/>
              <a:gd name="connsiteY2" fmla="*/ 782361 h 1132596"/>
              <a:gd name="connsiteX3" fmla="*/ 11830050 w 12192000"/>
              <a:gd name="connsiteY3" fmla="*/ 263961 h 1132596"/>
              <a:gd name="connsiteX4" fmla="*/ 0 w 12192000"/>
              <a:gd name="connsiteY4" fmla="*/ 0 h 1132596"/>
              <a:gd name="connsiteX5" fmla="*/ 12192000 w 12192000"/>
              <a:gd name="connsiteY5" fmla="*/ 0 h 1132596"/>
              <a:gd name="connsiteX6" fmla="*/ 12192000 w 12192000"/>
              <a:gd name="connsiteY6" fmla="*/ 1132596 h 1132596"/>
              <a:gd name="connsiteX7" fmla="*/ 0 w 12192000"/>
              <a:gd name="connsiteY7" fmla="*/ 1132596 h 113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132596">
                <a:moveTo>
                  <a:pt x="11311650" y="263961"/>
                </a:moveTo>
                <a:lnTo>
                  <a:pt x="11311650" y="782361"/>
                </a:lnTo>
                <a:lnTo>
                  <a:pt x="11830050" y="782361"/>
                </a:lnTo>
                <a:lnTo>
                  <a:pt x="11830050" y="2639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132596"/>
                </a:lnTo>
                <a:lnTo>
                  <a:pt x="0" y="1132596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 </a:t>
            </a:r>
          </a:p>
        </p:txBody>
      </p:sp>
      <p:sp>
        <p:nvSpPr>
          <p:cNvPr id="25" name="Textplatzhalter 8">
            <a:extLst>
              <a:ext uri="{FF2B5EF4-FFF2-40B4-BE49-F238E27FC236}">
                <a16:creationId xmlns:a16="http://schemas.microsoft.com/office/drawing/2014/main" id="{D39BAF4B-CAEB-45EB-A983-DB8BA126868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F0B9F063-E23B-424C-BE68-CA5BC33235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" hasCustomPrompt="1"/>
          </p:nvPr>
        </p:nvSpPr>
        <p:spPr bwMode="gray">
          <a:xfrm>
            <a:off x="361950" y="1386605"/>
            <a:ext cx="5610480" cy="432000"/>
          </a:xfrm>
          <a:solidFill>
            <a:srgbClr val="BBB323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4" name="Inhalt 1"/>
          <p:cNvSpPr>
            <a:spLocks noGrp="1"/>
          </p:cNvSpPr>
          <p:nvPr>
            <p:ph sz="half" idx="2"/>
          </p:nvPr>
        </p:nvSpPr>
        <p:spPr bwMode="gray">
          <a:xfrm>
            <a:off x="361950" y="1818604"/>
            <a:ext cx="5610480" cy="1877753"/>
          </a:xfrm>
          <a:solidFill>
            <a:srgbClr val="BBB323"/>
          </a:solidFill>
        </p:spPr>
        <p:txBody>
          <a:bodyPr lIns="252000" tIns="108000" rIns="252000" bIns="252000"/>
          <a:lstStyle>
            <a:lvl1pPr>
              <a:buClr>
                <a:schemeClr val="bg1"/>
              </a:buClr>
              <a:defRPr sz="1800">
                <a:solidFill>
                  <a:schemeClr val="bg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5" name="Text 2"/>
          <p:cNvSpPr>
            <a:spLocks noGrp="1"/>
          </p:cNvSpPr>
          <p:nvPr>
            <p:ph type="body" sz="quarter" idx="3" hasCustomPrompt="1"/>
          </p:nvPr>
        </p:nvSpPr>
        <p:spPr bwMode="gray">
          <a:xfrm>
            <a:off x="6210620" y="1386605"/>
            <a:ext cx="5610480" cy="432000"/>
          </a:xfrm>
          <a:solidFill>
            <a:srgbClr val="0D5257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29B8138-E5DD-46B6-B9A4-AF18C44167B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Inhalt 1">
            <a:extLst>
              <a:ext uri="{FF2B5EF4-FFF2-40B4-BE49-F238E27FC236}">
                <a16:creationId xmlns:a16="http://schemas.microsoft.com/office/drawing/2014/main" id="{D5C550A8-162C-4719-8D4B-8CEF2443700C}"/>
              </a:ext>
            </a:extLst>
          </p:cNvPr>
          <p:cNvSpPr>
            <a:spLocks noGrp="1"/>
          </p:cNvSpPr>
          <p:nvPr>
            <p:ph sz="half" idx="18"/>
          </p:nvPr>
        </p:nvSpPr>
        <p:spPr bwMode="gray">
          <a:xfrm>
            <a:off x="6210620" y="1818604"/>
            <a:ext cx="5610480" cy="1877754"/>
          </a:xfrm>
          <a:solidFill>
            <a:srgbClr val="0D5257"/>
          </a:solidFill>
        </p:spPr>
        <p:txBody>
          <a:bodyPr vert="horz" lIns="252000" tIns="108000" rIns="252000" bIns="252000" rtlCol="0">
            <a:noAutofit/>
          </a:bodyPr>
          <a:lstStyle>
            <a:lvl1pPr>
              <a:buClr>
                <a:schemeClr val="bg1"/>
              </a:buClr>
              <a:defRPr lang="de-DE" sz="1800" noProof="0" dirty="0">
                <a:solidFill>
                  <a:schemeClr val="bg2"/>
                </a:solidFill>
              </a:defRPr>
            </a:lvl1pPr>
          </a:lstStyle>
          <a:p>
            <a:pPr lvl="0">
              <a:buClr>
                <a:schemeClr val="bg1"/>
              </a:buClr>
            </a:pPr>
            <a:r>
              <a:rPr lang="de-DE" noProof="0"/>
              <a:t>Mastertextformat bearbeiten</a:t>
            </a:r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9F056043-F9B6-47D5-81A2-627568B512FF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 bwMode="gray">
          <a:xfrm>
            <a:off x="361950" y="3770689"/>
            <a:ext cx="5610480" cy="432000"/>
          </a:xfrm>
          <a:solidFill>
            <a:srgbClr val="6D0E4C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17" name="Inhalt 1">
            <a:extLst>
              <a:ext uri="{FF2B5EF4-FFF2-40B4-BE49-F238E27FC236}">
                <a16:creationId xmlns:a16="http://schemas.microsoft.com/office/drawing/2014/main" id="{3DC475D5-B991-41CB-A15E-5D5269726652}"/>
              </a:ext>
            </a:extLst>
          </p:cNvPr>
          <p:cNvSpPr>
            <a:spLocks noGrp="1"/>
          </p:cNvSpPr>
          <p:nvPr>
            <p:ph sz="half" idx="20"/>
          </p:nvPr>
        </p:nvSpPr>
        <p:spPr bwMode="gray">
          <a:xfrm>
            <a:off x="361950" y="4190512"/>
            <a:ext cx="5610480" cy="1877751"/>
          </a:xfrm>
          <a:solidFill>
            <a:srgbClr val="6D0E4C"/>
          </a:solidFill>
        </p:spPr>
        <p:txBody>
          <a:bodyPr vert="horz" lIns="252000" tIns="108000" rIns="252000" bIns="252000" rtlCol="0">
            <a:noAutofit/>
          </a:bodyPr>
          <a:lstStyle>
            <a:lvl1pPr>
              <a:buClr>
                <a:schemeClr val="bg1"/>
              </a:buClr>
              <a:defRPr lang="de-DE" sz="1800" noProof="0" dirty="0">
                <a:solidFill>
                  <a:schemeClr val="bg2"/>
                </a:solidFill>
              </a:defRPr>
            </a:lvl1pPr>
          </a:lstStyle>
          <a:p>
            <a:pPr lvl="0">
              <a:buClr>
                <a:schemeClr val="bg1"/>
              </a:buClr>
            </a:pPr>
            <a:r>
              <a:rPr lang="de-DE" noProof="0"/>
              <a:t>Mastertextformat bearbeiten</a:t>
            </a:r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8F12D20C-0C91-46AA-BBA3-07D110D6DD0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210620" y="3770689"/>
            <a:ext cx="5610480" cy="432000"/>
          </a:xfrm>
          <a:solidFill>
            <a:srgbClr val="F8485E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19" name="Inhalt 1">
            <a:extLst>
              <a:ext uri="{FF2B5EF4-FFF2-40B4-BE49-F238E27FC236}">
                <a16:creationId xmlns:a16="http://schemas.microsoft.com/office/drawing/2014/main" id="{B8B183AD-0A6C-4D18-B370-E139E907CF5F}"/>
              </a:ext>
            </a:extLst>
          </p:cNvPr>
          <p:cNvSpPr>
            <a:spLocks noGrp="1"/>
          </p:cNvSpPr>
          <p:nvPr>
            <p:ph sz="half" idx="22"/>
          </p:nvPr>
        </p:nvSpPr>
        <p:spPr bwMode="gray">
          <a:xfrm>
            <a:off x="6210620" y="4190512"/>
            <a:ext cx="5610480" cy="1889928"/>
          </a:xfrm>
          <a:solidFill>
            <a:srgbClr val="F8485E"/>
          </a:solidFill>
        </p:spPr>
        <p:txBody>
          <a:bodyPr vert="horz" lIns="252000" tIns="108000" rIns="252000" bIns="252000" rtlCol="0">
            <a:noAutofit/>
          </a:bodyPr>
          <a:lstStyle>
            <a:lvl1pPr>
              <a:buClr>
                <a:schemeClr val="bg1"/>
              </a:buClr>
              <a:defRPr lang="de-DE" sz="1800" noProof="0" dirty="0">
                <a:solidFill>
                  <a:schemeClr val="bg2"/>
                </a:solidFill>
              </a:defRPr>
            </a:lvl1pPr>
          </a:lstStyle>
          <a:p>
            <a:pPr lvl="0">
              <a:buClr>
                <a:schemeClr val="bg1"/>
              </a:buClr>
            </a:pPr>
            <a:r>
              <a:rPr lang="de-DE" noProof="0"/>
              <a:t>Mastertextformat bearbeiten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9E0B9734-F55C-4188-A5AC-C6AFC4762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pic>
        <p:nvPicPr>
          <p:cNvPr id="6" name="Inhaltsplatzhalter 4">
            <a:extLst>
              <a:ext uri="{FF2B5EF4-FFF2-40B4-BE49-F238E27FC236}">
                <a16:creationId xmlns:a16="http://schemas.microsoft.com/office/drawing/2014/main" id="{5350DF5B-583D-95CF-3C77-D3F71D68493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6154772"/>
            <a:ext cx="847090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282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boxen horizonta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platzhalter 26">
            <a:extLst>
              <a:ext uri="{FF2B5EF4-FFF2-40B4-BE49-F238E27FC236}">
                <a16:creationId xmlns:a16="http://schemas.microsoft.com/office/drawing/2014/main" id="{9612A4FA-EF8E-4C6A-A2B4-34935B21EE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92000" cy="1132596"/>
          </a:xfrm>
          <a:custGeom>
            <a:avLst/>
            <a:gdLst>
              <a:gd name="connsiteX0" fmla="*/ 11311650 w 12192000"/>
              <a:gd name="connsiteY0" fmla="*/ 263961 h 1132596"/>
              <a:gd name="connsiteX1" fmla="*/ 11311650 w 12192000"/>
              <a:gd name="connsiteY1" fmla="*/ 782361 h 1132596"/>
              <a:gd name="connsiteX2" fmla="*/ 11830050 w 12192000"/>
              <a:gd name="connsiteY2" fmla="*/ 782361 h 1132596"/>
              <a:gd name="connsiteX3" fmla="*/ 11830050 w 12192000"/>
              <a:gd name="connsiteY3" fmla="*/ 263961 h 1132596"/>
              <a:gd name="connsiteX4" fmla="*/ 0 w 12192000"/>
              <a:gd name="connsiteY4" fmla="*/ 0 h 1132596"/>
              <a:gd name="connsiteX5" fmla="*/ 12192000 w 12192000"/>
              <a:gd name="connsiteY5" fmla="*/ 0 h 1132596"/>
              <a:gd name="connsiteX6" fmla="*/ 12192000 w 12192000"/>
              <a:gd name="connsiteY6" fmla="*/ 1132596 h 1132596"/>
              <a:gd name="connsiteX7" fmla="*/ 0 w 12192000"/>
              <a:gd name="connsiteY7" fmla="*/ 1132596 h 113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132596">
                <a:moveTo>
                  <a:pt x="11311650" y="263961"/>
                </a:moveTo>
                <a:lnTo>
                  <a:pt x="11311650" y="782361"/>
                </a:lnTo>
                <a:lnTo>
                  <a:pt x="11830050" y="782361"/>
                </a:lnTo>
                <a:lnTo>
                  <a:pt x="11830050" y="2639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132596"/>
                </a:lnTo>
                <a:lnTo>
                  <a:pt x="0" y="1132596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 </a:t>
            </a:r>
          </a:p>
        </p:txBody>
      </p:sp>
      <p:sp>
        <p:nvSpPr>
          <p:cNvPr id="25" name="Textplatzhalter 8">
            <a:extLst>
              <a:ext uri="{FF2B5EF4-FFF2-40B4-BE49-F238E27FC236}">
                <a16:creationId xmlns:a16="http://schemas.microsoft.com/office/drawing/2014/main" id="{D39BAF4B-CAEB-45EB-A983-DB8BA126868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F0B9F063-E23B-424C-BE68-CA5BC33235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" hasCustomPrompt="1"/>
          </p:nvPr>
        </p:nvSpPr>
        <p:spPr bwMode="gray">
          <a:xfrm>
            <a:off x="361950" y="1386605"/>
            <a:ext cx="5610480" cy="432000"/>
          </a:xfrm>
          <a:solidFill>
            <a:srgbClr val="8BBF40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4" name="Inhalt 1"/>
          <p:cNvSpPr>
            <a:spLocks noGrp="1"/>
          </p:cNvSpPr>
          <p:nvPr>
            <p:ph sz="half" idx="2"/>
          </p:nvPr>
        </p:nvSpPr>
        <p:spPr bwMode="gray">
          <a:xfrm>
            <a:off x="361950" y="1818604"/>
            <a:ext cx="5610480" cy="1877753"/>
          </a:xfrm>
          <a:solidFill>
            <a:srgbClr val="8BBF40"/>
          </a:solidFill>
        </p:spPr>
        <p:txBody>
          <a:bodyPr lIns="252000" tIns="108000" rIns="252000" bIns="252000"/>
          <a:lstStyle>
            <a:lvl1pPr>
              <a:buClr>
                <a:schemeClr val="bg1"/>
              </a:buClr>
              <a:defRPr sz="1800">
                <a:solidFill>
                  <a:schemeClr val="bg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5" name="Text 2"/>
          <p:cNvSpPr>
            <a:spLocks noGrp="1"/>
          </p:cNvSpPr>
          <p:nvPr>
            <p:ph type="body" sz="quarter" idx="3" hasCustomPrompt="1"/>
          </p:nvPr>
        </p:nvSpPr>
        <p:spPr bwMode="gray">
          <a:xfrm>
            <a:off x="6210620" y="1386605"/>
            <a:ext cx="5610480" cy="432000"/>
          </a:xfrm>
          <a:solidFill>
            <a:schemeClr val="accent5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29B8138-E5DD-46B6-B9A4-AF18C44167B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Inhalt 1">
            <a:extLst>
              <a:ext uri="{FF2B5EF4-FFF2-40B4-BE49-F238E27FC236}">
                <a16:creationId xmlns:a16="http://schemas.microsoft.com/office/drawing/2014/main" id="{D5C550A8-162C-4719-8D4B-8CEF2443700C}"/>
              </a:ext>
            </a:extLst>
          </p:cNvPr>
          <p:cNvSpPr>
            <a:spLocks noGrp="1"/>
          </p:cNvSpPr>
          <p:nvPr>
            <p:ph sz="half" idx="18"/>
          </p:nvPr>
        </p:nvSpPr>
        <p:spPr bwMode="gray">
          <a:xfrm>
            <a:off x="6210620" y="1818604"/>
            <a:ext cx="5610480" cy="1877754"/>
          </a:xfrm>
          <a:solidFill>
            <a:schemeClr val="accent5"/>
          </a:solidFill>
        </p:spPr>
        <p:txBody>
          <a:bodyPr vert="horz" lIns="252000" tIns="108000" rIns="252000" bIns="252000" rtlCol="0">
            <a:noAutofit/>
          </a:bodyPr>
          <a:lstStyle>
            <a:lvl1pPr>
              <a:buClr>
                <a:schemeClr val="bg1"/>
              </a:buClr>
              <a:defRPr lang="de-DE" sz="1800" noProof="0" dirty="0">
                <a:solidFill>
                  <a:schemeClr val="bg2"/>
                </a:solidFill>
              </a:defRPr>
            </a:lvl1pPr>
          </a:lstStyle>
          <a:p>
            <a:pPr lvl="0">
              <a:buClr>
                <a:schemeClr val="bg1"/>
              </a:buClr>
            </a:pPr>
            <a:r>
              <a:rPr lang="de-DE" noProof="0"/>
              <a:t>Mastertextformat bearbeiten</a:t>
            </a:r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9F056043-F9B6-47D5-81A2-627568B512FF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 bwMode="gray">
          <a:xfrm>
            <a:off x="361950" y="3770689"/>
            <a:ext cx="5610480" cy="432000"/>
          </a:xfrm>
          <a:solidFill>
            <a:schemeClr val="accent4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17" name="Inhalt 1">
            <a:extLst>
              <a:ext uri="{FF2B5EF4-FFF2-40B4-BE49-F238E27FC236}">
                <a16:creationId xmlns:a16="http://schemas.microsoft.com/office/drawing/2014/main" id="{3DC475D5-B991-41CB-A15E-5D5269726652}"/>
              </a:ext>
            </a:extLst>
          </p:cNvPr>
          <p:cNvSpPr>
            <a:spLocks noGrp="1"/>
          </p:cNvSpPr>
          <p:nvPr>
            <p:ph sz="half" idx="20"/>
          </p:nvPr>
        </p:nvSpPr>
        <p:spPr bwMode="gray">
          <a:xfrm>
            <a:off x="361950" y="4190512"/>
            <a:ext cx="5610480" cy="1877751"/>
          </a:xfrm>
          <a:solidFill>
            <a:schemeClr val="accent4"/>
          </a:solidFill>
        </p:spPr>
        <p:txBody>
          <a:bodyPr vert="horz" lIns="252000" tIns="108000" rIns="252000" bIns="252000" rtlCol="0">
            <a:noAutofit/>
          </a:bodyPr>
          <a:lstStyle>
            <a:lvl1pPr>
              <a:buClr>
                <a:schemeClr val="bg1"/>
              </a:buClr>
              <a:defRPr lang="de-DE" sz="1800" noProof="0" dirty="0">
                <a:solidFill>
                  <a:schemeClr val="bg2"/>
                </a:solidFill>
              </a:defRPr>
            </a:lvl1pPr>
          </a:lstStyle>
          <a:p>
            <a:pPr lvl="0">
              <a:buClr>
                <a:schemeClr val="bg1"/>
              </a:buClr>
            </a:pPr>
            <a:r>
              <a:rPr lang="de-DE" noProof="0"/>
              <a:t>Mastertextformat bearbeiten</a:t>
            </a:r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8F12D20C-0C91-46AA-BBA3-07D110D6DD0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210620" y="3770689"/>
            <a:ext cx="5610480" cy="432000"/>
          </a:xfrm>
          <a:solidFill>
            <a:schemeClr val="accent6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19" name="Inhalt 1">
            <a:extLst>
              <a:ext uri="{FF2B5EF4-FFF2-40B4-BE49-F238E27FC236}">
                <a16:creationId xmlns:a16="http://schemas.microsoft.com/office/drawing/2014/main" id="{B8B183AD-0A6C-4D18-B370-E139E907CF5F}"/>
              </a:ext>
            </a:extLst>
          </p:cNvPr>
          <p:cNvSpPr>
            <a:spLocks noGrp="1"/>
          </p:cNvSpPr>
          <p:nvPr>
            <p:ph sz="half" idx="22"/>
          </p:nvPr>
        </p:nvSpPr>
        <p:spPr bwMode="gray">
          <a:xfrm>
            <a:off x="6210620" y="4190512"/>
            <a:ext cx="5610480" cy="1889928"/>
          </a:xfrm>
          <a:solidFill>
            <a:schemeClr val="accent6"/>
          </a:solidFill>
        </p:spPr>
        <p:txBody>
          <a:bodyPr vert="horz" lIns="252000" tIns="108000" rIns="252000" bIns="252000" rtlCol="0">
            <a:noAutofit/>
          </a:bodyPr>
          <a:lstStyle>
            <a:lvl1pPr>
              <a:buClr>
                <a:schemeClr val="bg1"/>
              </a:buClr>
              <a:defRPr lang="de-DE" sz="1800" noProof="0" dirty="0">
                <a:solidFill>
                  <a:schemeClr val="bg2"/>
                </a:solidFill>
              </a:defRPr>
            </a:lvl1pPr>
          </a:lstStyle>
          <a:p>
            <a:pPr lvl="0">
              <a:buClr>
                <a:schemeClr val="bg1"/>
              </a:buClr>
            </a:pPr>
            <a:r>
              <a:rPr lang="de-DE" noProof="0"/>
              <a:t>Mastertextformat bearbeiten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9E0B9734-F55C-4188-A5AC-C6AFC4762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pic>
        <p:nvPicPr>
          <p:cNvPr id="6" name="Inhaltsplatzhalter 4">
            <a:extLst>
              <a:ext uri="{FF2B5EF4-FFF2-40B4-BE49-F238E27FC236}">
                <a16:creationId xmlns:a16="http://schemas.microsoft.com/office/drawing/2014/main" id="{79162A54-9A8E-EDB3-B31B-0315A2A0E74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6154772"/>
            <a:ext cx="847090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760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boxen horizontal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platzhalter 26">
            <a:extLst>
              <a:ext uri="{FF2B5EF4-FFF2-40B4-BE49-F238E27FC236}">
                <a16:creationId xmlns:a16="http://schemas.microsoft.com/office/drawing/2014/main" id="{9612A4FA-EF8E-4C6A-A2B4-34935B21EE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92000" cy="1132596"/>
          </a:xfrm>
          <a:custGeom>
            <a:avLst/>
            <a:gdLst>
              <a:gd name="connsiteX0" fmla="*/ 11311650 w 12192000"/>
              <a:gd name="connsiteY0" fmla="*/ 263961 h 1132596"/>
              <a:gd name="connsiteX1" fmla="*/ 11311650 w 12192000"/>
              <a:gd name="connsiteY1" fmla="*/ 782361 h 1132596"/>
              <a:gd name="connsiteX2" fmla="*/ 11830050 w 12192000"/>
              <a:gd name="connsiteY2" fmla="*/ 782361 h 1132596"/>
              <a:gd name="connsiteX3" fmla="*/ 11830050 w 12192000"/>
              <a:gd name="connsiteY3" fmla="*/ 263961 h 1132596"/>
              <a:gd name="connsiteX4" fmla="*/ 0 w 12192000"/>
              <a:gd name="connsiteY4" fmla="*/ 0 h 1132596"/>
              <a:gd name="connsiteX5" fmla="*/ 12192000 w 12192000"/>
              <a:gd name="connsiteY5" fmla="*/ 0 h 1132596"/>
              <a:gd name="connsiteX6" fmla="*/ 12192000 w 12192000"/>
              <a:gd name="connsiteY6" fmla="*/ 1132596 h 1132596"/>
              <a:gd name="connsiteX7" fmla="*/ 0 w 12192000"/>
              <a:gd name="connsiteY7" fmla="*/ 1132596 h 113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132596">
                <a:moveTo>
                  <a:pt x="11311650" y="263961"/>
                </a:moveTo>
                <a:lnTo>
                  <a:pt x="11311650" y="782361"/>
                </a:lnTo>
                <a:lnTo>
                  <a:pt x="11830050" y="782361"/>
                </a:lnTo>
                <a:lnTo>
                  <a:pt x="11830050" y="2639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132596"/>
                </a:lnTo>
                <a:lnTo>
                  <a:pt x="0" y="1132596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5" name="Textplatzhalter 8">
            <a:extLst>
              <a:ext uri="{FF2B5EF4-FFF2-40B4-BE49-F238E27FC236}">
                <a16:creationId xmlns:a16="http://schemas.microsoft.com/office/drawing/2014/main" id="{D39BAF4B-CAEB-45EB-A983-DB8BA126868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F0B9F063-E23B-424C-BE68-CA5BC33235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sp>
        <p:nvSpPr>
          <p:cNvPr id="3" name="Text 1"/>
          <p:cNvSpPr>
            <a:spLocks noGrp="1"/>
          </p:cNvSpPr>
          <p:nvPr>
            <p:ph type="body" idx="1" hasCustomPrompt="1"/>
          </p:nvPr>
        </p:nvSpPr>
        <p:spPr bwMode="gray">
          <a:xfrm>
            <a:off x="361950" y="1386605"/>
            <a:ext cx="5610480" cy="432000"/>
          </a:xfrm>
          <a:solidFill>
            <a:srgbClr val="ED2722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4" name="Inhalt 1"/>
          <p:cNvSpPr>
            <a:spLocks noGrp="1"/>
          </p:cNvSpPr>
          <p:nvPr>
            <p:ph sz="half" idx="2"/>
          </p:nvPr>
        </p:nvSpPr>
        <p:spPr bwMode="gray">
          <a:xfrm>
            <a:off x="361950" y="1818604"/>
            <a:ext cx="5610480" cy="1877753"/>
          </a:xfrm>
          <a:solidFill>
            <a:srgbClr val="ED2722"/>
          </a:solidFill>
        </p:spPr>
        <p:txBody>
          <a:bodyPr lIns="252000" tIns="108000" rIns="252000" bIns="252000"/>
          <a:lstStyle>
            <a:lvl1pPr>
              <a:buClr>
                <a:schemeClr val="bg1"/>
              </a:buClr>
              <a:defRPr sz="1800">
                <a:solidFill>
                  <a:schemeClr val="bg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5" name="Text 2"/>
          <p:cNvSpPr>
            <a:spLocks noGrp="1"/>
          </p:cNvSpPr>
          <p:nvPr>
            <p:ph type="body" sz="quarter" idx="3" hasCustomPrompt="1"/>
          </p:nvPr>
        </p:nvSpPr>
        <p:spPr bwMode="gray">
          <a:xfrm>
            <a:off x="6210620" y="1386605"/>
            <a:ext cx="5610480" cy="432000"/>
          </a:xfrm>
          <a:solidFill>
            <a:srgbClr val="6D0E4C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29B8138-E5DD-46B6-B9A4-AF18C44167B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Inhalt 1">
            <a:extLst>
              <a:ext uri="{FF2B5EF4-FFF2-40B4-BE49-F238E27FC236}">
                <a16:creationId xmlns:a16="http://schemas.microsoft.com/office/drawing/2014/main" id="{D5C550A8-162C-4719-8D4B-8CEF2443700C}"/>
              </a:ext>
            </a:extLst>
          </p:cNvPr>
          <p:cNvSpPr>
            <a:spLocks noGrp="1"/>
          </p:cNvSpPr>
          <p:nvPr>
            <p:ph sz="half" idx="18"/>
          </p:nvPr>
        </p:nvSpPr>
        <p:spPr bwMode="gray">
          <a:xfrm>
            <a:off x="6210620" y="1818604"/>
            <a:ext cx="5610480" cy="1877754"/>
          </a:xfrm>
          <a:solidFill>
            <a:srgbClr val="6D0E4C"/>
          </a:solidFill>
        </p:spPr>
        <p:txBody>
          <a:bodyPr vert="horz" lIns="252000" tIns="108000" rIns="252000" bIns="252000" rtlCol="0">
            <a:noAutofit/>
          </a:bodyPr>
          <a:lstStyle>
            <a:lvl1pPr>
              <a:buClr>
                <a:schemeClr val="bg1"/>
              </a:buClr>
              <a:defRPr lang="de-DE" sz="1800" noProof="0" dirty="0">
                <a:solidFill>
                  <a:schemeClr val="bg2"/>
                </a:solidFill>
              </a:defRPr>
            </a:lvl1pPr>
          </a:lstStyle>
          <a:p>
            <a:pPr lvl="0">
              <a:buClr>
                <a:schemeClr val="bg1"/>
              </a:buClr>
            </a:pPr>
            <a:r>
              <a:rPr lang="de-DE" noProof="0"/>
              <a:t>Mastertextformat bearbeiten</a:t>
            </a:r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9F056043-F9B6-47D5-81A2-627568B512FF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 bwMode="gray">
          <a:xfrm>
            <a:off x="361950" y="3763064"/>
            <a:ext cx="5610480" cy="432000"/>
          </a:xfrm>
          <a:solidFill>
            <a:schemeClr val="accent3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17" name="Inhalt 1">
            <a:extLst>
              <a:ext uri="{FF2B5EF4-FFF2-40B4-BE49-F238E27FC236}">
                <a16:creationId xmlns:a16="http://schemas.microsoft.com/office/drawing/2014/main" id="{3DC475D5-B991-41CB-A15E-5D5269726652}"/>
              </a:ext>
            </a:extLst>
          </p:cNvPr>
          <p:cNvSpPr>
            <a:spLocks noGrp="1"/>
          </p:cNvSpPr>
          <p:nvPr>
            <p:ph sz="half" idx="20"/>
          </p:nvPr>
        </p:nvSpPr>
        <p:spPr bwMode="gray">
          <a:xfrm>
            <a:off x="361950" y="4182887"/>
            <a:ext cx="5610480" cy="1877751"/>
          </a:xfrm>
          <a:solidFill>
            <a:schemeClr val="accent3"/>
          </a:solidFill>
        </p:spPr>
        <p:txBody>
          <a:bodyPr vert="horz" lIns="252000" tIns="108000" rIns="252000" bIns="252000" rtlCol="0">
            <a:noAutofit/>
          </a:bodyPr>
          <a:lstStyle>
            <a:lvl1pPr>
              <a:buClr>
                <a:schemeClr val="bg1"/>
              </a:buClr>
              <a:defRPr lang="de-DE" sz="1800" noProof="0" dirty="0">
                <a:solidFill>
                  <a:schemeClr val="bg2"/>
                </a:solidFill>
              </a:defRPr>
            </a:lvl1pPr>
          </a:lstStyle>
          <a:p>
            <a:pPr lvl="0">
              <a:buClr>
                <a:schemeClr val="bg1"/>
              </a:buClr>
            </a:pPr>
            <a:r>
              <a:rPr lang="de-DE" noProof="0"/>
              <a:t>Mastertextformat bearbeiten</a:t>
            </a:r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8F12D20C-0C91-46AA-BBA3-07D110D6DD0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210620" y="3763064"/>
            <a:ext cx="5610480" cy="432000"/>
          </a:xfrm>
          <a:solidFill>
            <a:schemeClr val="accent2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6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TEXTMASTERFORMAT BEARBEITEN</a:t>
            </a:r>
          </a:p>
        </p:txBody>
      </p:sp>
      <p:sp>
        <p:nvSpPr>
          <p:cNvPr id="19" name="Inhalt 1">
            <a:extLst>
              <a:ext uri="{FF2B5EF4-FFF2-40B4-BE49-F238E27FC236}">
                <a16:creationId xmlns:a16="http://schemas.microsoft.com/office/drawing/2014/main" id="{B8B183AD-0A6C-4D18-B370-E139E907CF5F}"/>
              </a:ext>
            </a:extLst>
          </p:cNvPr>
          <p:cNvSpPr>
            <a:spLocks noGrp="1"/>
          </p:cNvSpPr>
          <p:nvPr>
            <p:ph sz="half" idx="22"/>
          </p:nvPr>
        </p:nvSpPr>
        <p:spPr bwMode="gray">
          <a:xfrm>
            <a:off x="6210620" y="4182887"/>
            <a:ext cx="5610480" cy="1889928"/>
          </a:xfrm>
          <a:solidFill>
            <a:schemeClr val="accent2"/>
          </a:solidFill>
        </p:spPr>
        <p:txBody>
          <a:bodyPr vert="horz" lIns="252000" tIns="108000" rIns="252000" bIns="252000" rtlCol="0">
            <a:noAutofit/>
          </a:bodyPr>
          <a:lstStyle>
            <a:lvl1pPr>
              <a:buClr>
                <a:schemeClr val="bg1"/>
              </a:buClr>
              <a:defRPr lang="de-DE" sz="1800" noProof="0" dirty="0">
                <a:solidFill>
                  <a:schemeClr val="bg2"/>
                </a:solidFill>
              </a:defRPr>
            </a:lvl1pPr>
          </a:lstStyle>
          <a:p>
            <a:pPr lvl="0">
              <a:buClr>
                <a:schemeClr val="bg1"/>
              </a:buClr>
            </a:pPr>
            <a:r>
              <a:rPr lang="de-DE" noProof="0"/>
              <a:t>Mastertextformat bearbeiten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9E0B9734-F55C-4188-A5AC-C6AFC4762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pic>
        <p:nvPicPr>
          <p:cNvPr id="6" name="Inhaltsplatzhalter 4">
            <a:extLst>
              <a:ext uri="{FF2B5EF4-FFF2-40B4-BE49-F238E27FC236}">
                <a16:creationId xmlns:a16="http://schemas.microsoft.com/office/drawing/2014/main" id="{38FA413F-73F7-AC79-0DD0-2AD903D3E8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6154772"/>
            <a:ext cx="847090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016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boxen vertik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A70EC6E2-97CE-4014-9553-D60509EEAC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92000" cy="1132596"/>
          </a:xfrm>
          <a:custGeom>
            <a:avLst/>
            <a:gdLst>
              <a:gd name="connsiteX0" fmla="*/ 11311650 w 12192000"/>
              <a:gd name="connsiteY0" fmla="*/ 263961 h 1132596"/>
              <a:gd name="connsiteX1" fmla="*/ 11311650 w 12192000"/>
              <a:gd name="connsiteY1" fmla="*/ 782361 h 1132596"/>
              <a:gd name="connsiteX2" fmla="*/ 11830050 w 12192000"/>
              <a:gd name="connsiteY2" fmla="*/ 782361 h 1132596"/>
              <a:gd name="connsiteX3" fmla="*/ 11830050 w 12192000"/>
              <a:gd name="connsiteY3" fmla="*/ 263961 h 1132596"/>
              <a:gd name="connsiteX4" fmla="*/ 0 w 12192000"/>
              <a:gd name="connsiteY4" fmla="*/ 0 h 1132596"/>
              <a:gd name="connsiteX5" fmla="*/ 12192000 w 12192000"/>
              <a:gd name="connsiteY5" fmla="*/ 0 h 1132596"/>
              <a:gd name="connsiteX6" fmla="*/ 12192000 w 12192000"/>
              <a:gd name="connsiteY6" fmla="*/ 1132596 h 1132596"/>
              <a:gd name="connsiteX7" fmla="*/ 0 w 12192000"/>
              <a:gd name="connsiteY7" fmla="*/ 1132596 h 113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132596">
                <a:moveTo>
                  <a:pt x="11311650" y="263961"/>
                </a:moveTo>
                <a:lnTo>
                  <a:pt x="11311650" y="782361"/>
                </a:lnTo>
                <a:lnTo>
                  <a:pt x="11830050" y="782361"/>
                </a:lnTo>
                <a:lnTo>
                  <a:pt x="11830050" y="2639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132596"/>
                </a:lnTo>
                <a:lnTo>
                  <a:pt x="0" y="1132596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3" name="Text 1"/>
          <p:cNvSpPr>
            <a:spLocks noGrp="1"/>
          </p:cNvSpPr>
          <p:nvPr>
            <p:ph type="body" idx="1" hasCustomPrompt="1"/>
          </p:nvPr>
        </p:nvSpPr>
        <p:spPr bwMode="gray">
          <a:xfrm>
            <a:off x="361950" y="1389973"/>
            <a:ext cx="2736000" cy="576000"/>
          </a:xfrm>
          <a:solidFill>
            <a:srgbClr val="BBB323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4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 BEARBEITEN</a:t>
            </a:r>
          </a:p>
        </p:txBody>
      </p:sp>
      <p:sp>
        <p:nvSpPr>
          <p:cNvPr id="4" name="Inhalt 1"/>
          <p:cNvSpPr>
            <a:spLocks noGrp="1"/>
          </p:cNvSpPr>
          <p:nvPr>
            <p:ph sz="half" idx="2"/>
          </p:nvPr>
        </p:nvSpPr>
        <p:spPr bwMode="gray">
          <a:xfrm>
            <a:off x="361950" y="1965973"/>
            <a:ext cx="2736000" cy="4041338"/>
          </a:xfrm>
          <a:solidFill>
            <a:srgbClr val="BBB323">
              <a:alpha val="75000"/>
            </a:srgbClr>
          </a:solidFill>
        </p:spPr>
        <p:txBody>
          <a:bodyPr lIns="252000" tIns="252000" rIns="252000" bIns="252000"/>
          <a:lstStyle>
            <a:lvl1pPr>
              <a:buClr>
                <a:schemeClr val="bg2"/>
              </a:buClr>
              <a:defRPr sz="1600"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 sz="1400"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 sz="1200">
                <a:solidFill>
                  <a:schemeClr val="bg2"/>
                </a:solidFill>
              </a:defRPr>
            </a:lvl3pPr>
            <a:lvl4pPr>
              <a:defRPr sz="11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27" name="Text 2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3272650" y="1389973"/>
            <a:ext cx="2736000" cy="576000"/>
          </a:xfrm>
          <a:solidFill>
            <a:srgbClr val="6D0E4C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4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 BEARBEITEN</a:t>
            </a:r>
          </a:p>
        </p:txBody>
      </p:sp>
      <p:sp>
        <p:nvSpPr>
          <p:cNvPr id="28" name="Inhalt 2"/>
          <p:cNvSpPr>
            <a:spLocks noGrp="1"/>
          </p:cNvSpPr>
          <p:nvPr>
            <p:ph sz="quarter" idx="17"/>
          </p:nvPr>
        </p:nvSpPr>
        <p:spPr bwMode="gray">
          <a:xfrm>
            <a:off x="3272650" y="1965973"/>
            <a:ext cx="2736000" cy="4041338"/>
          </a:xfrm>
          <a:solidFill>
            <a:srgbClr val="6D0E4C">
              <a:alpha val="75000"/>
            </a:srgbClr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6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400">
                <a:solidFill>
                  <a:schemeClr val="bg2"/>
                </a:solidFill>
              </a:defRPr>
            </a:lvl2pPr>
            <a:lvl3pPr>
              <a:buClr>
                <a:schemeClr val="bg1"/>
              </a:buClr>
              <a:defRPr sz="1200">
                <a:solidFill>
                  <a:schemeClr val="bg2"/>
                </a:solidFill>
              </a:defRPr>
            </a:lvl3pPr>
            <a:lvl4pPr>
              <a:defRPr sz="11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25" name="Text 3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6183350" y="1389973"/>
            <a:ext cx="2736000" cy="576000"/>
          </a:xfrm>
          <a:solidFill>
            <a:srgbClr val="F8485E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4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 BEARBEITEN</a:t>
            </a:r>
          </a:p>
        </p:txBody>
      </p:sp>
      <p:sp>
        <p:nvSpPr>
          <p:cNvPr id="26" name="Inhalt 3"/>
          <p:cNvSpPr>
            <a:spLocks noGrp="1"/>
          </p:cNvSpPr>
          <p:nvPr>
            <p:ph sz="quarter" idx="15"/>
          </p:nvPr>
        </p:nvSpPr>
        <p:spPr bwMode="gray">
          <a:xfrm>
            <a:off x="6183350" y="1965973"/>
            <a:ext cx="2736000" cy="4041338"/>
          </a:xfrm>
          <a:solidFill>
            <a:srgbClr val="F8485E">
              <a:alpha val="75000"/>
            </a:srgbClr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6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400">
                <a:solidFill>
                  <a:schemeClr val="bg2"/>
                </a:solidFill>
              </a:defRPr>
            </a:lvl2pPr>
            <a:lvl3pPr>
              <a:buClr>
                <a:schemeClr val="bg1"/>
              </a:buClr>
              <a:defRPr sz="1200">
                <a:solidFill>
                  <a:schemeClr val="bg2"/>
                </a:solidFill>
              </a:defRPr>
            </a:lvl3pPr>
            <a:lvl4pPr>
              <a:defRPr sz="11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5" name="Text 4"/>
          <p:cNvSpPr>
            <a:spLocks noGrp="1"/>
          </p:cNvSpPr>
          <p:nvPr>
            <p:ph type="body" sz="quarter" idx="3" hasCustomPrompt="1"/>
          </p:nvPr>
        </p:nvSpPr>
        <p:spPr bwMode="gray">
          <a:xfrm>
            <a:off x="9094050" y="1389973"/>
            <a:ext cx="2736000" cy="576000"/>
          </a:xfrm>
          <a:solidFill>
            <a:srgbClr val="0D5257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4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 BEARBEITEN</a:t>
            </a:r>
          </a:p>
        </p:txBody>
      </p:sp>
      <p:sp>
        <p:nvSpPr>
          <p:cNvPr id="6" name="Inhalt 4"/>
          <p:cNvSpPr>
            <a:spLocks noGrp="1"/>
          </p:cNvSpPr>
          <p:nvPr>
            <p:ph sz="quarter" idx="4"/>
          </p:nvPr>
        </p:nvSpPr>
        <p:spPr bwMode="gray">
          <a:xfrm>
            <a:off x="9094050" y="1965973"/>
            <a:ext cx="2736000" cy="4041338"/>
          </a:xfrm>
          <a:solidFill>
            <a:srgbClr val="0D5257">
              <a:alpha val="75000"/>
            </a:srgbClr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6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400">
                <a:solidFill>
                  <a:schemeClr val="bg2"/>
                </a:solidFill>
              </a:defRPr>
            </a:lvl2pPr>
            <a:lvl3pPr>
              <a:buClr>
                <a:schemeClr val="bg1"/>
              </a:buClr>
              <a:defRPr sz="1200">
                <a:solidFill>
                  <a:schemeClr val="bg2"/>
                </a:solidFill>
              </a:defRPr>
            </a:lvl3pPr>
            <a:lvl4pPr>
              <a:defRPr sz="11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598E6FD6-3049-4A8D-9CAA-ABB3FFB0A67B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0" name="Textplatzhalter 8">
            <a:extLst>
              <a:ext uri="{FF2B5EF4-FFF2-40B4-BE49-F238E27FC236}">
                <a16:creationId xmlns:a16="http://schemas.microsoft.com/office/drawing/2014/main" id="{024F3013-51C1-4805-970B-584CFE6A897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2085AEB8-9DF9-4444-8CEB-9C6189F072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sp>
        <p:nvSpPr>
          <p:cNvPr id="13" name="Titel 12">
            <a:extLst>
              <a:ext uri="{FF2B5EF4-FFF2-40B4-BE49-F238E27FC236}">
                <a16:creationId xmlns:a16="http://schemas.microsoft.com/office/drawing/2014/main" id="{A2BC4E20-99D1-4C6F-A745-F26F1BF4F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pic>
        <p:nvPicPr>
          <p:cNvPr id="7" name="Inhaltsplatzhalter 4">
            <a:extLst>
              <a:ext uri="{FF2B5EF4-FFF2-40B4-BE49-F238E27FC236}">
                <a16:creationId xmlns:a16="http://schemas.microsoft.com/office/drawing/2014/main" id="{EF1EC07A-6994-DAAC-1BE2-4345834FBBA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6154772"/>
            <a:ext cx="847090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065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boxen vertika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A70EC6E2-97CE-4014-9553-D60509EEAC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92000" cy="1132596"/>
          </a:xfrm>
          <a:custGeom>
            <a:avLst/>
            <a:gdLst>
              <a:gd name="connsiteX0" fmla="*/ 11311650 w 12192000"/>
              <a:gd name="connsiteY0" fmla="*/ 263961 h 1132596"/>
              <a:gd name="connsiteX1" fmla="*/ 11311650 w 12192000"/>
              <a:gd name="connsiteY1" fmla="*/ 782361 h 1132596"/>
              <a:gd name="connsiteX2" fmla="*/ 11830050 w 12192000"/>
              <a:gd name="connsiteY2" fmla="*/ 782361 h 1132596"/>
              <a:gd name="connsiteX3" fmla="*/ 11830050 w 12192000"/>
              <a:gd name="connsiteY3" fmla="*/ 263961 h 1132596"/>
              <a:gd name="connsiteX4" fmla="*/ 0 w 12192000"/>
              <a:gd name="connsiteY4" fmla="*/ 0 h 1132596"/>
              <a:gd name="connsiteX5" fmla="*/ 12192000 w 12192000"/>
              <a:gd name="connsiteY5" fmla="*/ 0 h 1132596"/>
              <a:gd name="connsiteX6" fmla="*/ 12192000 w 12192000"/>
              <a:gd name="connsiteY6" fmla="*/ 1132596 h 1132596"/>
              <a:gd name="connsiteX7" fmla="*/ 0 w 12192000"/>
              <a:gd name="connsiteY7" fmla="*/ 1132596 h 113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132596">
                <a:moveTo>
                  <a:pt x="11311650" y="263961"/>
                </a:moveTo>
                <a:lnTo>
                  <a:pt x="11311650" y="782361"/>
                </a:lnTo>
                <a:lnTo>
                  <a:pt x="11830050" y="782361"/>
                </a:lnTo>
                <a:lnTo>
                  <a:pt x="11830050" y="2639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132596"/>
                </a:lnTo>
                <a:lnTo>
                  <a:pt x="0" y="1132596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3" name="Text 1"/>
          <p:cNvSpPr>
            <a:spLocks noGrp="1"/>
          </p:cNvSpPr>
          <p:nvPr>
            <p:ph type="body" idx="1" hasCustomPrompt="1"/>
          </p:nvPr>
        </p:nvSpPr>
        <p:spPr bwMode="gray">
          <a:xfrm>
            <a:off x="361950" y="1389973"/>
            <a:ext cx="2736000" cy="576000"/>
          </a:xfrm>
          <a:solidFill>
            <a:srgbClr val="8BBF40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4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 BEARBEITEN</a:t>
            </a:r>
          </a:p>
        </p:txBody>
      </p:sp>
      <p:sp>
        <p:nvSpPr>
          <p:cNvPr id="4" name="Inhalt 1"/>
          <p:cNvSpPr>
            <a:spLocks noGrp="1"/>
          </p:cNvSpPr>
          <p:nvPr>
            <p:ph sz="half" idx="2"/>
          </p:nvPr>
        </p:nvSpPr>
        <p:spPr bwMode="gray">
          <a:xfrm>
            <a:off x="361950" y="1965973"/>
            <a:ext cx="2736000" cy="4041338"/>
          </a:xfrm>
          <a:solidFill>
            <a:srgbClr val="8BBF40">
              <a:alpha val="75000"/>
            </a:srgbClr>
          </a:solidFill>
        </p:spPr>
        <p:txBody>
          <a:bodyPr lIns="252000" tIns="252000" rIns="252000" bIns="252000"/>
          <a:lstStyle>
            <a:lvl1pPr>
              <a:buClr>
                <a:schemeClr val="bg2"/>
              </a:buClr>
              <a:defRPr sz="1600"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 sz="1400"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 sz="1200">
                <a:solidFill>
                  <a:schemeClr val="bg2"/>
                </a:solidFill>
              </a:defRPr>
            </a:lvl3pPr>
            <a:lvl4pPr>
              <a:defRPr sz="11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27" name="Text 2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3272650" y="1389973"/>
            <a:ext cx="2736000" cy="576000"/>
          </a:xfrm>
          <a:solidFill>
            <a:schemeClr val="accent5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4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 BEARBEITEN</a:t>
            </a:r>
          </a:p>
        </p:txBody>
      </p:sp>
      <p:sp>
        <p:nvSpPr>
          <p:cNvPr id="28" name="Inhalt 2"/>
          <p:cNvSpPr>
            <a:spLocks noGrp="1"/>
          </p:cNvSpPr>
          <p:nvPr>
            <p:ph sz="quarter" idx="17"/>
          </p:nvPr>
        </p:nvSpPr>
        <p:spPr bwMode="gray">
          <a:xfrm>
            <a:off x="3272650" y="1965973"/>
            <a:ext cx="2736000" cy="4041338"/>
          </a:xfrm>
          <a:solidFill>
            <a:schemeClr val="accent5">
              <a:alpha val="75000"/>
            </a:schemeClr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6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400">
                <a:solidFill>
                  <a:schemeClr val="bg2"/>
                </a:solidFill>
              </a:defRPr>
            </a:lvl2pPr>
            <a:lvl3pPr>
              <a:buClr>
                <a:schemeClr val="bg1"/>
              </a:buClr>
              <a:defRPr sz="1200">
                <a:solidFill>
                  <a:schemeClr val="bg2"/>
                </a:solidFill>
              </a:defRPr>
            </a:lvl3pPr>
            <a:lvl4pPr>
              <a:defRPr sz="11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25" name="Text 3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6183350" y="1389973"/>
            <a:ext cx="2736000" cy="576000"/>
          </a:xfrm>
          <a:solidFill>
            <a:schemeClr val="accent4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4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 BEARBEITEN</a:t>
            </a:r>
          </a:p>
        </p:txBody>
      </p:sp>
      <p:sp>
        <p:nvSpPr>
          <p:cNvPr id="26" name="Inhalt 3"/>
          <p:cNvSpPr>
            <a:spLocks noGrp="1"/>
          </p:cNvSpPr>
          <p:nvPr>
            <p:ph sz="quarter" idx="15"/>
          </p:nvPr>
        </p:nvSpPr>
        <p:spPr bwMode="gray">
          <a:xfrm>
            <a:off x="6183350" y="1965973"/>
            <a:ext cx="2736000" cy="4041338"/>
          </a:xfrm>
          <a:solidFill>
            <a:schemeClr val="accent4">
              <a:alpha val="75000"/>
            </a:schemeClr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6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400">
                <a:solidFill>
                  <a:schemeClr val="bg2"/>
                </a:solidFill>
              </a:defRPr>
            </a:lvl2pPr>
            <a:lvl3pPr>
              <a:buClr>
                <a:schemeClr val="bg1"/>
              </a:buClr>
              <a:defRPr sz="1200">
                <a:solidFill>
                  <a:schemeClr val="bg2"/>
                </a:solidFill>
              </a:defRPr>
            </a:lvl3pPr>
            <a:lvl4pPr>
              <a:defRPr sz="11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5" name="Text 4"/>
          <p:cNvSpPr>
            <a:spLocks noGrp="1"/>
          </p:cNvSpPr>
          <p:nvPr>
            <p:ph type="body" sz="quarter" idx="3" hasCustomPrompt="1"/>
          </p:nvPr>
        </p:nvSpPr>
        <p:spPr bwMode="gray">
          <a:xfrm>
            <a:off x="9094050" y="1389973"/>
            <a:ext cx="2736000" cy="576000"/>
          </a:xfrm>
          <a:solidFill>
            <a:schemeClr val="accent6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4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 BEARBEITEN</a:t>
            </a:r>
          </a:p>
        </p:txBody>
      </p:sp>
      <p:sp>
        <p:nvSpPr>
          <p:cNvPr id="6" name="Inhalt 4"/>
          <p:cNvSpPr>
            <a:spLocks noGrp="1"/>
          </p:cNvSpPr>
          <p:nvPr>
            <p:ph sz="quarter" idx="4"/>
          </p:nvPr>
        </p:nvSpPr>
        <p:spPr bwMode="gray">
          <a:xfrm>
            <a:off x="9094050" y="1965973"/>
            <a:ext cx="2736000" cy="4041338"/>
          </a:xfrm>
          <a:solidFill>
            <a:schemeClr val="accent6">
              <a:alpha val="75000"/>
            </a:schemeClr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6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400">
                <a:solidFill>
                  <a:schemeClr val="bg2"/>
                </a:solidFill>
              </a:defRPr>
            </a:lvl2pPr>
            <a:lvl3pPr>
              <a:buClr>
                <a:schemeClr val="bg1"/>
              </a:buClr>
              <a:defRPr sz="1200">
                <a:solidFill>
                  <a:schemeClr val="bg2"/>
                </a:solidFill>
              </a:defRPr>
            </a:lvl3pPr>
            <a:lvl4pPr>
              <a:defRPr sz="11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598E6FD6-3049-4A8D-9CAA-ABB3FFB0A67B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0" name="Textplatzhalter 8">
            <a:extLst>
              <a:ext uri="{FF2B5EF4-FFF2-40B4-BE49-F238E27FC236}">
                <a16:creationId xmlns:a16="http://schemas.microsoft.com/office/drawing/2014/main" id="{024F3013-51C1-4805-970B-584CFE6A897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2085AEB8-9DF9-4444-8CEB-9C6189F072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sp>
        <p:nvSpPr>
          <p:cNvPr id="13" name="Titel 12">
            <a:extLst>
              <a:ext uri="{FF2B5EF4-FFF2-40B4-BE49-F238E27FC236}">
                <a16:creationId xmlns:a16="http://schemas.microsoft.com/office/drawing/2014/main" id="{A2BC4E20-99D1-4C6F-A745-F26F1BF4F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pic>
        <p:nvPicPr>
          <p:cNvPr id="7" name="Inhaltsplatzhalter 4">
            <a:extLst>
              <a:ext uri="{FF2B5EF4-FFF2-40B4-BE49-F238E27FC236}">
                <a16:creationId xmlns:a16="http://schemas.microsoft.com/office/drawing/2014/main" id="{F0EB897D-3743-068C-DD59-A481BFD0575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6154772"/>
            <a:ext cx="847090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859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xtboxen vertikal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A70EC6E2-97CE-4014-9553-D60509EEAC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92000" cy="1132596"/>
          </a:xfrm>
          <a:custGeom>
            <a:avLst/>
            <a:gdLst>
              <a:gd name="connsiteX0" fmla="*/ 11311650 w 12192000"/>
              <a:gd name="connsiteY0" fmla="*/ 263961 h 1132596"/>
              <a:gd name="connsiteX1" fmla="*/ 11311650 w 12192000"/>
              <a:gd name="connsiteY1" fmla="*/ 782361 h 1132596"/>
              <a:gd name="connsiteX2" fmla="*/ 11830050 w 12192000"/>
              <a:gd name="connsiteY2" fmla="*/ 782361 h 1132596"/>
              <a:gd name="connsiteX3" fmla="*/ 11830050 w 12192000"/>
              <a:gd name="connsiteY3" fmla="*/ 263961 h 1132596"/>
              <a:gd name="connsiteX4" fmla="*/ 0 w 12192000"/>
              <a:gd name="connsiteY4" fmla="*/ 0 h 1132596"/>
              <a:gd name="connsiteX5" fmla="*/ 12192000 w 12192000"/>
              <a:gd name="connsiteY5" fmla="*/ 0 h 1132596"/>
              <a:gd name="connsiteX6" fmla="*/ 12192000 w 12192000"/>
              <a:gd name="connsiteY6" fmla="*/ 1132596 h 1132596"/>
              <a:gd name="connsiteX7" fmla="*/ 0 w 12192000"/>
              <a:gd name="connsiteY7" fmla="*/ 1132596 h 113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132596">
                <a:moveTo>
                  <a:pt x="11311650" y="263961"/>
                </a:moveTo>
                <a:lnTo>
                  <a:pt x="11311650" y="782361"/>
                </a:lnTo>
                <a:lnTo>
                  <a:pt x="11830050" y="782361"/>
                </a:lnTo>
                <a:lnTo>
                  <a:pt x="11830050" y="2639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132596"/>
                </a:lnTo>
                <a:lnTo>
                  <a:pt x="0" y="1132596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3" name="Text 1"/>
          <p:cNvSpPr>
            <a:spLocks noGrp="1"/>
          </p:cNvSpPr>
          <p:nvPr>
            <p:ph type="body" idx="1" hasCustomPrompt="1"/>
          </p:nvPr>
        </p:nvSpPr>
        <p:spPr bwMode="gray">
          <a:xfrm>
            <a:off x="361950" y="1389973"/>
            <a:ext cx="2736000" cy="576000"/>
          </a:xfrm>
          <a:solidFill>
            <a:srgbClr val="ED2722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4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 BEARBEITEN</a:t>
            </a:r>
          </a:p>
        </p:txBody>
      </p:sp>
      <p:sp>
        <p:nvSpPr>
          <p:cNvPr id="4" name="Inhalt 1"/>
          <p:cNvSpPr>
            <a:spLocks noGrp="1"/>
          </p:cNvSpPr>
          <p:nvPr>
            <p:ph sz="half" idx="2"/>
          </p:nvPr>
        </p:nvSpPr>
        <p:spPr bwMode="gray">
          <a:xfrm>
            <a:off x="361950" y="1965973"/>
            <a:ext cx="2736000" cy="4041338"/>
          </a:xfrm>
          <a:solidFill>
            <a:srgbClr val="ED2722">
              <a:alpha val="75000"/>
            </a:srgbClr>
          </a:solidFill>
        </p:spPr>
        <p:txBody>
          <a:bodyPr lIns="252000" tIns="252000" rIns="252000" bIns="252000"/>
          <a:lstStyle>
            <a:lvl1pPr>
              <a:buClr>
                <a:schemeClr val="bg2"/>
              </a:buClr>
              <a:defRPr sz="1600">
                <a:solidFill>
                  <a:schemeClr val="bg2"/>
                </a:solidFill>
              </a:defRPr>
            </a:lvl1pPr>
            <a:lvl2pPr>
              <a:buClr>
                <a:schemeClr val="bg2"/>
              </a:buClr>
              <a:defRPr sz="1400">
                <a:solidFill>
                  <a:schemeClr val="bg2"/>
                </a:solidFill>
              </a:defRPr>
            </a:lvl2pPr>
            <a:lvl3pPr>
              <a:buClr>
                <a:schemeClr val="bg2"/>
              </a:buClr>
              <a:defRPr sz="1200">
                <a:solidFill>
                  <a:schemeClr val="bg2"/>
                </a:solidFill>
              </a:defRPr>
            </a:lvl3pPr>
            <a:lvl4pPr>
              <a:defRPr sz="11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27" name="Text 2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3272650" y="1389973"/>
            <a:ext cx="2736000" cy="576000"/>
          </a:xfrm>
          <a:solidFill>
            <a:srgbClr val="6D0E4C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4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 BEARBEITEN</a:t>
            </a:r>
          </a:p>
        </p:txBody>
      </p:sp>
      <p:sp>
        <p:nvSpPr>
          <p:cNvPr id="28" name="Inhalt 2"/>
          <p:cNvSpPr>
            <a:spLocks noGrp="1"/>
          </p:cNvSpPr>
          <p:nvPr>
            <p:ph sz="quarter" idx="17"/>
          </p:nvPr>
        </p:nvSpPr>
        <p:spPr bwMode="gray">
          <a:xfrm>
            <a:off x="3272650" y="1965973"/>
            <a:ext cx="2736000" cy="4041338"/>
          </a:xfrm>
          <a:solidFill>
            <a:srgbClr val="6D0E4C">
              <a:alpha val="75000"/>
            </a:srgbClr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6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400">
                <a:solidFill>
                  <a:schemeClr val="bg2"/>
                </a:solidFill>
              </a:defRPr>
            </a:lvl2pPr>
            <a:lvl3pPr>
              <a:buClr>
                <a:schemeClr val="bg1"/>
              </a:buClr>
              <a:defRPr sz="1200">
                <a:solidFill>
                  <a:schemeClr val="bg2"/>
                </a:solidFill>
              </a:defRPr>
            </a:lvl3pPr>
            <a:lvl4pPr>
              <a:defRPr sz="11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25" name="Text 3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6183350" y="1389973"/>
            <a:ext cx="2736000" cy="576000"/>
          </a:xfrm>
          <a:solidFill>
            <a:schemeClr val="accent3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4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 BEARBEITEN</a:t>
            </a:r>
          </a:p>
        </p:txBody>
      </p:sp>
      <p:sp>
        <p:nvSpPr>
          <p:cNvPr id="26" name="Inhalt 3"/>
          <p:cNvSpPr>
            <a:spLocks noGrp="1"/>
          </p:cNvSpPr>
          <p:nvPr>
            <p:ph sz="quarter" idx="15"/>
          </p:nvPr>
        </p:nvSpPr>
        <p:spPr bwMode="gray">
          <a:xfrm>
            <a:off x="6183350" y="1965973"/>
            <a:ext cx="2736000" cy="4041338"/>
          </a:xfrm>
          <a:solidFill>
            <a:schemeClr val="accent3">
              <a:alpha val="75000"/>
            </a:schemeClr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6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400">
                <a:solidFill>
                  <a:schemeClr val="bg2"/>
                </a:solidFill>
              </a:defRPr>
            </a:lvl2pPr>
            <a:lvl3pPr>
              <a:buClr>
                <a:schemeClr val="bg1"/>
              </a:buClr>
              <a:defRPr sz="1200">
                <a:solidFill>
                  <a:schemeClr val="bg2"/>
                </a:solidFill>
              </a:defRPr>
            </a:lvl3pPr>
            <a:lvl4pPr>
              <a:defRPr sz="11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5" name="Text 4"/>
          <p:cNvSpPr>
            <a:spLocks noGrp="1"/>
          </p:cNvSpPr>
          <p:nvPr>
            <p:ph type="body" sz="quarter" idx="3" hasCustomPrompt="1"/>
          </p:nvPr>
        </p:nvSpPr>
        <p:spPr bwMode="gray">
          <a:xfrm>
            <a:off x="9094050" y="1389973"/>
            <a:ext cx="2736000" cy="576000"/>
          </a:xfrm>
          <a:solidFill>
            <a:schemeClr val="accent2"/>
          </a:solidFill>
        </p:spPr>
        <p:txBody>
          <a:bodyPr lIns="252000" rIns="144000" anchor="ctr"/>
          <a:lstStyle>
            <a:lvl1pPr marL="0" indent="0">
              <a:lnSpc>
                <a:spcPct val="100000"/>
              </a:lnSpc>
              <a:buNone/>
              <a:defRPr sz="1400" b="1" cap="all" spc="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noProof="0" dirty="0"/>
              <a:t>TEXT BEARBEITEN</a:t>
            </a:r>
          </a:p>
        </p:txBody>
      </p:sp>
      <p:sp>
        <p:nvSpPr>
          <p:cNvPr id="6" name="Inhalt 4"/>
          <p:cNvSpPr>
            <a:spLocks noGrp="1"/>
          </p:cNvSpPr>
          <p:nvPr>
            <p:ph sz="quarter" idx="4"/>
          </p:nvPr>
        </p:nvSpPr>
        <p:spPr bwMode="gray">
          <a:xfrm>
            <a:off x="9094050" y="1965973"/>
            <a:ext cx="2736000" cy="4041338"/>
          </a:xfrm>
          <a:solidFill>
            <a:schemeClr val="accent2">
              <a:alpha val="75000"/>
            </a:schemeClr>
          </a:solidFill>
        </p:spPr>
        <p:txBody>
          <a:bodyPr lIns="252000" tIns="252000" rIns="252000" bIns="252000"/>
          <a:lstStyle>
            <a:lvl1pPr>
              <a:buClr>
                <a:schemeClr val="bg1"/>
              </a:buClr>
              <a:defRPr sz="1600">
                <a:solidFill>
                  <a:schemeClr val="bg2"/>
                </a:solidFill>
              </a:defRPr>
            </a:lvl1pPr>
            <a:lvl2pPr>
              <a:buClr>
                <a:schemeClr val="bg1"/>
              </a:buClr>
              <a:defRPr sz="1400">
                <a:solidFill>
                  <a:schemeClr val="bg2"/>
                </a:solidFill>
              </a:defRPr>
            </a:lvl2pPr>
            <a:lvl3pPr>
              <a:buClr>
                <a:schemeClr val="bg1"/>
              </a:buClr>
              <a:defRPr sz="1200">
                <a:solidFill>
                  <a:schemeClr val="bg2"/>
                </a:solidFill>
              </a:defRPr>
            </a:lvl3pPr>
            <a:lvl4pPr>
              <a:defRPr sz="1100"/>
            </a:lvl4pPr>
            <a:lvl5pPr>
              <a:defRPr sz="11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598E6FD6-3049-4A8D-9CAA-ABB3FFB0A67B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0" name="Textplatzhalter 8">
            <a:extLst>
              <a:ext uri="{FF2B5EF4-FFF2-40B4-BE49-F238E27FC236}">
                <a16:creationId xmlns:a16="http://schemas.microsoft.com/office/drawing/2014/main" id="{024F3013-51C1-4805-970B-584CFE6A897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2085AEB8-9DF9-4444-8CEB-9C6189F072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sp>
        <p:nvSpPr>
          <p:cNvPr id="13" name="Titel 12">
            <a:extLst>
              <a:ext uri="{FF2B5EF4-FFF2-40B4-BE49-F238E27FC236}">
                <a16:creationId xmlns:a16="http://schemas.microsoft.com/office/drawing/2014/main" id="{A2BC4E20-99D1-4C6F-A745-F26F1BF4F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pic>
        <p:nvPicPr>
          <p:cNvPr id="7" name="Inhaltsplatzhalter 4">
            <a:extLst>
              <a:ext uri="{FF2B5EF4-FFF2-40B4-BE49-F238E27FC236}">
                <a16:creationId xmlns:a16="http://schemas.microsoft.com/office/drawing/2014/main" id="{86078D44-B9E0-0097-0FEF-CDE60B0D057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6154772"/>
            <a:ext cx="847090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441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Kapit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95B72B5-7F27-4E92-B885-C9274AA6E8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67675" y="3429000"/>
            <a:ext cx="3608388" cy="14827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A81420C6-C4D1-44FA-842D-1FCE355C68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3049200" cy="6858000"/>
          </a:xfrm>
          <a:solidFill>
            <a:schemeClr val="accent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F0B7F28A-634C-4FDE-BC41-6E7FAF841E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49200" y="0"/>
            <a:ext cx="3049200" cy="6858000"/>
          </a:xfrm>
          <a:solidFill>
            <a:schemeClr val="accent4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25C986F5-AE26-4944-A198-BF41A0B5178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8400" y="0"/>
            <a:ext cx="3049200" cy="6858000"/>
          </a:xfrm>
          <a:solidFill>
            <a:srgbClr val="8BBF40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6" name="Textplatzhalter 9">
            <a:extLst>
              <a:ext uri="{FF2B5EF4-FFF2-40B4-BE49-F238E27FC236}">
                <a16:creationId xmlns:a16="http://schemas.microsoft.com/office/drawing/2014/main" id="{31EA271B-6779-4302-8204-9D8465F2564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7600" y="0"/>
            <a:ext cx="3049200" cy="6858000"/>
          </a:xfrm>
          <a:solidFill>
            <a:schemeClr val="accent3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52C8C8AF-2104-47A6-BBD7-F1B99305017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0243" y="853870"/>
            <a:ext cx="2570639" cy="14827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13EF672-BFCF-40AF-908E-7CB173A550A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0243" y="476250"/>
            <a:ext cx="2570639" cy="340042"/>
          </a:xfrm>
        </p:spPr>
        <p:txBody>
          <a:bodyPr lIns="0" tIns="0" rIns="0" bIns="36000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de-DE" dirty="0"/>
              <a:t>Kapitel</a:t>
            </a:r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B640F05E-E104-4577-8448-7F391E08C9D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288480" y="853870"/>
            <a:ext cx="2570639" cy="14827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21" name="Textplatzhalter 5">
            <a:extLst>
              <a:ext uri="{FF2B5EF4-FFF2-40B4-BE49-F238E27FC236}">
                <a16:creationId xmlns:a16="http://schemas.microsoft.com/office/drawing/2014/main" id="{27D222A8-3446-486D-B58A-2A30020D234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88480" y="476250"/>
            <a:ext cx="2570639" cy="340042"/>
          </a:xfrm>
        </p:spPr>
        <p:txBody>
          <a:bodyPr lIns="0" tIns="0" rIns="0" bIns="36000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de-DE" dirty="0"/>
              <a:t>Kapitel</a:t>
            </a:r>
          </a:p>
        </p:txBody>
      </p:sp>
      <p:sp>
        <p:nvSpPr>
          <p:cNvPr id="22" name="Textplatzhalter 6">
            <a:extLst>
              <a:ext uri="{FF2B5EF4-FFF2-40B4-BE49-F238E27FC236}">
                <a16:creationId xmlns:a16="http://schemas.microsoft.com/office/drawing/2014/main" id="{F58D50F9-5F7D-40C5-9072-59A543A8952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7680" y="853870"/>
            <a:ext cx="2570639" cy="14827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23" name="Textplatzhalter 5">
            <a:extLst>
              <a:ext uri="{FF2B5EF4-FFF2-40B4-BE49-F238E27FC236}">
                <a16:creationId xmlns:a16="http://schemas.microsoft.com/office/drawing/2014/main" id="{CF1506C3-5E3F-49FF-AA7C-0F9ECB3136B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37680" y="476250"/>
            <a:ext cx="2570639" cy="340042"/>
          </a:xfrm>
        </p:spPr>
        <p:txBody>
          <a:bodyPr lIns="0" tIns="0" rIns="0" bIns="36000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de-DE" dirty="0"/>
              <a:t>Kapitel</a:t>
            </a:r>
          </a:p>
        </p:txBody>
      </p:sp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1357F599-F75A-4BFD-8D0B-18DCD266AC1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356258" y="853870"/>
            <a:ext cx="2570639" cy="14827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25" name="Textplatzhalter 5">
            <a:extLst>
              <a:ext uri="{FF2B5EF4-FFF2-40B4-BE49-F238E27FC236}">
                <a16:creationId xmlns:a16="http://schemas.microsoft.com/office/drawing/2014/main" id="{F0EC3CF1-6D82-417C-B0CC-6106B9E9ACF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356258" y="476250"/>
            <a:ext cx="2570639" cy="340042"/>
          </a:xfrm>
        </p:spPr>
        <p:txBody>
          <a:bodyPr lIns="0" tIns="0" rIns="0" bIns="36000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de-DE" dirty="0"/>
              <a:t>Kapitel</a:t>
            </a:r>
          </a:p>
        </p:txBody>
      </p:sp>
      <p:sp>
        <p:nvSpPr>
          <p:cNvPr id="27" name="Textplatzhalter 26">
            <a:extLst>
              <a:ext uri="{FF2B5EF4-FFF2-40B4-BE49-F238E27FC236}">
                <a16:creationId xmlns:a16="http://schemas.microsoft.com/office/drawing/2014/main" id="{F762959A-0E63-44BA-A970-0EB46A0216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0350" y="2455863"/>
            <a:ext cx="2579688" cy="3673475"/>
          </a:xfrm>
        </p:spPr>
        <p:txBody>
          <a:bodyPr/>
          <a:lstStyle>
            <a:lvl1pPr>
              <a:buClr>
                <a:schemeClr val="bg1"/>
              </a:buClr>
              <a:defRPr sz="20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29" name="Textplatzhalter 26">
            <a:extLst>
              <a:ext uri="{FF2B5EF4-FFF2-40B4-BE49-F238E27FC236}">
                <a16:creationId xmlns:a16="http://schemas.microsoft.com/office/drawing/2014/main" id="{A855F28D-0816-4138-96AE-A04FD07A6A3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67518" y="2455863"/>
            <a:ext cx="2579688" cy="3673475"/>
          </a:xfrm>
        </p:spPr>
        <p:txBody>
          <a:bodyPr/>
          <a:lstStyle>
            <a:lvl1pPr>
              <a:buClr>
                <a:schemeClr val="bg1"/>
              </a:buClr>
              <a:defRPr sz="20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30" name="Textplatzhalter 26">
            <a:extLst>
              <a:ext uri="{FF2B5EF4-FFF2-40B4-BE49-F238E27FC236}">
                <a16:creationId xmlns:a16="http://schemas.microsoft.com/office/drawing/2014/main" id="{170C8713-8539-459D-B996-11CFD47DCA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49594" y="2455863"/>
            <a:ext cx="2579688" cy="3673475"/>
          </a:xfrm>
        </p:spPr>
        <p:txBody>
          <a:bodyPr/>
          <a:lstStyle>
            <a:lvl1pPr>
              <a:buClr>
                <a:schemeClr val="bg1"/>
              </a:buClr>
              <a:defRPr sz="20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31" name="Textplatzhalter 26">
            <a:extLst>
              <a:ext uri="{FF2B5EF4-FFF2-40B4-BE49-F238E27FC236}">
                <a16:creationId xmlns:a16="http://schemas.microsoft.com/office/drawing/2014/main" id="{A587EFD5-BCB1-43B5-8526-205F8B7B2A4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335656" y="2455863"/>
            <a:ext cx="2579688" cy="3673475"/>
          </a:xfrm>
        </p:spPr>
        <p:txBody>
          <a:bodyPr/>
          <a:lstStyle>
            <a:lvl1pPr>
              <a:buClr>
                <a:schemeClr val="bg1"/>
              </a:buClr>
              <a:defRPr sz="20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54194282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Kapit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95B72B5-7F27-4E92-B885-C9274AA6E8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67675" y="3429000"/>
            <a:ext cx="3608388" cy="14827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4444A58E-6BD3-4C5C-8D0D-695678E581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8975" y="6352507"/>
            <a:ext cx="407088" cy="407088"/>
          </a:xfrm>
          <a:prstGeom prst="rect">
            <a:avLst/>
          </a:prstGeom>
        </p:spPr>
      </p:pic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A81420C6-C4D1-44FA-842D-1FCE355C68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3049200" cy="6858000"/>
          </a:xfrm>
          <a:solidFill>
            <a:srgbClr val="BBB323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F0B7F28A-634C-4FDE-BC41-6E7FAF841E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49200" y="0"/>
            <a:ext cx="3049200" cy="6858000"/>
          </a:xfrm>
          <a:solidFill>
            <a:srgbClr val="6D0E4C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25C986F5-AE26-4944-A198-BF41A0B5178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8400" y="0"/>
            <a:ext cx="3049200" cy="6858000"/>
          </a:xfrm>
          <a:solidFill>
            <a:srgbClr val="F8485E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6" name="Textplatzhalter 9">
            <a:extLst>
              <a:ext uri="{FF2B5EF4-FFF2-40B4-BE49-F238E27FC236}">
                <a16:creationId xmlns:a16="http://schemas.microsoft.com/office/drawing/2014/main" id="{31EA271B-6779-4302-8204-9D8465F2564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7600" y="0"/>
            <a:ext cx="3049200" cy="6858000"/>
          </a:xfrm>
          <a:solidFill>
            <a:srgbClr val="0D5257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52C8C8AF-2104-47A6-BBD7-F1B99305017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0243" y="853870"/>
            <a:ext cx="2570639" cy="14827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13EF672-BFCF-40AF-908E-7CB173A550A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0243" y="476250"/>
            <a:ext cx="2570639" cy="340042"/>
          </a:xfrm>
        </p:spPr>
        <p:txBody>
          <a:bodyPr lIns="0" tIns="0" rIns="0" bIns="36000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de-DE" dirty="0"/>
              <a:t>Kapitel</a:t>
            </a:r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B640F05E-E104-4577-8448-7F391E08C9D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288480" y="853870"/>
            <a:ext cx="2570639" cy="14827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21" name="Textplatzhalter 5">
            <a:extLst>
              <a:ext uri="{FF2B5EF4-FFF2-40B4-BE49-F238E27FC236}">
                <a16:creationId xmlns:a16="http://schemas.microsoft.com/office/drawing/2014/main" id="{27D222A8-3446-486D-B58A-2A30020D234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88480" y="476250"/>
            <a:ext cx="2570639" cy="340042"/>
          </a:xfrm>
        </p:spPr>
        <p:txBody>
          <a:bodyPr lIns="0" tIns="0" rIns="0" bIns="36000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de-DE" dirty="0"/>
              <a:t>Kapitel</a:t>
            </a:r>
          </a:p>
        </p:txBody>
      </p:sp>
      <p:sp>
        <p:nvSpPr>
          <p:cNvPr id="22" name="Textplatzhalter 6">
            <a:extLst>
              <a:ext uri="{FF2B5EF4-FFF2-40B4-BE49-F238E27FC236}">
                <a16:creationId xmlns:a16="http://schemas.microsoft.com/office/drawing/2014/main" id="{F58D50F9-5F7D-40C5-9072-59A543A8952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7680" y="853870"/>
            <a:ext cx="2570639" cy="14827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23" name="Textplatzhalter 5">
            <a:extLst>
              <a:ext uri="{FF2B5EF4-FFF2-40B4-BE49-F238E27FC236}">
                <a16:creationId xmlns:a16="http://schemas.microsoft.com/office/drawing/2014/main" id="{CF1506C3-5E3F-49FF-AA7C-0F9ECB3136B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37680" y="476250"/>
            <a:ext cx="2570639" cy="340042"/>
          </a:xfrm>
        </p:spPr>
        <p:txBody>
          <a:bodyPr lIns="0" tIns="0" rIns="0" bIns="36000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de-DE" dirty="0"/>
              <a:t>Kapitel</a:t>
            </a:r>
          </a:p>
        </p:txBody>
      </p:sp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1357F599-F75A-4BFD-8D0B-18DCD266AC1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356258" y="853870"/>
            <a:ext cx="2570639" cy="14827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25" name="Textplatzhalter 5">
            <a:extLst>
              <a:ext uri="{FF2B5EF4-FFF2-40B4-BE49-F238E27FC236}">
                <a16:creationId xmlns:a16="http://schemas.microsoft.com/office/drawing/2014/main" id="{F0EC3CF1-6D82-417C-B0CC-6106B9E9ACF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356258" y="476250"/>
            <a:ext cx="2570639" cy="340042"/>
          </a:xfrm>
        </p:spPr>
        <p:txBody>
          <a:bodyPr lIns="0" tIns="0" rIns="0" bIns="36000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de-DE" dirty="0"/>
              <a:t>Kapitel</a:t>
            </a:r>
          </a:p>
        </p:txBody>
      </p:sp>
      <p:sp>
        <p:nvSpPr>
          <p:cNvPr id="27" name="Textplatzhalter 26">
            <a:extLst>
              <a:ext uri="{FF2B5EF4-FFF2-40B4-BE49-F238E27FC236}">
                <a16:creationId xmlns:a16="http://schemas.microsoft.com/office/drawing/2014/main" id="{F762959A-0E63-44BA-A970-0EB46A0216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0350" y="2455863"/>
            <a:ext cx="2579688" cy="3673475"/>
          </a:xfrm>
        </p:spPr>
        <p:txBody>
          <a:bodyPr/>
          <a:lstStyle>
            <a:lvl1pPr>
              <a:buClr>
                <a:schemeClr val="bg1"/>
              </a:buClr>
              <a:defRPr sz="20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29" name="Textplatzhalter 26">
            <a:extLst>
              <a:ext uri="{FF2B5EF4-FFF2-40B4-BE49-F238E27FC236}">
                <a16:creationId xmlns:a16="http://schemas.microsoft.com/office/drawing/2014/main" id="{A855F28D-0816-4138-96AE-A04FD07A6A3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67518" y="2455863"/>
            <a:ext cx="2579688" cy="3673475"/>
          </a:xfrm>
        </p:spPr>
        <p:txBody>
          <a:bodyPr/>
          <a:lstStyle>
            <a:lvl1pPr>
              <a:buClr>
                <a:schemeClr val="bg1"/>
              </a:buClr>
              <a:defRPr sz="20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30" name="Textplatzhalter 26">
            <a:extLst>
              <a:ext uri="{FF2B5EF4-FFF2-40B4-BE49-F238E27FC236}">
                <a16:creationId xmlns:a16="http://schemas.microsoft.com/office/drawing/2014/main" id="{170C8713-8539-459D-B996-11CFD47DCA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49594" y="2455863"/>
            <a:ext cx="2579688" cy="3673475"/>
          </a:xfrm>
        </p:spPr>
        <p:txBody>
          <a:bodyPr/>
          <a:lstStyle>
            <a:lvl1pPr>
              <a:buClr>
                <a:schemeClr val="bg1"/>
              </a:buClr>
              <a:defRPr sz="20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31" name="Textplatzhalter 26">
            <a:extLst>
              <a:ext uri="{FF2B5EF4-FFF2-40B4-BE49-F238E27FC236}">
                <a16:creationId xmlns:a16="http://schemas.microsoft.com/office/drawing/2014/main" id="{A587EFD5-BCB1-43B5-8526-205F8B7B2A4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335656" y="2455863"/>
            <a:ext cx="2579688" cy="3673475"/>
          </a:xfrm>
        </p:spPr>
        <p:txBody>
          <a:bodyPr/>
          <a:lstStyle>
            <a:lvl1pPr>
              <a:buClr>
                <a:schemeClr val="bg1"/>
              </a:buClr>
              <a:defRPr sz="20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56328591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Kapite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95B72B5-7F27-4E92-B885-C9274AA6E8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67675" y="3429000"/>
            <a:ext cx="3608388" cy="14827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4444A58E-6BD3-4C5C-8D0D-695678E581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8975" y="6352507"/>
            <a:ext cx="407088" cy="407088"/>
          </a:xfrm>
          <a:prstGeom prst="rect">
            <a:avLst/>
          </a:prstGeom>
        </p:spPr>
      </p:pic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A81420C6-C4D1-44FA-842D-1FCE355C68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3049200" cy="6858000"/>
          </a:xfrm>
          <a:solidFill>
            <a:srgbClr val="8BBF40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F0B7F28A-634C-4FDE-BC41-6E7FAF841E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49200" y="0"/>
            <a:ext cx="3049200" cy="6858000"/>
          </a:xfrm>
          <a:solidFill>
            <a:schemeClr val="accent5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25C986F5-AE26-4944-A198-BF41A0B5178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8400" y="0"/>
            <a:ext cx="3049200" cy="6858000"/>
          </a:xfrm>
          <a:solidFill>
            <a:schemeClr val="accent4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6" name="Textplatzhalter 9">
            <a:extLst>
              <a:ext uri="{FF2B5EF4-FFF2-40B4-BE49-F238E27FC236}">
                <a16:creationId xmlns:a16="http://schemas.microsoft.com/office/drawing/2014/main" id="{31EA271B-6779-4302-8204-9D8465F2564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7600" y="0"/>
            <a:ext cx="3049200" cy="6858000"/>
          </a:xfrm>
          <a:solidFill>
            <a:schemeClr val="accent6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52C8C8AF-2104-47A6-BBD7-F1B99305017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0243" y="853870"/>
            <a:ext cx="2570639" cy="14827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13EF672-BFCF-40AF-908E-7CB173A550A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0243" y="476250"/>
            <a:ext cx="2570639" cy="340042"/>
          </a:xfrm>
        </p:spPr>
        <p:txBody>
          <a:bodyPr lIns="0" tIns="0" rIns="0" bIns="36000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de-DE" dirty="0"/>
              <a:t>Kapitel</a:t>
            </a:r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B640F05E-E104-4577-8448-7F391E08C9D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288480" y="853870"/>
            <a:ext cx="2570639" cy="14827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21" name="Textplatzhalter 5">
            <a:extLst>
              <a:ext uri="{FF2B5EF4-FFF2-40B4-BE49-F238E27FC236}">
                <a16:creationId xmlns:a16="http://schemas.microsoft.com/office/drawing/2014/main" id="{27D222A8-3446-486D-B58A-2A30020D234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88480" y="476250"/>
            <a:ext cx="2570639" cy="340042"/>
          </a:xfrm>
        </p:spPr>
        <p:txBody>
          <a:bodyPr lIns="0" tIns="0" rIns="0" bIns="36000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de-DE" dirty="0"/>
              <a:t>Kapitel</a:t>
            </a:r>
          </a:p>
        </p:txBody>
      </p:sp>
      <p:sp>
        <p:nvSpPr>
          <p:cNvPr id="22" name="Textplatzhalter 6">
            <a:extLst>
              <a:ext uri="{FF2B5EF4-FFF2-40B4-BE49-F238E27FC236}">
                <a16:creationId xmlns:a16="http://schemas.microsoft.com/office/drawing/2014/main" id="{F58D50F9-5F7D-40C5-9072-59A543A8952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7680" y="853870"/>
            <a:ext cx="2570639" cy="14827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23" name="Textplatzhalter 5">
            <a:extLst>
              <a:ext uri="{FF2B5EF4-FFF2-40B4-BE49-F238E27FC236}">
                <a16:creationId xmlns:a16="http://schemas.microsoft.com/office/drawing/2014/main" id="{CF1506C3-5E3F-49FF-AA7C-0F9ECB3136B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37680" y="476250"/>
            <a:ext cx="2570639" cy="340042"/>
          </a:xfrm>
        </p:spPr>
        <p:txBody>
          <a:bodyPr lIns="0" tIns="0" rIns="0" bIns="36000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de-DE" dirty="0"/>
              <a:t>Kapitel</a:t>
            </a:r>
          </a:p>
        </p:txBody>
      </p:sp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1357F599-F75A-4BFD-8D0B-18DCD266AC1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356258" y="853870"/>
            <a:ext cx="2570639" cy="14827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25" name="Textplatzhalter 5">
            <a:extLst>
              <a:ext uri="{FF2B5EF4-FFF2-40B4-BE49-F238E27FC236}">
                <a16:creationId xmlns:a16="http://schemas.microsoft.com/office/drawing/2014/main" id="{F0EC3CF1-6D82-417C-B0CC-6106B9E9ACF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356258" y="476250"/>
            <a:ext cx="2570639" cy="340042"/>
          </a:xfrm>
        </p:spPr>
        <p:txBody>
          <a:bodyPr lIns="0" tIns="0" rIns="0" bIns="36000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de-DE" dirty="0"/>
              <a:t>Kapitel</a:t>
            </a:r>
          </a:p>
        </p:txBody>
      </p:sp>
      <p:sp>
        <p:nvSpPr>
          <p:cNvPr id="27" name="Textplatzhalter 26">
            <a:extLst>
              <a:ext uri="{FF2B5EF4-FFF2-40B4-BE49-F238E27FC236}">
                <a16:creationId xmlns:a16="http://schemas.microsoft.com/office/drawing/2014/main" id="{F762959A-0E63-44BA-A970-0EB46A0216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0350" y="2455863"/>
            <a:ext cx="2579688" cy="3673475"/>
          </a:xfrm>
        </p:spPr>
        <p:txBody>
          <a:bodyPr/>
          <a:lstStyle>
            <a:lvl1pPr>
              <a:buClr>
                <a:schemeClr val="bg1"/>
              </a:buClr>
              <a:defRPr sz="20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29" name="Textplatzhalter 26">
            <a:extLst>
              <a:ext uri="{FF2B5EF4-FFF2-40B4-BE49-F238E27FC236}">
                <a16:creationId xmlns:a16="http://schemas.microsoft.com/office/drawing/2014/main" id="{A855F28D-0816-4138-96AE-A04FD07A6A3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67518" y="2455863"/>
            <a:ext cx="2579688" cy="3673475"/>
          </a:xfrm>
        </p:spPr>
        <p:txBody>
          <a:bodyPr/>
          <a:lstStyle>
            <a:lvl1pPr>
              <a:buClr>
                <a:schemeClr val="bg1"/>
              </a:buClr>
              <a:defRPr sz="20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30" name="Textplatzhalter 26">
            <a:extLst>
              <a:ext uri="{FF2B5EF4-FFF2-40B4-BE49-F238E27FC236}">
                <a16:creationId xmlns:a16="http://schemas.microsoft.com/office/drawing/2014/main" id="{170C8713-8539-459D-B996-11CFD47DCA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49594" y="2455863"/>
            <a:ext cx="2579688" cy="3673475"/>
          </a:xfrm>
        </p:spPr>
        <p:txBody>
          <a:bodyPr/>
          <a:lstStyle>
            <a:lvl1pPr>
              <a:buClr>
                <a:schemeClr val="bg1"/>
              </a:buClr>
              <a:defRPr sz="20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31" name="Textplatzhalter 26">
            <a:extLst>
              <a:ext uri="{FF2B5EF4-FFF2-40B4-BE49-F238E27FC236}">
                <a16:creationId xmlns:a16="http://schemas.microsoft.com/office/drawing/2014/main" id="{A587EFD5-BCB1-43B5-8526-205F8B7B2A4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335656" y="2455863"/>
            <a:ext cx="2579688" cy="3673475"/>
          </a:xfrm>
        </p:spPr>
        <p:txBody>
          <a:bodyPr/>
          <a:lstStyle>
            <a:lvl1pPr>
              <a:buClr>
                <a:schemeClr val="bg1"/>
              </a:buClr>
              <a:defRPr sz="20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71777802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Kapitel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95B72B5-7F27-4E92-B885-C9274AA6E8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67675" y="3429000"/>
            <a:ext cx="3608388" cy="14827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4444A58E-6BD3-4C5C-8D0D-695678E581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68975" y="6352507"/>
            <a:ext cx="407088" cy="407088"/>
          </a:xfrm>
          <a:prstGeom prst="rect">
            <a:avLst/>
          </a:prstGeom>
        </p:spPr>
      </p:pic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A81420C6-C4D1-44FA-842D-1FCE355C68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3049200" cy="6858000"/>
          </a:xfrm>
          <a:solidFill>
            <a:srgbClr val="ED272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F0B7F28A-634C-4FDE-BC41-6E7FAF841E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49200" y="0"/>
            <a:ext cx="3049200" cy="6858000"/>
          </a:xfrm>
          <a:solidFill>
            <a:srgbClr val="6D0E4C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25C986F5-AE26-4944-A198-BF41A0B5178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8400" y="0"/>
            <a:ext cx="3049200" cy="6858000"/>
          </a:xfrm>
          <a:solidFill>
            <a:schemeClr val="accent3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6" name="Textplatzhalter 9">
            <a:extLst>
              <a:ext uri="{FF2B5EF4-FFF2-40B4-BE49-F238E27FC236}">
                <a16:creationId xmlns:a16="http://schemas.microsoft.com/office/drawing/2014/main" id="{31EA271B-6779-4302-8204-9D8465F2564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7600" y="0"/>
            <a:ext cx="3049200" cy="6858000"/>
          </a:xfrm>
          <a:solidFill>
            <a:schemeClr val="accent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52C8C8AF-2104-47A6-BBD7-F1B99305017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0243" y="853870"/>
            <a:ext cx="2570639" cy="14827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313EF672-BFCF-40AF-908E-7CB173A550A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0243" y="476250"/>
            <a:ext cx="2570639" cy="340042"/>
          </a:xfrm>
        </p:spPr>
        <p:txBody>
          <a:bodyPr lIns="0" tIns="0" rIns="0" bIns="36000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de-DE" dirty="0"/>
              <a:t>Kapitel</a:t>
            </a:r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B640F05E-E104-4577-8448-7F391E08C9D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288480" y="853870"/>
            <a:ext cx="2570639" cy="14827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21" name="Textplatzhalter 5">
            <a:extLst>
              <a:ext uri="{FF2B5EF4-FFF2-40B4-BE49-F238E27FC236}">
                <a16:creationId xmlns:a16="http://schemas.microsoft.com/office/drawing/2014/main" id="{27D222A8-3446-486D-B58A-2A30020D234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88480" y="476250"/>
            <a:ext cx="2570639" cy="340042"/>
          </a:xfrm>
        </p:spPr>
        <p:txBody>
          <a:bodyPr lIns="0" tIns="0" rIns="0" bIns="36000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de-DE" dirty="0"/>
              <a:t>Kapitel</a:t>
            </a:r>
          </a:p>
        </p:txBody>
      </p:sp>
      <p:sp>
        <p:nvSpPr>
          <p:cNvPr id="22" name="Textplatzhalter 6">
            <a:extLst>
              <a:ext uri="{FF2B5EF4-FFF2-40B4-BE49-F238E27FC236}">
                <a16:creationId xmlns:a16="http://schemas.microsoft.com/office/drawing/2014/main" id="{F58D50F9-5F7D-40C5-9072-59A543A8952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37680" y="853870"/>
            <a:ext cx="2570639" cy="14827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23" name="Textplatzhalter 5">
            <a:extLst>
              <a:ext uri="{FF2B5EF4-FFF2-40B4-BE49-F238E27FC236}">
                <a16:creationId xmlns:a16="http://schemas.microsoft.com/office/drawing/2014/main" id="{CF1506C3-5E3F-49FF-AA7C-0F9ECB3136B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37680" y="476250"/>
            <a:ext cx="2570639" cy="340042"/>
          </a:xfrm>
        </p:spPr>
        <p:txBody>
          <a:bodyPr lIns="0" tIns="0" rIns="0" bIns="36000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de-DE" dirty="0"/>
              <a:t>Kapitel</a:t>
            </a:r>
          </a:p>
        </p:txBody>
      </p:sp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1357F599-F75A-4BFD-8D0B-18DCD266AC1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356258" y="853870"/>
            <a:ext cx="2570639" cy="14827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25" name="Textplatzhalter 5">
            <a:extLst>
              <a:ext uri="{FF2B5EF4-FFF2-40B4-BE49-F238E27FC236}">
                <a16:creationId xmlns:a16="http://schemas.microsoft.com/office/drawing/2014/main" id="{F0EC3CF1-6D82-417C-B0CC-6106B9E9ACF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356258" y="476250"/>
            <a:ext cx="2570639" cy="340042"/>
          </a:xfrm>
        </p:spPr>
        <p:txBody>
          <a:bodyPr lIns="0" tIns="0" rIns="0" bIns="36000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de-DE" sz="240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5pPr>
          </a:lstStyle>
          <a:p>
            <a:pPr lvl="0"/>
            <a:r>
              <a:rPr lang="de-DE" dirty="0"/>
              <a:t>Kapitel</a:t>
            </a:r>
          </a:p>
        </p:txBody>
      </p:sp>
      <p:sp>
        <p:nvSpPr>
          <p:cNvPr id="27" name="Textplatzhalter 26">
            <a:extLst>
              <a:ext uri="{FF2B5EF4-FFF2-40B4-BE49-F238E27FC236}">
                <a16:creationId xmlns:a16="http://schemas.microsoft.com/office/drawing/2014/main" id="{F762959A-0E63-44BA-A970-0EB46A02168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0350" y="2455863"/>
            <a:ext cx="2579688" cy="3673475"/>
          </a:xfrm>
        </p:spPr>
        <p:txBody>
          <a:bodyPr/>
          <a:lstStyle>
            <a:lvl1pPr>
              <a:buClr>
                <a:schemeClr val="bg1"/>
              </a:buClr>
              <a:defRPr sz="20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29" name="Textplatzhalter 26">
            <a:extLst>
              <a:ext uri="{FF2B5EF4-FFF2-40B4-BE49-F238E27FC236}">
                <a16:creationId xmlns:a16="http://schemas.microsoft.com/office/drawing/2014/main" id="{A855F28D-0816-4138-96AE-A04FD07A6A3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67518" y="2455863"/>
            <a:ext cx="2579688" cy="3673475"/>
          </a:xfrm>
        </p:spPr>
        <p:txBody>
          <a:bodyPr/>
          <a:lstStyle>
            <a:lvl1pPr>
              <a:buClr>
                <a:schemeClr val="bg1"/>
              </a:buClr>
              <a:defRPr sz="20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30" name="Textplatzhalter 26">
            <a:extLst>
              <a:ext uri="{FF2B5EF4-FFF2-40B4-BE49-F238E27FC236}">
                <a16:creationId xmlns:a16="http://schemas.microsoft.com/office/drawing/2014/main" id="{170C8713-8539-459D-B996-11CFD47DCA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49594" y="2455863"/>
            <a:ext cx="2579688" cy="3673475"/>
          </a:xfrm>
        </p:spPr>
        <p:txBody>
          <a:bodyPr/>
          <a:lstStyle>
            <a:lvl1pPr>
              <a:buClr>
                <a:schemeClr val="bg1"/>
              </a:buClr>
              <a:defRPr sz="20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31" name="Textplatzhalter 26">
            <a:extLst>
              <a:ext uri="{FF2B5EF4-FFF2-40B4-BE49-F238E27FC236}">
                <a16:creationId xmlns:a16="http://schemas.microsoft.com/office/drawing/2014/main" id="{A587EFD5-BCB1-43B5-8526-205F8B7B2A4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335656" y="2455863"/>
            <a:ext cx="2579688" cy="3673475"/>
          </a:xfrm>
        </p:spPr>
        <p:txBody>
          <a:bodyPr/>
          <a:lstStyle>
            <a:lvl1pPr>
              <a:buClr>
                <a:schemeClr val="bg1"/>
              </a:buClr>
              <a:defRPr sz="20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11963331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F3803B84-C617-4F86-880D-BA48ECECA8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0"/>
            <a:ext cx="12191999" cy="6858000"/>
          </a:xfrm>
          <a:solidFill>
            <a:schemeClr val="accent5"/>
          </a:solidFill>
        </p:spPr>
        <p:txBody>
          <a:bodyPr lIns="504000" tIns="504000" rIns="504000" bIns="504000" anchor="ctr">
            <a:normAutofit/>
          </a:bodyPr>
          <a:lstStyle>
            <a:lvl1pPr marL="0" indent="0" algn="ctr">
              <a:buNone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 Zitat</a:t>
            </a:r>
          </a:p>
        </p:txBody>
      </p:sp>
      <p:sp>
        <p:nvSpPr>
          <p:cNvPr id="4" name="Textplatzhalter 12">
            <a:extLst>
              <a:ext uri="{FF2B5EF4-FFF2-40B4-BE49-F238E27FC236}">
                <a16:creationId xmlns:a16="http://schemas.microsoft.com/office/drawing/2014/main" id="{E720FE1A-2D50-4223-921A-F574BB4A0CD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311650" y="263961"/>
            <a:ext cx="518400" cy="518400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</a:t>
            </a:r>
          </a:p>
        </p:txBody>
      </p:sp>
      <p:pic>
        <p:nvPicPr>
          <p:cNvPr id="2" name="Inhaltsplatzhalter 4">
            <a:extLst>
              <a:ext uri="{FF2B5EF4-FFF2-40B4-BE49-F238E27FC236}">
                <a16:creationId xmlns:a16="http://schemas.microsoft.com/office/drawing/2014/main" id="{480EEFE3-DCB9-50E1-9CBE-0DC5B604A7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7529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/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F3803B84-C617-4F86-880D-BA48ECECA8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0"/>
            <a:ext cx="6096000" cy="6858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16AF22B2-75C2-4A7F-98F1-C8E4B4A05D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pattFill prst="wdUpDiag">
            <a:fgClr>
              <a:schemeClr val="bg2">
                <a:lumMod val="95000"/>
              </a:schemeClr>
            </a:fgClr>
            <a:bgClr>
              <a:schemeClr val="bg1"/>
            </a:bgClr>
          </a:pattFill>
        </p:spPr>
        <p:txBody>
          <a:bodyPr vert="horz" lIns="72000" tIns="72000" rIns="72000" bIns="72000" rtlCol="0">
            <a:normAutofit/>
          </a:bodyPr>
          <a:lstStyle>
            <a:lvl1pPr>
              <a:defRPr lang="de-DE" sz="1200" dirty="0"/>
            </a:lvl1pPr>
          </a:lstStyle>
          <a:p>
            <a:pPr marL="72000" lvl="0" indent="-72000"/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F2F4F883-A7B8-4F38-94BE-F7E28BCD3A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1950" y="1376363"/>
            <a:ext cx="5449303" cy="464487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AAB9FD5-B1A6-48FF-937A-58E92946ACD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428BE239-61F1-474C-97BF-1D6210D17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0" y="263961"/>
            <a:ext cx="5449303" cy="5111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C944FC87-564B-4B5C-9DD6-814470FBDBF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311650" y="263961"/>
            <a:ext cx="518400" cy="518400"/>
          </a:xfr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</a:t>
            </a:r>
          </a:p>
        </p:txBody>
      </p:sp>
      <p:pic>
        <p:nvPicPr>
          <p:cNvPr id="3" name="Inhaltsplatzhalter 4">
            <a:extLst>
              <a:ext uri="{FF2B5EF4-FFF2-40B4-BE49-F238E27FC236}">
                <a16:creationId xmlns:a16="http://schemas.microsoft.com/office/drawing/2014/main" id="{2D160FDE-F1AC-3652-CB85-765A78A74D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38042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l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66C700A6-07A4-4BB1-805E-2005BA268E0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92000" cy="1132596"/>
          </a:xfrm>
          <a:custGeom>
            <a:avLst/>
            <a:gdLst>
              <a:gd name="connsiteX0" fmla="*/ 11311650 w 12192000"/>
              <a:gd name="connsiteY0" fmla="*/ 263961 h 1132596"/>
              <a:gd name="connsiteX1" fmla="*/ 11311650 w 12192000"/>
              <a:gd name="connsiteY1" fmla="*/ 782361 h 1132596"/>
              <a:gd name="connsiteX2" fmla="*/ 11830050 w 12192000"/>
              <a:gd name="connsiteY2" fmla="*/ 782361 h 1132596"/>
              <a:gd name="connsiteX3" fmla="*/ 11830050 w 12192000"/>
              <a:gd name="connsiteY3" fmla="*/ 263961 h 1132596"/>
              <a:gd name="connsiteX4" fmla="*/ 0 w 12192000"/>
              <a:gd name="connsiteY4" fmla="*/ 0 h 1132596"/>
              <a:gd name="connsiteX5" fmla="*/ 12192000 w 12192000"/>
              <a:gd name="connsiteY5" fmla="*/ 0 h 1132596"/>
              <a:gd name="connsiteX6" fmla="*/ 12192000 w 12192000"/>
              <a:gd name="connsiteY6" fmla="*/ 1132596 h 1132596"/>
              <a:gd name="connsiteX7" fmla="*/ 0 w 12192000"/>
              <a:gd name="connsiteY7" fmla="*/ 1132596 h 1132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132596">
                <a:moveTo>
                  <a:pt x="11311650" y="263961"/>
                </a:moveTo>
                <a:lnTo>
                  <a:pt x="11311650" y="782361"/>
                </a:lnTo>
                <a:lnTo>
                  <a:pt x="11830050" y="782361"/>
                </a:lnTo>
                <a:lnTo>
                  <a:pt x="11830050" y="26396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132596"/>
                </a:lnTo>
                <a:lnTo>
                  <a:pt x="0" y="1132596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de-DE" dirty="0"/>
              <a:t>  </a:t>
            </a:r>
          </a:p>
        </p:txBody>
      </p:sp>
      <p:sp>
        <p:nvSpPr>
          <p:cNvPr id="6" name="Bildplatzhalter"/>
          <p:cNvSpPr>
            <a:spLocks noGrp="1"/>
          </p:cNvSpPr>
          <p:nvPr>
            <p:ph type="pic" sz="quarter" idx="12"/>
          </p:nvPr>
        </p:nvSpPr>
        <p:spPr>
          <a:xfrm>
            <a:off x="0" y="1151680"/>
            <a:ext cx="12192000" cy="5706320"/>
          </a:xfrm>
          <a:prstGeom prst="rect">
            <a:avLst/>
          </a:prstGeom>
          <a:pattFill prst="wdUpDiag">
            <a:fgClr>
              <a:schemeClr val="bg2">
                <a:lumMod val="95000"/>
              </a:schemeClr>
            </a:fgClr>
            <a:bgClr>
              <a:schemeClr val="bg1"/>
            </a:bgClr>
          </a:pattFill>
        </p:spPr>
        <p:txBody>
          <a:bodyPr vert="horz" lIns="72000" tIns="72000" rIns="72000" bIns="72000" rtlCol="0">
            <a:normAutofit/>
          </a:bodyPr>
          <a:lstStyle>
            <a:lvl1pPr>
              <a:defRPr lang="en-US" sz="100"/>
            </a:lvl1pPr>
          </a:lstStyle>
          <a:p>
            <a:pPr marL="72000" lvl="0" indent="-72000"/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4" name="Textplatzhalter 8">
            <a:extLst>
              <a:ext uri="{FF2B5EF4-FFF2-40B4-BE49-F238E27FC236}">
                <a16:creationId xmlns:a16="http://schemas.microsoft.com/office/drawing/2014/main" id="{4F571861-869E-43F9-A040-F16A2CD713A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61951" y="694976"/>
            <a:ext cx="10653982" cy="244878"/>
          </a:xfrm>
        </p:spPr>
        <p:txBody>
          <a:bodyPr lIns="0" tIns="0" rIns="0" bIns="0" anchor="ctr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FB784126-14E6-4E5E-84B3-350AC8214E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41F5FF8-06C7-4689-81F1-71219FE13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9EF3051-218D-4788-9D55-6C77A2A95CD1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4" name="Inhaltsplatzhalter 4">
            <a:extLst>
              <a:ext uri="{FF2B5EF4-FFF2-40B4-BE49-F238E27FC236}">
                <a16:creationId xmlns:a16="http://schemas.microsoft.com/office/drawing/2014/main" id="{00024697-BFE0-91CE-A7C5-0DE2FD32B01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80543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len D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21520D2B-CC56-4F78-95F4-6DD19F33FD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0" y="3429000"/>
            <a:ext cx="12192000" cy="3429000"/>
          </a:xfrm>
          <a:solidFill>
            <a:schemeClr val="tx2"/>
          </a:solidFill>
        </p:spPr>
        <p:txBody>
          <a:bodyPr vert="horz" wrap="square" lIns="504000" tIns="504000" rIns="504000" bIns="1440000" rtlCol="0" anchor="ctr">
            <a:noAutofit/>
          </a:bodyPr>
          <a:lstStyle>
            <a:lvl1pPr algn="ctr">
              <a:defRPr lang="de-DE" sz="7200" dirty="0" smtClean="0">
                <a:solidFill>
                  <a:schemeClr val="bg1"/>
                </a:solidFill>
              </a:defRPr>
            </a:lvl1pPr>
            <a:lvl2pPr>
              <a:defRPr lang="de-DE" dirty="0" smtClean="0"/>
            </a:lvl2pPr>
            <a:lvl3pPr>
              <a:defRPr lang="de-DE" dirty="0" smtClean="0"/>
            </a:lvl3pPr>
            <a:lvl4pPr>
              <a:defRPr lang="de-DE" dirty="0" smtClean="0"/>
            </a:lvl4pPr>
            <a:lvl5pPr>
              <a:defRPr lang="de-DE" dirty="0"/>
            </a:lvl5pPr>
          </a:lstStyle>
          <a:p>
            <a:pPr marL="0" lvl="0" indent="0" algn="ctr">
              <a:buNone/>
            </a:pPr>
            <a:r>
              <a:rPr lang="de-DE" dirty="0"/>
              <a:t>Vielen Dank</a:t>
            </a:r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69C6C9B5-99E9-412C-859B-0789CA5FBE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429000"/>
          </a:xfrm>
          <a:pattFill prst="wdUpDiag">
            <a:fgClr>
              <a:schemeClr val="bg2">
                <a:lumMod val="95000"/>
              </a:schemeClr>
            </a:fgClr>
            <a:bgClr>
              <a:schemeClr val="bg1"/>
            </a:bgClr>
          </a:pattFill>
        </p:spPr>
        <p:txBody>
          <a:bodyPr vert="horz" lIns="72000" tIns="72000" rIns="72000" bIns="72000" rtlCol="0">
            <a:normAutofit/>
          </a:bodyPr>
          <a:lstStyle>
            <a:lvl1pPr>
              <a:defRPr lang="de-DE" sz="100"/>
            </a:lvl1pPr>
          </a:lstStyle>
          <a:p>
            <a:pPr marL="72000" lvl="0" indent="-72000"/>
            <a:r>
              <a:rPr lang="de-DE"/>
              <a:t>Bild durch Klicken auf Symbol hinzufügen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05FA979-D90F-4B22-9811-1139D7CCBE7D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2" name="Inhaltsplatzhalter 4">
            <a:extLst>
              <a:ext uri="{FF2B5EF4-FFF2-40B4-BE49-F238E27FC236}">
                <a16:creationId xmlns:a16="http://schemas.microsoft.com/office/drawing/2014/main" id="{3E3337E2-A88A-5C10-C898-BBE534C338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69694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">
            <a:extLst>
              <a:ext uri="{FF2B5EF4-FFF2-40B4-BE49-F238E27FC236}">
                <a16:creationId xmlns:a16="http://schemas.microsoft.com/office/drawing/2014/main" id="{C3810C0A-C02C-4484-9679-7B22A61A7C7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0" y="0"/>
            <a:ext cx="5849470" cy="6858000"/>
          </a:xfrm>
          <a:solidFill>
            <a:schemeClr val="tx2"/>
          </a:solidFill>
        </p:spPr>
        <p:txBody>
          <a:bodyPr lIns="360000" tIns="1332000" rIns="540000" bIns="1080000"/>
          <a:lstStyle>
            <a:lvl1pPr>
              <a:buClr>
                <a:schemeClr val="bg1"/>
              </a:buClr>
              <a:defRPr sz="24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2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24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2400"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1CED9F95-86AC-4A45-892D-F5C3DD1D48E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849938" y="0"/>
            <a:ext cx="6342062" cy="6858000"/>
          </a:xfrm>
          <a:pattFill prst="wdUpDiag">
            <a:fgClr>
              <a:schemeClr val="bg2">
                <a:lumMod val="95000"/>
              </a:schemeClr>
            </a:fgClr>
            <a:bgClr>
              <a:schemeClr val="bg1"/>
            </a:bgClr>
          </a:pattFill>
        </p:spPr>
        <p:txBody>
          <a:bodyPr vert="horz" lIns="72000" tIns="72000" rIns="72000" bIns="72000" rtlCol="0">
            <a:normAutofit/>
          </a:bodyPr>
          <a:lstStyle>
            <a:lvl1pPr>
              <a:defRPr lang="de-DE" sz="100"/>
            </a:lvl1pPr>
          </a:lstStyle>
          <a:p>
            <a:pPr marL="72000" lvl="0" indent="-72000"/>
            <a:r>
              <a:rPr lang="de-DE"/>
              <a:t>Bild durch Klicken auf Symbol hinzufügen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4930F5A-B27F-4E4C-923D-9C1B9A048ACA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851D46DF-FFAB-45B7-85F6-76FD276471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950" y="263961"/>
            <a:ext cx="5224658" cy="411931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Kontakt</a:t>
            </a:r>
          </a:p>
        </p:txBody>
      </p:sp>
      <p:pic>
        <p:nvPicPr>
          <p:cNvPr id="2" name="Inhaltsplatzhalter 4">
            <a:extLst>
              <a:ext uri="{FF2B5EF4-FFF2-40B4-BE49-F238E27FC236}">
                <a16:creationId xmlns:a16="http://schemas.microsoft.com/office/drawing/2014/main" id="{8E451416-C01E-7503-3E10-2C1592C4F1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1950" y="6154772"/>
            <a:ext cx="847089" cy="60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217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image" Target="../media/image1.emf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D380433-BE7D-40EA-8708-2890B2F0DA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1950" y="1376363"/>
            <a:ext cx="11465462" cy="48974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08768CC-8298-409E-9A7E-515521247D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4462" y="6411476"/>
            <a:ext cx="518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A23FFA10-0470-4638-936A-23EC73946E2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42" name="Rechteck 141" hidden="1">
            <a:extLst>
              <a:ext uri="{FF2B5EF4-FFF2-40B4-BE49-F238E27FC236}">
                <a16:creationId xmlns:a16="http://schemas.microsoft.com/office/drawing/2014/main" id="{8AD8BB1A-683B-4219-9ABB-D6FA650564B0}"/>
              </a:ext>
            </a:extLst>
          </p:cNvPr>
          <p:cNvSpPr/>
          <p:nvPr userDrawn="1"/>
        </p:nvSpPr>
        <p:spPr>
          <a:xfrm>
            <a:off x="5170415" y="-1318339"/>
            <a:ext cx="213231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100" dirty="0">
                <a:solidFill>
                  <a:srgbClr val="000000"/>
                </a:solidFill>
                <a:latin typeface="+mj-lt"/>
              </a:rPr>
              <a:t>COLOURVARIETY COLOURS</a:t>
            </a:r>
          </a:p>
        </p:txBody>
      </p:sp>
      <p:sp>
        <p:nvSpPr>
          <p:cNvPr id="9" name="Titelplatzhalter 8">
            <a:extLst>
              <a:ext uri="{FF2B5EF4-FFF2-40B4-BE49-F238E27FC236}">
                <a16:creationId xmlns:a16="http://schemas.microsoft.com/office/drawing/2014/main" id="{3D363BCB-CE61-4A2D-B7C7-A9ED1DF2A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0" y="263961"/>
            <a:ext cx="10662608" cy="41193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de-DE" dirty="0"/>
              <a:t>Titel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33273CC2-54E2-409E-8137-86DD09D065C5}"/>
              </a:ext>
            </a:extLst>
          </p:cNvPr>
          <p:cNvPicPr>
            <a:picLocks noChangeAspect="1"/>
          </p:cNvPicPr>
          <p:nvPr userDrawn="1"/>
        </p:nvPicPr>
        <p:blipFill>
          <a:blip r:embed="rId6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7896" y="262242"/>
            <a:ext cx="519516" cy="519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152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4" r:id="rId8"/>
    <p:sldLayoutId id="2147483745" r:id="rId9"/>
    <p:sldLayoutId id="2147483735" r:id="rId10"/>
    <p:sldLayoutId id="2147483658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655" r:id="rId19"/>
    <p:sldLayoutId id="2147483711" r:id="rId20"/>
    <p:sldLayoutId id="2147483726" r:id="rId21"/>
    <p:sldLayoutId id="2147483727" r:id="rId22"/>
    <p:sldLayoutId id="2147483728" r:id="rId23"/>
    <p:sldLayoutId id="2147483732" r:id="rId24"/>
    <p:sldLayoutId id="2147483729" r:id="rId25"/>
    <p:sldLayoutId id="2147483730" r:id="rId26"/>
    <p:sldLayoutId id="2147483731" r:id="rId27"/>
    <p:sldLayoutId id="2147483733" r:id="rId28"/>
    <p:sldLayoutId id="2147483712" r:id="rId29"/>
    <p:sldLayoutId id="2147483746" r:id="rId30"/>
    <p:sldLayoutId id="2147483748" r:id="rId31"/>
    <p:sldLayoutId id="2147483749" r:id="rId32"/>
    <p:sldLayoutId id="2147483750" r:id="rId33"/>
    <p:sldLayoutId id="2147483751" r:id="rId34"/>
    <p:sldLayoutId id="2147483747" r:id="rId35"/>
    <p:sldLayoutId id="2147483752" r:id="rId36"/>
    <p:sldLayoutId id="2147483753" r:id="rId37"/>
    <p:sldLayoutId id="2147483766" r:id="rId38"/>
    <p:sldLayoutId id="2147483767" r:id="rId39"/>
    <p:sldLayoutId id="2147483768" r:id="rId40"/>
    <p:sldLayoutId id="2147483754" r:id="rId41"/>
    <p:sldLayoutId id="2147483755" r:id="rId42"/>
    <p:sldLayoutId id="2147483756" r:id="rId43"/>
    <p:sldLayoutId id="2147483708" r:id="rId44"/>
    <p:sldLayoutId id="2147483757" r:id="rId45"/>
    <p:sldLayoutId id="2147483758" r:id="rId46"/>
    <p:sldLayoutId id="2147483759" r:id="rId47"/>
    <p:sldLayoutId id="2147483760" r:id="rId48"/>
    <p:sldLayoutId id="2147483761" r:id="rId49"/>
    <p:sldLayoutId id="2147483762" r:id="rId50"/>
    <p:sldLayoutId id="2147483683" r:id="rId51"/>
    <p:sldLayoutId id="2147483763" r:id="rId52"/>
    <p:sldLayoutId id="2147483764" r:id="rId53"/>
    <p:sldLayoutId id="2147483765" r:id="rId54"/>
    <p:sldLayoutId id="2147483684" r:id="rId55"/>
    <p:sldLayoutId id="2147483682" r:id="rId56"/>
    <p:sldLayoutId id="2147483715" r:id="rId57"/>
    <p:sldLayoutId id="2147483724" r:id="rId58"/>
    <p:sldLayoutId id="2147483723" r:id="rId59"/>
  </p:sldLayoutIdLst>
  <p:hf hdr="0" ftr="0" dt="0"/>
  <p:txStyles>
    <p:titleStyle>
      <a:lvl1pPr marL="0" algn="l" defTabSz="914400" rtl="0" eaLnBrk="1" latinLnBrk="0" hangingPunct="1">
        <a:lnSpc>
          <a:spcPct val="90000"/>
        </a:lnSpc>
        <a:spcBef>
          <a:spcPct val="0"/>
        </a:spcBef>
        <a:buNone/>
        <a:defRPr lang="de-DE" sz="3200" kern="1200" cap="none" baseline="0" dirty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2160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936000" indent="-2286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286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000000"/>
          </p15:clr>
        </p15:guide>
        <p15:guide id="2" orient="horz" pos="2160" userDrawn="1">
          <p15:clr>
            <a:srgbClr val="000000"/>
          </p15:clr>
        </p15:guide>
        <p15:guide id="4" pos="7452" userDrawn="1">
          <p15:clr>
            <a:srgbClr val="000000"/>
          </p15:clr>
        </p15:guide>
        <p15:guide id="5" orient="horz" pos="164" userDrawn="1">
          <p15:clr>
            <a:srgbClr val="000000"/>
          </p15:clr>
        </p15:guide>
        <p15:guide id="6" orient="horz" pos="3952" userDrawn="1">
          <p15:clr>
            <a:srgbClr val="000000"/>
          </p15:clr>
        </p15:guide>
        <p15:guide id="7" orient="horz" pos="867" userDrawn="1">
          <p15:clr>
            <a:srgbClr val="000000"/>
          </p15:clr>
        </p15:guide>
        <p15:guide id="8" pos="228" userDrawn="1">
          <p15:clr>
            <a:srgbClr val="00000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el 20">
            <a:extLst>
              <a:ext uri="{FF2B5EF4-FFF2-40B4-BE49-F238E27FC236}">
                <a16:creationId xmlns:a16="http://schemas.microsoft.com/office/drawing/2014/main" id="{A003944C-95DE-4E9F-B405-18276FB169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Aktueller Stand</a:t>
            </a:r>
          </a:p>
        </p:txBody>
      </p:sp>
      <p:sp>
        <p:nvSpPr>
          <p:cNvPr id="22" name="Untertitel 21">
            <a:extLst>
              <a:ext uri="{FF2B5EF4-FFF2-40B4-BE49-F238E27FC236}">
                <a16:creationId xmlns:a16="http://schemas.microsoft.com/office/drawing/2014/main" id="{D9938C65-4CB1-402D-8F48-AC651A68C9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F6485BA3-8A1E-49B1-925E-B5FD64CD3B4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Felix Köhler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001CFB62-2C5C-4DAB-A4EB-A2A61AD51F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 dirty="0"/>
              <a:t>09.06.2026</a:t>
            </a:r>
          </a:p>
        </p:txBody>
      </p:sp>
      <p:pic>
        <p:nvPicPr>
          <p:cNvPr id="2" name="Grafik 1" descr="Ein Bild, das Text, Schrift, Grafiken, Symbol enthält.&#10;&#10;KI-generierte Inhalte können fehlerhaft sein.">
            <a:extLst>
              <a:ext uri="{FF2B5EF4-FFF2-40B4-BE49-F238E27FC236}">
                <a16:creationId xmlns:a16="http://schemas.microsoft.com/office/drawing/2014/main" id="{95862B09-1ADB-BD59-27A3-F1B4A3525B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1" y="503785"/>
            <a:ext cx="3901448" cy="1008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70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D937133D-E172-4118-90B9-14BD1616F0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24" name="Bildplatzhalter 23">
            <a:extLst>
              <a:ext uri="{FF2B5EF4-FFF2-40B4-BE49-F238E27FC236}">
                <a16:creationId xmlns:a16="http://schemas.microsoft.com/office/drawing/2014/main" id="{36B1B72E-7F07-8BBF-0702-E70737E151A1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78" r="10078"/>
          <a:stretch>
            <a:fillRect/>
          </a:stretch>
        </p:blipFill>
        <p:spPr>
          <a:prstGeom prst="rect">
            <a:avLst/>
          </a:prstGeom>
          <a:pattFill prst="wdUpDiag">
            <a:fgClr>
              <a:srgbClr val="FFFFFF">
                <a:lumMod val="95000"/>
              </a:srgbClr>
            </a:fgClr>
            <a:bgClr>
              <a:srgbClr val="FFFFFF"/>
            </a:bgClr>
          </a:pattFill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2010EA2-5F86-4759-AC1A-5BBED1CE014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CC9975B-4568-4048-8FC2-3735FC10E4E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de-DE" dirty="0"/>
              <a:t>Was seit letztem Mal gemacht wurde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712C357-2A6B-43C1-A5ED-9C1400695893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88473FAB-1D42-469F-8B08-35115CC78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Inhalt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4500D4F-EFB4-41FB-8FC1-C51D300C46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95D5187E-7E1F-42CA-BA1A-8D3AFEC8BB2C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CE119C8D-CA20-4FCD-9933-6C7F68B94772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ECF28474-3F84-4DDE-83B3-17414E929202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1AB51BD0-0392-4F3B-A96F-214D56AF5DC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7B963D02-0114-4F7E-A13D-03DFC5FCC39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r>
              <a:rPr lang="de-DE" dirty="0"/>
              <a:t>Aktueller Stand der schriftlichen Arbeit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40DAA2DE-AEC8-4E3B-B0E5-A903F98377B8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r>
              <a:rPr lang="de-DE" dirty="0"/>
              <a:t>Die drei Robustheitstests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7836EC0E-3D25-4B7D-955E-59173A8D484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r>
              <a:rPr lang="de-DE" dirty="0"/>
              <a:t>Die RQ2-Antwort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B97E9E0F-52CC-48FD-B86D-E84C9DE57CA3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r>
              <a:rPr lang="de-DE" dirty="0"/>
              <a:t>Nächste Schritte</a:t>
            </a:r>
          </a:p>
        </p:txBody>
      </p:sp>
      <p:sp>
        <p:nvSpPr>
          <p:cNvPr id="51" name="Foliennummernplatzhalter 50">
            <a:extLst>
              <a:ext uri="{FF2B5EF4-FFF2-40B4-BE49-F238E27FC236}">
                <a16:creationId xmlns:a16="http://schemas.microsoft.com/office/drawing/2014/main" id="{D3A28AF2-68F8-497A-BECB-F788689A1295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2</a:t>
            </a:fld>
            <a:endParaRPr lang="de-DE" dirty="0"/>
          </a:p>
        </p:txBody>
      </p:sp>
      <p:pic>
        <p:nvPicPr>
          <p:cNvPr id="25" name="Grafik 24" descr="Ein Bild, das Text, Schrift, Grafiken, Symbol enthält.&#10;&#10;KI-generierte Inhalte können fehlerhaft sein.">
            <a:extLst>
              <a:ext uri="{FF2B5EF4-FFF2-40B4-BE49-F238E27FC236}">
                <a16:creationId xmlns:a16="http://schemas.microsoft.com/office/drawing/2014/main" id="{39913BF7-318D-4644-FB90-6D82784F99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0862" y="290600"/>
            <a:ext cx="1773696" cy="45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250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platzhalter 48">
            <a:extLst>
              <a:ext uri="{FF2B5EF4-FFF2-40B4-BE49-F238E27FC236}">
                <a16:creationId xmlns:a16="http://schemas.microsoft.com/office/drawing/2014/main" id="{8F719015-37DC-443C-A541-CB854ADC46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solidFill>
            <a:srgbClr val="004976"/>
          </a:solidFill>
        </p:spPr>
        <p:txBody>
          <a:bodyPr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D6A9A4E-3002-422E-B412-6CDB2EDB7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seit letztem Mal gemacht wurde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2D4A3486-9F2A-4831-A861-291A58F41FA2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5D8EA1-08E0-4A6B-909F-7364BC1711F5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35" name="Inhaltsplatzhalter 34">
            <a:extLst>
              <a:ext uri="{FF2B5EF4-FFF2-40B4-BE49-F238E27FC236}">
                <a16:creationId xmlns:a16="http://schemas.microsoft.com/office/drawing/2014/main" id="{9ECF5B55-3A52-09C8-CF0D-1923A11AF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Dummy-Modelle vollständig entfernt</a:t>
            </a:r>
          </a:p>
          <a:p>
            <a:pPr lvl="1"/>
            <a:r>
              <a:rPr lang="de-DE" dirty="0"/>
              <a:t>Anstelle dessen wird der ENSO-Vorteil durch Robustheitstests genauer unter die Lupe genommen </a:t>
            </a:r>
          </a:p>
          <a:p>
            <a:pPr lvl="2"/>
            <a:r>
              <a:rPr lang="de-DE" dirty="0"/>
              <a:t>1) Zeitliche Stabilität</a:t>
            </a:r>
          </a:p>
          <a:p>
            <a:pPr lvl="2"/>
            <a:r>
              <a:rPr lang="de-DE" dirty="0"/>
              <a:t>2) Lag Struktur</a:t>
            </a:r>
          </a:p>
          <a:p>
            <a:pPr lvl="2"/>
            <a:r>
              <a:rPr lang="de-DE" dirty="0"/>
              <a:t>3) Cross </a:t>
            </a:r>
            <a:r>
              <a:rPr lang="de-DE" dirty="0" err="1"/>
              <a:t>Commodity</a:t>
            </a:r>
            <a:r>
              <a:rPr lang="de-DE" dirty="0"/>
              <a:t> Validierung</a:t>
            </a:r>
          </a:p>
          <a:p>
            <a:pPr lvl="2"/>
            <a:endParaRPr lang="de-DE" dirty="0"/>
          </a:p>
          <a:p>
            <a:r>
              <a:rPr lang="de-DE" dirty="0"/>
              <a:t>Thesis vollständig schriftlich festgehalten</a:t>
            </a:r>
          </a:p>
          <a:p>
            <a:pPr marL="0" indent="0">
              <a:buNone/>
            </a:pPr>
            <a:endParaRPr lang="de-DE" dirty="0"/>
          </a:p>
        </p:txBody>
      </p:sp>
      <p:pic>
        <p:nvPicPr>
          <p:cNvPr id="3" name="Grafik 2" descr="Ein Bild, das Text, Schrift, Grafiken, Symbol enthält.&#10;&#10;KI-generierte Inhalte können fehlerhaft sein.">
            <a:extLst>
              <a:ext uri="{FF2B5EF4-FFF2-40B4-BE49-F238E27FC236}">
                <a16:creationId xmlns:a16="http://schemas.microsoft.com/office/drawing/2014/main" id="{53C29FF2-29A7-131A-B3F3-2F27194312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0862" y="290600"/>
            <a:ext cx="1773696" cy="45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908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C1BAA-F149-5F75-C366-9BB8BFC51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platzhalter 48">
            <a:extLst>
              <a:ext uri="{FF2B5EF4-FFF2-40B4-BE49-F238E27FC236}">
                <a16:creationId xmlns:a16="http://schemas.microsoft.com/office/drawing/2014/main" id="{97B524FF-7793-0512-599F-A179D027FF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solidFill>
            <a:srgbClr val="004976"/>
          </a:solidFill>
        </p:spPr>
        <p:txBody>
          <a:bodyPr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CC9ACBE-FCA8-0C7F-C831-1C12DEA46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Stand der schriftlichen Arbeit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BD8BEF42-36B3-E6B0-27BD-683CACFBD4D3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581E30A-EAFE-1833-14C8-7F3267E8EEF2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4</a:t>
            </a:fld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4A6B801-FD98-3D2A-9258-929DA7678E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838" y="1171732"/>
            <a:ext cx="3979979" cy="5641249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BC7A4AA9-9544-9521-216C-20E3295A69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5817" y="1190025"/>
            <a:ext cx="3979980" cy="5586576"/>
          </a:xfrm>
          <a:prstGeom prst="rect">
            <a:avLst/>
          </a:prstGeom>
        </p:spPr>
      </p:pic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82B19761-48FA-5396-8DE5-58000F6D9135}"/>
              </a:ext>
            </a:extLst>
          </p:cNvPr>
          <p:cNvCxnSpPr>
            <a:cxnSpLocks/>
          </p:cNvCxnSpPr>
          <p:nvPr/>
        </p:nvCxnSpPr>
        <p:spPr>
          <a:xfrm>
            <a:off x="5645817" y="1611517"/>
            <a:ext cx="0" cy="4925085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fik 12" descr="Ein Bild, das Text, Schrift, Grafiken, Symbol enthält.&#10;&#10;KI-generierte Inhalte können fehlerhaft sein.">
            <a:extLst>
              <a:ext uri="{FF2B5EF4-FFF2-40B4-BE49-F238E27FC236}">
                <a16:creationId xmlns:a16="http://schemas.microsoft.com/office/drawing/2014/main" id="{9B3463B5-D61E-DE4E-330B-DC32CCC986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0862" y="290600"/>
            <a:ext cx="1773696" cy="45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132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31326-953F-5A48-D73A-5202F25B5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platzhalter 48">
            <a:extLst>
              <a:ext uri="{FF2B5EF4-FFF2-40B4-BE49-F238E27FC236}">
                <a16:creationId xmlns:a16="http://schemas.microsoft.com/office/drawing/2014/main" id="{F3B376D3-4135-572F-8B24-08ED8EF6EF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solidFill>
            <a:srgbClr val="004976"/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D672975-DB55-3431-2FFB-8EB05D85C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Das Gesamtstichproben-Ergebnis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6681858E-4272-425B-59F4-35F20E7FC942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AC1506C-663D-4025-D715-4B56F20BD344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35" name="Inhaltsplatzhalter 34">
            <a:extLst>
              <a:ext uri="{FF2B5EF4-FFF2-40B4-BE49-F238E27FC236}">
                <a16:creationId xmlns:a16="http://schemas.microsoft.com/office/drawing/2014/main" id="{2912133C-2517-FE0B-88B2-B3EDA0C6E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HAR-X-QR schlägt HAR-QR bei langen Horizonten im Upper Tail (tau=0,95)</a:t>
            </a:r>
          </a:p>
          <a:p>
            <a:pPr lvl="1"/>
            <a:r>
              <a:rPr lang="de-DE" dirty="0"/>
              <a:t>Kurze Horizonte: kein Unterschied</a:t>
            </a:r>
          </a:p>
          <a:p>
            <a:pPr lvl="1"/>
            <a:r>
              <a:rPr lang="de-DE" dirty="0"/>
              <a:t>6M, </a:t>
            </a:r>
            <a:r>
              <a:rPr lang="el-GR" dirty="0"/>
              <a:t>τ=0,95: +17,90% </a:t>
            </a:r>
            <a:r>
              <a:rPr lang="de-DE" dirty="0"/>
              <a:t>Verbesserung</a:t>
            </a:r>
          </a:p>
          <a:p>
            <a:pPr lvl="1"/>
            <a:r>
              <a:rPr lang="de-DE" dirty="0"/>
              <a:t>12M, </a:t>
            </a:r>
            <a:r>
              <a:rPr lang="el-GR" dirty="0"/>
              <a:t>τ=0,95: </a:t>
            </a:r>
            <a:r>
              <a:rPr lang="el-GR" b="1" dirty="0"/>
              <a:t>+30,86% </a:t>
            </a:r>
            <a:r>
              <a:rPr lang="de-DE" b="1" dirty="0"/>
              <a:t>Verbesserung</a:t>
            </a:r>
          </a:p>
          <a:p>
            <a:pPr lvl="1"/>
            <a:endParaRPr lang="de-DE" dirty="0"/>
          </a:p>
          <a:p>
            <a:r>
              <a:rPr lang="de-DE" dirty="0"/>
              <a:t>HAR-X-QR hält höchsten MCS-Rang ab 3 Monaten (p=1,00)</a:t>
            </a:r>
          </a:p>
          <a:p>
            <a:r>
              <a:rPr lang="de-DE" dirty="0"/>
              <a:t>Frage: struktureller Klimakanal oder stichprobenspezifische Koinzidenz?</a:t>
            </a:r>
          </a:p>
          <a:p>
            <a:pPr marL="0" indent="0">
              <a:buNone/>
            </a:pPr>
            <a:r>
              <a:rPr lang="de-DE" dirty="0"/>
              <a:t>	→ Das testen die drei Robustheitstests</a:t>
            </a:r>
          </a:p>
        </p:txBody>
      </p:sp>
      <p:pic>
        <p:nvPicPr>
          <p:cNvPr id="3" name="Grafik 2" descr="Ein Bild, das Text, Schrift, Grafiken, Symbol enthält.&#10;&#10;KI-generierte Inhalte können fehlerhaft sein.">
            <a:extLst>
              <a:ext uri="{FF2B5EF4-FFF2-40B4-BE49-F238E27FC236}">
                <a16:creationId xmlns:a16="http://schemas.microsoft.com/office/drawing/2014/main" id="{B460283F-E480-3FCF-9D80-51BC4491BD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0862" y="290600"/>
            <a:ext cx="1773696" cy="45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834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A052E-1AE1-957D-EB33-204406867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platzhalter 48">
            <a:extLst>
              <a:ext uri="{FF2B5EF4-FFF2-40B4-BE49-F238E27FC236}">
                <a16:creationId xmlns:a16="http://schemas.microsoft.com/office/drawing/2014/main" id="{04A18913-6F12-9452-4E04-202C21E354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solidFill>
            <a:srgbClr val="004976"/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F1E2D51-11C0-BBFC-2AD5-622E2A8BE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Das Gesamtstichproben-Ergebnis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69657363-02AD-F78B-A7B1-3375B9483A8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3ACB865-0CFC-8510-3CD4-887C7F14A08C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35" name="Inhaltsplatzhalter 34">
            <a:extLst>
              <a:ext uri="{FF2B5EF4-FFF2-40B4-BE49-F238E27FC236}">
                <a16:creationId xmlns:a16="http://schemas.microsoft.com/office/drawing/2014/main" id="{93464AE2-3C11-2B16-5CA4-5B6B522BB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HAR-X-QR schlägt HAR-QR bei langen Horizonten im Upper Tail (tau=0,95)</a:t>
            </a:r>
          </a:p>
          <a:p>
            <a:pPr lvl="1"/>
            <a:r>
              <a:rPr lang="de-DE" dirty="0"/>
              <a:t>Kurze Horizonte: kaum Unterschied</a:t>
            </a:r>
          </a:p>
          <a:p>
            <a:pPr lvl="1"/>
            <a:r>
              <a:rPr lang="de-DE" dirty="0"/>
              <a:t>6M, tau</a:t>
            </a:r>
            <a:r>
              <a:rPr lang="el-GR" dirty="0"/>
              <a:t>=0,95: +17,90% </a:t>
            </a:r>
            <a:r>
              <a:rPr lang="de-DE" dirty="0"/>
              <a:t>Verbesserung</a:t>
            </a:r>
          </a:p>
          <a:p>
            <a:pPr lvl="1"/>
            <a:r>
              <a:rPr lang="de-DE" dirty="0"/>
              <a:t>12M, tau</a:t>
            </a:r>
            <a:r>
              <a:rPr lang="el-GR" dirty="0"/>
              <a:t>=0,95: </a:t>
            </a:r>
            <a:r>
              <a:rPr lang="el-GR" b="1" dirty="0"/>
              <a:t>+30,86% </a:t>
            </a:r>
            <a:r>
              <a:rPr lang="de-DE" b="1" dirty="0"/>
              <a:t>Verbesserung</a:t>
            </a:r>
          </a:p>
          <a:p>
            <a:pPr lvl="1"/>
            <a:endParaRPr lang="de-DE" dirty="0"/>
          </a:p>
          <a:p>
            <a:r>
              <a:rPr lang="de-DE" dirty="0"/>
              <a:t>HAR-X-QR hält höchsten MCS-Rang ab 3 Monaten (p=1,00)</a:t>
            </a:r>
          </a:p>
          <a:p>
            <a:r>
              <a:rPr lang="de-DE" dirty="0"/>
              <a:t>Frage: struktureller Klimakanal oder stichprobenspezifische Koinzidenz?</a:t>
            </a:r>
          </a:p>
          <a:p>
            <a:pPr marL="0" indent="0">
              <a:buNone/>
            </a:pPr>
            <a:r>
              <a:rPr lang="de-DE" dirty="0"/>
              <a:t>	→ Das testen die drei Robustheitstests</a:t>
            </a:r>
          </a:p>
        </p:txBody>
      </p:sp>
      <p:pic>
        <p:nvPicPr>
          <p:cNvPr id="3" name="Grafik 2" descr="Ein Bild, das Text, Schrift, Grafiken, Symbol enthält.&#10;&#10;KI-generierte Inhalte können fehlerhaft sein.">
            <a:extLst>
              <a:ext uri="{FF2B5EF4-FFF2-40B4-BE49-F238E27FC236}">
                <a16:creationId xmlns:a16="http://schemas.microsoft.com/office/drawing/2014/main" id="{9D1D8BF3-F498-8F55-A620-258B61DF8C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0862" y="290600"/>
            <a:ext cx="1773696" cy="45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065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67673-8C60-CC7F-8E7A-7279D87B6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platzhalter 48">
            <a:extLst>
              <a:ext uri="{FF2B5EF4-FFF2-40B4-BE49-F238E27FC236}">
                <a16:creationId xmlns:a16="http://schemas.microsoft.com/office/drawing/2014/main" id="{D0547A37-E37C-40C7-4CF7-9F7BA7D101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solidFill>
            <a:srgbClr val="004976"/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FFF004B-9118-AA8E-E0E9-ED6D4E0F2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Diagnostik 1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840CBF5D-F682-5FB1-C443-17A17C6C55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de-DE" dirty="0"/>
              <a:t>Zeitliche Stabilität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E645116-0194-7ABF-54CD-32C4D809080E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9DE19E49-1413-4EEA-B8C2-3C5C1C0BB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Frage: Akkumuliert sich der ENSO-Gewinn stetig oder tritt er plötzlich während der Kakao Krise 2022-2024 auf?</a:t>
            </a:r>
          </a:p>
          <a:p>
            <a:r>
              <a:rPr lang="de-DE" dirty="0"/>
              <a:t>Für jeden Monat T im Out-</a:t>
            </a:r>
            <a:r>
              <a:rPr lang="de-DE" dirty="0" err="1"/>
              <a:t>of</a:t>
            </a:r>
            <a:r>
              <a:rPr lang="de-DE" dirty="0"/>
              <a:t>-sample Zeitraum wird der kumulative </a:t>
            </a:r>
            <a:r>
              <a:rPr lang="el-GR" dirty="0"/>
              <a:t>Δ</a:t>
            </a:r>
            <a:r>
              <a:rPr lang="de-DE" dirty="0"/>
              <a:t>QL über alle Paare mit Bewertungsdatum ≤ T berechnet. Die Kurve zeigt genau, wann der Gewinn anfiel.</a:t>
            </a:r>
          </a:p>
          <a:p>
            <a:r>
              <a:rPr lang="de-DE" dirty="0"/>
              <a:t>Die gesamte 30,86%-</a:t>
            </a:r>
          </a:p>
          <a:p>
            <a:pPr marL="0" indent="0">
              <a:buNone/>
            </a:pPr>
            <a:r>
              <a:rPr lang="de-DE" dirty="0"/>
              <a:t>Verbesserung akkumuliert </a:t>
            </a:r>
          </a:p>
          <a:p>
            <a:pPr marL="0" indent="0">
              <a:buNone/>
            </a:pPr>
            <a:r>
              <a:rPr lang="de-DE" dirty="0"/>
              <a:t>sich in 2023–2024</a:t>
            </a:r>
          </a:p>
          <a:p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45159B77-6F66-27CD-49C2-76781BA95F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8166" y="3212099"/>
            <a:ext cx="7511772" cy="3184804"/>
          </a:xfrm>
          <a:prstGeom prst="rect">
            <a:avLst/>
          </a:prstGeom>
        </p:spPr>
      </p:pic>
      <p:pic>
        <p:nvPicPr>
          <p:cNvPr id="3" name="Grafik 2" descr="Ein Bild, das Text, Schrift, Grafiken, Symbol enthält.&#10;&#10;KI-generierte Inhalte können fehlerhaft sein.">
            <a:extLst>
              <a:ext uri="{FF2B5EF4-FFF2-40B4-BE49-F238E27FC236}">
                <a16:creationId xmlns:a16="http://schemas.microsoft.com/office/drawing/2014/main" id="{77810994-954A-9243-7694-C744099302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0862" y="290600"/>
            <a:ext cx="1773696" cy="458667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AD96A836-D172-3FE8-59F1-E87F9B3B1158}"/>
              </a:ext>
            </a:extLst>
          </p:cNvPr>
          <p:cNvSpPr txBox="1"/>
          <p:nvPr/>
        </p:nvSpPr>
        <p:spPr>
          <a:xfrm>
            <a:off x="1414034" y="6396903"/>
            <a:ext cx="3536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b="1" i="0" dirty="0">
                <a:solidFill>
                  <a:schemeClr val="bg1">
                    <a:lumMod val="50000"/>
                  </a:schemeClr>
                </a:solidFill>
                <a:effectLst/>
                <a:latin typeface="-apple-system"/>
              </a:rPr>
              <a:t>Δ</a:t>
            </a:r>
            <a:r>
              <a:rPr lang="de-DE" b="1" i="0" dirty="0">
                <a:solidFill>
                  <a:schemeClr val="bg1">
                    <a:lumMod val="50000"/>
                  </a:schemeClr>
                </a:solidFill>
                <a:effectLst/>
                <a:latin typeface="-apple-system"/>
              </a:rPr>
              <a:t>QL = QL(HAR-X-QR) − QL(HAR-QR)</a:t>
            </a:r>
            <a:endParaRPr lang="de-DE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400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14C85-2F73-D877-D5EA-0DA37AA27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platzhalter 48">
            <a:extLst>
              <a:ext uri="{FF2B5EF4-FFF2-40B4-BE49-F238E27FC236}">
                <a16:creationId xmlns:a16="http://schemas.microsoft.com/office/drawing/2014/main" id="{67B9BAFF-2601-4B67-9B47-CC026A51AD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solidFill>
            <a:srgbClr val="004976"/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9E62F23-9BFF-1B04-AE57-EC9C1127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Diagnostik 2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9A3606F5-C687-0353-68B0-0C2F5440E6F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de-DE" dirty="0"/>
              <a:t>Lag Struktur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A117A09-072F-8E95-90A4-C003E76C0837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9E8BE5FD-262E-A36E-4CC1-C549236CB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205971"/>
            <a:ext cx="11468100" cy="4776773"/>
          </a:xfrm>
        </p:spPr>
        <p:txBody>
          <a:bodyPr/>
          <a:lstStyle/>
          <a:p>
            <a:r>
              <a:rPr lang="de-DE" dirty="0"/>
              <a:t>Frage: Wirkt ENSO als vorlaufender Prädiktor (wie es die agronomische Kette erfordert) oder als nahezu zeitgleicher Zustandsindikator?</a:t>
            </a:r>
          </a:p>
          <a:p>
            <a:r>
              <a:rPr lang="de-DE" dirty="0"/>
              <a:t>Die physikalische Kette als Annahme: </a:t>
            </a:r>
            <a:r>
              <a:rPr lang="de-DE" b="1" dirty="0"/>
              <a:t>ENSO → Westafrika-Niederschlag → Vegetationsperioden-Störung → Ernteausfall → Versorgungsengpass → Preisvolatilität</a:t>
            </a:r>
          </a:p>
          <a:p>
            <a:pPr lvl="1"/>
            <a:r>
              <a:rPr lang="de-DE" dirty="0"/>
              <a:t>Diese Kette dauert 6-18 Monate. Die Vorhersagekraft sollte bei Lags von 6-12 Monaten zunehmen. </a:t>
            </a:r>
            <a:r>
              <a:rPr lang="de-DE" b="1" dirty="0"/>
              <a:t>Ergebnis: Gegenteil</a:t>
            </a:r>
          </a:p>
          <a:p>
            <a:pPr lvl="2"/>
            <a:r>
              <a:rPr lang="de-DE" dirty="0"/>
              <a:t>Lag Decay für HAR-X-QR:</a:t>
            </a:r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E9AC72F2-FB0E-D7A8-8877-E31CCDB838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0382333"/>
              </p:ext>
            </p:extLst>
          </p:nvPr>
        </p:nvGraphicFramePr>
        <p:xfrm>
          <a:off x="1758226" y="4424362"/>
          <a:ext cx="8379484" cy="22606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094871">
                  <a:extLst>
                    <a:ext uri="{9D8B030D-6E8A-4147-A177-3AD203B41FA5}">
                      <a16:colId xmlns:a16="http://schemas.microsoft.com/office/drawing/2014/main" val="3911317759"/>
                    </a:ext>
                  </a:extLst>
                </a:gridCol>
                <a:gridCol w="2094871">
                  <a:extLst>
                    <a:ext uri="{9D8B030D-6E8A-4147-A177-3AD203B41FA5}">
                      <a16:colId xmlns:a16="http://schemas.microsoft.com/office/drawing/2014/main" val="2752139686"/>
                    </a:ext>
                  </a:extLst>
                </a:gridCol>
                <a:gridCol w="2094871">
                  <a:extLst>
                    <a:ext uri="{9D8B030D-6E8A-4147-A177-3AD203B41FA5}">
                      <a16:colId xmlns:a16="http://schemas.microsoft.com/office/drawing/2014/main" val="2830342342"/>
                    </a:ext>
                  </a:extLst>
                </a:gridCol>
                <a:gridCol w="2094871">
                  <a:extLst>
                    <a:ext uri="{9D8B030D-6E8A-4147-A177-3AD203B41FA5}">
                      <a16:colId xmlns:a16="http://schemas.microsoft.com/office/drawing/2014/main" val="40101535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ENSO Lag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1M Horizont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6M Horizont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12M Horizont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03938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>
                          <a:effectLst/>
                        </a:rPr>
                        <a:t>0,000464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>
                          <a:effectLst/>
                        </a:rPr>
                        <a:t>0,000384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0,000333</a:t>
                      </a:r>
                      <a:endParaRPr lang="de-DE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350655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1 Monat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>
                          <a:effectLst/>
                        </a:rPr>
                        <a:t>0,000461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0,000384</a:t>
                      </a:r>
                      <a:endParaRPr lang="de-DE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r>
                        <a:rPr lang="de-DE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0,000321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0172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3 Monat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0,000456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0,000381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0,000356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34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6 Monat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0,000457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0,000407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0,000416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535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HAR-QR-Baseline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0,000470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0,000510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0,000516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945499"/>
                  </a:ext>
                </a:extLst>
              </a:tr>
            </a:tbl>
          </a:graphicData>
        </a:graphic>
      </p:graphicFrame>
      <p:pic>
        <p:nvPicPr>
          <p:cNvPr id="4" name="Grafik 3" descr="Ein Bild, das Text, Schrift, Grafiken, Symbol enthält.&#10;&#10;KI-generierte Inhalte können fehlerhaft sein.">
            <a:extLst>
              <a:ext uri="{FF2B5EF4-FFF2-40B4-BE49-F238E27FC236}">
                <a16:creationId xmlns:a16="http://schemas.microsoft.com/office/drawing/2014/main" id="{F83E2EB7-7943-9506-4268-D87F00482F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0862" y="290600"/>
            <a:ext cx="1773696" cy="458667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39138437-E439-01EC-C4D2-9099405E4367}"/>
              </a:ext>
            </a:extLst>
          </p:cNvPr>
          <p:cNvSpPr txBox="1"/>
          <p:nvPr/>
        </p:nvSpPr>
        <p:spPr>
          <a:xfrm>
            <a:off x="10160000" y="5554662"/>
            <a:ext cx="203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buClr>
                <a:schemeClr val="tx1"/>
              </a:buClr>
            </a:pPr>
            <a:r>
              <a:rPr lang="de-DE" sz="2000" i="1" dirty="0"/>
              <a:t>QL bei tau</a:t>
            </a:r>
            <a:r>
              <a:rPr lang="el-GR" sz="2000" i="1" dirty="0"/>
              <a:t>=0,95</a:t>
            </a:r>
            <a:endParaRPr lang="de-DE" sz="2000" dirty="0" err="1"/>
          </a:p>
        </p:txBody>
      </p:sp>
    </p:spTree>
    <p:extLst>
      <p:ext uri="{BB962C8B-B14F-4D97-AF65-F5344CB8AC3E}">
        <p14:creationId xmlns:p14="http://schemas.microsoft.com/office/powerpoint/2010/main" val="2686173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7B29F-6328-3C6F-8503-DCB41587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platzhalter 48">
            <a:extLst>
              <a:ext uri="{FF2B5EF4-FFF2-40B4-BE49-F238E27FC236}">
                <a16:creationId xmlns:a16="http://schemas.microsoft.com/office/drawing/2014/main" id="{2F3E4139-FBDF-C72B-D8A3-EC82199B2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solidFill>
            <a:srgbClr val="004976"/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D0C51E3-5410-17EA-C5D7-8AF650885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Diagnostik 2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0AB6F383-F43B-3E2D-F020-58616F37F29C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de-DE" dirty="0"/>
              <a:t>Lag Struktur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77DBE50-5A5A-DDD0-DDD7-F7443AF69B2B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9</a:t>
            </a:fld>
            <a:endParaRPr lang="de-DE" dirty="0"/>
          </a:p>
        </p:txBody>
      </p:sp>
      <p:pic>
        <p:nvPicPr>
          <p:cNvPr id="4" name="Grafik 3" descr="Ein Bild, das Text, Schrift, Grafiken, Symbol enthält.&#10;&#10;KI-generierte Inhalte können fehlerhaft sein.">
            <a:extLst>
              <a:ext uri="{FF2B5EF4-FFF2-40B4-BE49-F238E27FC236}">
                <a16:creationId xmlns:a16="http://schemas.microsoft.com/office/drawing/2014/main" id="{E1935C42-FFAA-0949-8009-16C2ED928F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0862" y="290600"/>
            <a:ext cx="1773696" cy="458667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1EE7EDFC-D452-82EA-2EBF-6F20B39666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761" y="1476194"/>
            <a:ext cx="10717679" cy="455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571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40037-A78D-78E4-196E-24EDBE0AF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platzhalter 48">
            <a:extLst>
              <a:ext uri="{FF2B5EF4-FFF2-40B4-BE49-F238E27FC236}">
                <a16:creationId xmlns:a16="http://schemas.microsoft.com/office/drawing/2014/main" id="{23329B60-48E6-FB04-34EF-82277E1C7E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solidFill>
            <a:srgbClr val="004976"/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6ED9681-99B5-7D23-AD4A-E49DAD126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Diagnostik 3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CF9FCF75-9D45-898F-3F66-2D62187CC9B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de-DE" dirty="0"/>
              <a:t>Cross </a:t>
            </a:r>
            <a:r>
              <a:rPr lang="de-DE" dirty="0" err="1"/>
              <a:t>Commodity</a:t>
            </a:r>
            <a:r>
              <a:rPr lang="de-DE" dirty="0"/>
              <a:t> Validierung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7D9E178-AE16-9CA5-3EF6-50A323BBA2D9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10</a:t>
            </a:fld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3E4EBABF-89E4-A088-55AD-7FA883BDA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Frage: Ist der ENSO-Gewinn spezifisch für Kakao, oder repliziert er sich bei anderen tropischen Commodities mit derselben Klimaexposition?</a:t>
            </a:r>
          </a:p>
          <a:p>
            <a:r>
              <a:rPr lang="de-DE" dirty="0"/>
              <a:t>Wenn ENSO als echter Klimakanal wirkt, sollten vergleichbare Gewinne bei Kaffee und Rohrzucker auftreten</a:t>
            </a:r>
          </a:p>
          <a:p>
            <a:r>
              <a:rPr lang="de-DE" dirty="0"/>
              <a:t>Setup: Identische HAR-X-QR-Spezifikation, identisches Rolling-</a:t>
            </a:r>
            <a:r>
              <a:rPr lang="de-DE" dirty="0" err="1"/>
              <a:t>Window</a:t>
            </a:r>
            <a:r>
              <a:rPr lang="de-DE" dirty="0"/>
              <a:t>-Setup und gleicher Yang-Zhang-Schätzer mit Arabica Kaffee und Rohrzucker</a:t>
            </a:r>
            <a:endParaRPr lang="de-DE" i="1" dirty="0"/>
          </a:p>
          <a:p>
            <a:pPr marL="0" indent="0" algn="ctr">
              <a:buNone/>
            </a:pPr>
            <a:endParaRPr lang="de-DE" i="1" dirty="0"/>
          </a:p>
          <a:p>
            <a:pPr marL="0" indent="0" algn="ctr">
              <a:buNone/>
            </a:pPr>
            <a:endParaRPr lang="de-DE" i="1" dirty="0"/>
          </a:p>
          <a:p>
            <a:pPr marL="0" indent="0" algn="ctr">
              <a:buNone/>
            </a:pPr>
            <a:r>
              <a:rPr lang="de-DE" i="1" dirty="0"/>
              <a:t>		</a:t>
            </a:r>
            <a:r>
              <a:rPr lang="de-DE" dirty="0"/>
              <a:t>		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673D883A-8ABE-F360-B255-526CC28295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2307407"/>
              </p:ext>
            </p:extLst>
          </p:nvPr>
        </p:nvGraphicFramePr>
        <p:xfrm>
          <a:off x="2032000" y="4126216"/>
          <a:ext cx="8128000" cy="20269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344943">
                  <a:extLst>
                    <a:ext uri="{9D8B030D-6E8A-4147-A177-3AD203B41FA5}">
                      <a16:colId xmlns:a16="http://schemas.microsoft.com/office/drawing/2014/main" val="677477221"/>
                    </a:ext>
                  </a:extLst>
                </a:gridCol>
                <a:gridCol w="2299580">
                  <a:extLst>
                    <a:ext uri="{9D8B030D-6E8A-4147-A177-3AD203B41FA5}">
                      <a16:colId xmlns:a16="http://schemas.microsoft.com/office/drawing/2014/main" val="3824166416"/>
                    </a:ext>
                  </a:extLst>
                </a:gridCol>
                <a:gridCol w="2451477">
                  <a:extLst>
                    <a:ext uri="{9D8B030D-6E8A-4147-A177-3AD203B41FA5}">
                      <a16:colId xmlns:a16="http://schemas.microsoft.com/office/drawing/2014/main" val="316123491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026543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Horizont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Kakao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Kaffee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Zucker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8753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-0,000091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+0,000014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−0,000014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6123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12M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-0,000159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+0,000031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−0,000005</a:t>
                      </a:r>
                      <a:endParaRPr lang="de-DE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0244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Resultat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+30% verbesserte Upper Tail Prognosen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ENSO verschlechtert 12M Upper Tail Prognosen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Gewinn 32x kleiner als bei Kakao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8540580"/>
                  </a:ext>
                </a:extLst>
              </a:tr>
            </a:tbl>
          </a:graphicData>
        </a:graphic>
      </p:graphicFrame>
      <p:sp>
        <p:nvSpPr>
          <p:cNvPr id="7" name="Textfeld 6">
            <a:extLst>
              <a:ext uri="{FF2B5EF4-FFF2-40B4-BE49-F238E27FC236}">
                <a16:creationId xmlns:a16="http://schemas.microsoft.com/office/drawing/2014/main" id="{B339739D-D372-9685-66D4-8BFA32B6E02E}"/>
              </a:ext>
            </a:extLst>
          </p:cNvPr>
          <p:cNvSpPr txBox="1"/>
          <p:nvPr/>
        </p:nvSpPr>
        <p:spPr>
          <a:xfrm>
            <a:off x="10160000" y="4825497"/>
            <a:ext cx="203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buClr>
                <a:schemeClr val="tx1"/>
              </a:buClr>
            </a:pPr>
            <a:r>
              <a:rPr lang="el-GR" sz="2000" i="1" dirty="0"/>
              <a:t>Δ</a:t>
            </a:r>
            <a:r>
              <a:rPr lang="de-DE" sz="2000" i="1" dirty="0"/>
              <a:t>QL bei </a:t>
            </a:r>
            <a:r>
              <a:rPr lang="el-GR" sz="2000" i="1" dirty="0"/>
              <a:t>τ=0,95</a:t>
            </a:r>
            <a:endParaRPr lang="de-DE" sz="2000" dirty="0" err="1"/>
          </a:p>
        </p:txBody>
      </p:sp>
      <p:pic>
        <p:nvPicPr>
          <p:cNvPr id="3" name="Grafik 2" descr="Ein Bild, das Text, Schrift, Grafiken, Symbol enthält.&#10;&#10;KI-generierte Inhalte können fehlerhaft sein.">
            <a:extLst>
              <a:ext uri="{FF2B5EF4-FFF2-40B4-BE49-F238E27FC236}">
                <a16:creationId xmlns:a16="http://schemas.microsoft.com/office/drawing/2014/main" id="{7784C48B-3C34-E0FC-AC91-5DF5E5DDF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0862" y="290600"/>
            <a:ext cx="1773696" cy="45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451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77E6F-7DE5-B42D-E6DB-707BC4511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platzhalter 48">
            <a:extLst>
              <a:ext uri="{FF2B5EF4-FFF2-40B4-BE49-F238E27FC236}">
                <a16:creationId xmlns:a16="http://schemas.microsoft.com/office/drawing/2014/main" id="{648CB1F0-90D6-541C-BAF3-332BE83ED3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solidFill>
            <a:srgbClr val="004976"/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ABBE4FE-625A-EA39-E2CC-F184D6546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Die RQ2 Antwort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E9591889-28BE-3EB4-CE4B-BCECC12B7B0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91F2411-7AB4-8C59-4E74-9B7BC60EE0BB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11</a:t>
            </a:fld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4FF2F20-5A89-E548-8B2B-73F9689FE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4348936"/>
            <a:ext cx="11642945" cy="1970383"/>
          </a:xfrm>
        </p:spPr>
        <p:txBody>
          <a:bodyPr/>
          <a:lstStyle/>
          <a:p>
            <a:r>
              <a:rPr lang="de-DE" dirty="0"/>
              <a:t>RQ2 Antwort: </a:t>
            </a:r>
            <a:r>
              <a:rPr lang="de-DE" b="1" dirty="0"/>
              <a:t>statistisch signifikanter In-Sample-Gewinn, aber krisenspezifisch</a:t>
            </a:r>
            <a:endParaRPr lang="de-DE" dirty="0"/>
          </a:p>
          <a:p>
            <a:pPr lvl="1"/>
            <a:r>
              <a:rPr lang="de-DE" dirty="0"/>
              <a:t>Kein struktureller Klimakanal nachweisbar</a:t>
            </a:r>
          </a:p>
          <a:p>
            <a:pPr lvl="1"/>
            <a:r>
              <a:rPr lang="de-DE" dirty="0"/>
              <a:t>Kein sauberes Nullergebnis: Gewinn ist real — nur nicht generalisierbar</a:t>
            </a:r>
          </a:p>
          <a:p>
            <a:pPr lvl="1"/>
            <a:r>
              <a:rPr lang="de-DE" dirty="0"/>
              <a:t>Stichprobenzeitraumspezifische Korrelation mit der Versorgungskrise</a:t>
            </a:r>
          </a:p>
          <a:p>
            <a:pPr lvl="1"/>
            <a:endParaRPr lang="de-DE" dirty="0"/>
          </a:p>
          <a:p>
            <a:pPr marL="0" indent="0" algn="ctr">
              <a:buNone/>
            </a:pPr>
            <a:endParaRPr lang="de-DE" i="1" dirty="0"/>
          </a:p>
          <a:p>
            <a:pPr marL="0" indent="0" algn="ctr">
              <a:buNone/>
            </a:pPr>
            <a:r>
              <a:rPr lang="de-DE" i="1" dirty="0"/>
              <a:t>		</a:t>
            </a:r>
            <a:r>
              <a:rPr lang="de-DE" dirty="0"/>
              <a:t>		</a:t>
            </a:r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D62B0093-DDF8-A945-19E5-8554677B2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2963098"/>
              </p:ext>
            </p:extLst>
          </p:nvPr>
        </p:nvGraphicFramePr>
        <p:xfrm>
          <a:off x="361950" y="1275186"/>
          <a:ext cx="11032512" cy="29311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840897">
                  <a:extLst>
                    <a:ext uri="{9D8B030D-6E8A-4147-A177-3AD203B41FA5}">
                      <a16:colId xmlns:a16="http://schemas.microsoft.com/office/drawing/2014/main" val="2743082762"/>
                    </a:ext>
                  </a:extLst>
                </a:gridCol>
                <a:gridCol w="7191615">
                  <a:extLst>
                    <a:ext uri="{9D8B030D-6E8A-4147-A177-3AD203B41FA5}">
                      <a16:colId xmlns:a16="http://schemas.microsoft.com/office/drawing/2014/main" val="34379662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Diagnostik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Befund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6321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Gesamtstichproben-MCS</a:t>
                      </a:r>
                    </a:p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HAR-X-QR bester Rang ab 3M - Gewinn real und statistisch signifikant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023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1) Zeitliche Stabilität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Gewinn = 0 vor 2022; gesamte 30,86%-Verbesserung in 2023–2024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356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2) Verzögerungsstruktur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Peakt</a:t>
                      </a: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bei Lag 1, zerfällt - unvereinbar mit agronomischer Kette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80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3) Cross-</a:t>
                      </a:r>
                      <a:r>
                        <a:rPr lang="de-DE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Commodity</a:t>
                      </a:r>
                      <a:endParaRPr lang="de-DE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32× schwächer bei Zucker; negativ bei Kaffee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1724836"/>
                  </a:ext>
                </a:extLst>
              </a:tr>
            </a:tbl>
          </a:graphicData>
        </a:graphic>
      </p:graphicFrame>
      <p:pic>
        <p:nvPicPr>
          <p:cNvPr id="10" name="Grafik 9" descr="Ein Bild, das Text, Schrift, Grafiken, Symbol enthält.&#10;&#10;KI-generierte Inhalte können fehlerhaft sein.">
            <a:extLst>
              <a:ext uri="{FF2B5EF4-FFF2-40B4-BE49-F238E27FC236}">
                <a16:creationId xmlns:a16="http://schemas.microsoft.com/office/drawing/2014/main" id="{A9782124-D116-444D-B76B-0ECE878823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0862" y="290600"/>
            <a:ext cx="1773696" cy="45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848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2738A-F767-B95F-0D88-54945BF80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platzhalter 48">
            <a:extLst>
              <a:ext uri="{FF2B5EF4-FFF2-40B4-BE49-F238E27FC236}">
                <a16:creationId xmlns:a16="http://schemas.microsoft.com/office/drawing/2014/main" id="{93A251AD-8C6C-D8C3-D74C-83E5439852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solidFill>
            <a:srgbClr val="004976"/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C95CF0E-3BE7-5442-6A5A-6CACC289B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Nächste Schritte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B5EE169C-E77E-CF7F-BC35-779561D7B843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0D817E-EE44-A089-65AE-70C327241312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12</a:t>
            </a:fld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02EBB02C-20A7-AF23-F897-24F994339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396558"/>
            <a:ext cx="11642945" cy="4922762"/>
          </a:xfrm>
        </p:spPr>
        <p:txBody>
          <a:bodyPr/>
          <a:lstStyle/>
          <a:p>
            <a:r>
              <a:rPr lang="de-DE" dirty="0"/>
              <a:t>Thesis vollständig - alle Abschnitte im Repo</a:t>
            </a:r>
          </a:p>
          <a:p>
            <a:endParaRPr lang="de-DE" dirty="0"/>
          </a:p>
          <a:p>
            <a:r>
              <a:rPr lang="de-DE" dirty="0"/>
              <a:t>Einreichung + Verteidigung Ende Juni 2026</a:t>
            </a:r>
          </a:p>
          <a:p>
            <a:pPr lvl="1"/>
            <a:r>
              <a:rPr lang="de-DE" dirty="0"/>
              <a:t>Feedback aus diesem Termin einarbeiten</a:t>
            </a:r>
          </a:p>
          <a:p>
            <a:pPr lvl="1"/>
            <a:r>
              <a:rPr lang="de-DE" dirty="0"/>
              <a:t>Finale Kompilierung und Abgabe</a:t>
            </a:r>
          </a:p>
          <a:p>
            <a:pPr marL="0" indent="0">
              <a:buNone/>
            </a:pPr>
            <a:r>
              <a:rPr lang="de-DE" b="1" u="sng" dirty="0"/>
              <a:t>Titel:</a:t>
            </a:r>
          </a:p>
          <a:p>
            <a:pPr lvl="1"/>
            <a:r>
              <a:rPr lang="en-US" i="1" dirty="0"/>
              <a:t>Beyond the Mean: HAR-Based Quantile Regression for Cocoa Futures Volatility at Long Horizons</a:t>
            </a:r>
          </a:p>
          <a:p>
            <a:pPr marL="216000" lvl="1" indent="0">
              <a:buNone/>
            </a:pPr>
            <a:r>
              <a:rPr lang="en-US" i="1" dirty="0"/>
              <a:t>	- </a:t>
            </a:r>
            <a:r>
              <a:rPr lang="en-US" i="1" dirty="0" err="1"/>
              <a:t>oder</a:t>
            </a:r>
            <a:r>
              <a:rPr lang="en-US" i="1" dirty="0"/>
              <a:t> -</a:t>
            </a:r>
          </a:p>
          <a:p>
            <a:pPr lvl="1"/>
            <a:r>
              <a:rPr lang="en-US" i="1" dirty="0"/>
              <a:t>Distributional Volatility Forecasting for Cocoa Futures: HAR Quantile Regression from One Day to Twelve Months</a:t>
            </a:r>
            <a:endParaRPr lang="de-DE" dirty="0"/>
          </a:p>
          <a:p>
            <a:pPr lvl="1"/>
            <a:endParaRPr lang="de-DE" dirty="0"/>
          </a:p>
          <a:p>
            <a:pPr marL="0" indent="0" algn="ctr">
              <a:buNone/>
            </a:pPr>
            <a:endParaRPr lang="de-DE" i="1" dirty="0"/>
          </a:p>
          <a:p>
            <a:pPr marL="0" indent="0" algn="ctr">
              <a:buNone/>
            </a:pPr>
            <a:r>
              <a:rPr lang="de-DE" i="1" dirty="0"/>
              <a:t>		</a:t>
            </a:r>
            <a:r>
              <a:rPr lang="de-DE" dirty="0"/>
              <a:t>		</a:t>
            </a:r>
          </a:p>
        </p:txBody>
      </p:sp>
      <p:pic>
        <p:nvPicPr>
          <p:cNvPr id="4" name="Grafik 3" descr="Ein Bild, das Text, Schrift, Grafiken, Symbol enthält.&#10;&#10;KI-generierte Inhalte können fehlerhaft sein.">
            <a:extLst>
              <a:ext uri="{FF2B5EF4-FFF2-40B4-BE49-F238E27FC236}">
                <a16:creationId xmlns:a16="http://schemas.microsoft.com/office/drawing/2014/main" id="{63872492-87EF-0309-50FB-EED41BD9A0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0862" y="290600"/>
            <a:ext cx="1773696" cy="45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2045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0A50C-AE81-6262-E6EA-0F9498C4A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platzhalter 48">
            <a:extLst>
              <a:ext uri="{FF2B5EF4-FFF2-40B4-BE49-F238E27FC236}">
                <a16:creationId xmlns:a16="http://schemas.microsoft.com/office/drawing/2014/main" id="{8F466793-0065-D6CB-902F-94B86CEFCF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solidFill>
            <a:srgbClr val="004976"/>
          </a:solidFill>
        </p:spPr>
        <p:txBody>
          <a:bodyPr/>
          <a:lstStyle/>
          <a:p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B45E91D-1F63-2994-94DC-8B819A2CC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ENSO Volatilität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10B95176-9B34-0CBD-C7FA-12D194917B64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B95471F-D688-1838-74E9-9D7F859D1C45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3FFA10-0470-4638-936A-23EC73946E25}" type="slidenum">
              <a:rPr lang="de-DE" smtClean="0"/>
              <a:pPr/>
              <a:t>13</a:t>
            </a:fld>
            <a:endParaRPr lang="de-DE" dirty="0"/>
          </a:p>
        </p:txBody>
      </p:sp>
      <p:pic>
        <p:nvPicPr>
          <p:cNvPr id="4" name="Grafik 3" descr="Ein Bild, das Text, Schrift, Grafiken, Symbol enthält.&#10;&#10;KI-generierte Inhalte können fehlerhaft sein.">
            <a:extLst>
              <a:ext uri="{FF2B5EF4-FFF2-40B4-BE49-F238E27FC236}">
                <a16:creationId xmlns:a16="http://schemas.microsoft.com/office/drawing/2014/main" id="{BC164444-0E02-BE85-AD48-E0C29B7DBB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0862" y="290600"/>
            <a:ext cx="1773696" cy="45866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1B431D32-C5D9-BC98-5C72-503BD965FD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407" y="1625866"/>
            <a:ext cx="10131185" cy="4292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336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Benutzerdefiniert 19">
      <a:dk1>
        <a:srgbClr val="797C7F"/>
      </a:dk1>
      <a:lt1>
        <a:srgbClr val="FFFFFF"/>
      </a:lt1>
      <a:dk2>
        <a:srgbClr val="004976"/>
      </a:dk2>
      <a:lt2>
        <a:srgbClr val="FFFFFF"/>
      </a:lt2>
      <a:accent1>
        <a:srgbClr val="F8AF00"/>
      </a:accent1>
      <a:accent2>
        <a:srgbClr val="F35F11"/>
      </a:accent2>
      <a:accent3>
        <a:srgbClr val="E7236A"/>
      </a:accent3>
      <a:accent4>
        <a:srgbClr val="28A8DC"/>
      </a:accent4>
      <a:accent5>
        <a:srgbClr val="00AEA5"/>
      </a:accent5>
      <a:accent6>
        <a:srgbClr val="12A142"/>
      </a:accent6>
      <a:hlink>
        <a:srgbClr val="1C3A89"/>
      </a:hlink>
      <a:folHlink>
        <a:srgbClr val="E7236A"/>
      </a:folHlink>
    </a:clrScheme>
    <a:fontScheme name="Ritter Spor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spcBef>
            <a:spcPts val="600"/>
          </a:spcBef>
          <a:buClr>
            <a:schemeClr val="tx1"/>
          </a:buClr>
          <a:defRPr sz="2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itter_Sport_Master_2023_de.potx" id="{3AD2E56E-A2C6-4D96-ABAD-A01C41BA6CAA}" vid="{6D656130-447D-400B-B6A6-FA5A3F75D128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Ritter_Sport_Master_2023_de</Template>
  <TotalTime>0</TotalTime>
  <Words>667</Words>
  <Application>Microsoft Office PowerPoint</Application>
  <PresentationFormat>Breitbild</PresentationFormat>
  <Paragraphs>179</Paragraphs>
  <Slides>13</Slides>
  <Notes>11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8" baseType="lpstr">
      <vt:lpstr>-apple-system</vt:lpstr>
      <vt:lpstr>Arial</vt:lpstr>
      <vt:lpstr>Symbol</vt:lpstr>
      <vt:lpstr>Wingdings</vt:lpstr>
      <vt:lpstr>Office</vt:lpstr>
      <vt:lpstr>Aktueller Stand</vt:lpstr>
      <vt:lpstr>Inhalt</vt:lpstr>
      <vt:lpstr>Was seit letztem Mal gemacht wurde</vt:lpstr>
      <vt:lpstr>Stand der schriftlichen Arbeit</vt:lpstr>
      <vt:lpstr>Das Gesamtstichproben-Ergebnis</vt:lpstr>
      <vt:lpstr>Das Gesamtstichproben-Ergebnis</vt:lpstr>
      <vt:lpstr>Diagnostik 1</vt:lpstr>
      <vt:lpstr>Diagnostik 2</vt:lpstr>
      <vt:lpstr>Diagnostik 2</vt:lpstr>
      <vt:lpstr>Diagnostik 3</vt:lpstr>
      <vt:lpstr>Die RQ2 Antwort</vt:lpstr>
      <vt:lpstr>Nächste Schritte</vt:lpstr>
      <vt:lpstr>ENSO Volatilität</vt:lpstr>
    </vt:vector>
  </TitlesOfParts>
  <Company>Alfred Ritter GmbH &amp; Co. KG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Köhler, Felix</dc:creator>
  <cp:lastModifiedBy>Köhler, Felix</cp:lastModifiedBy>
  <cp:revision>8</cp:revision>
  <dcterms:created xsi:type="dcterms:W3CDTF">2026-05-27T08:15:52Z</dcterms:created>
  <dcterms:modified xsi:type="dcterms:W3CDTF">2026-06-09T08:10:34Z</dcterms:modified>
</cp:coreProperties>
</file>