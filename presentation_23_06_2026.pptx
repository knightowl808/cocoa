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134804822" r:id="rId2"/>
    <p:sldId id="2134804802" r:id="rId3"/>
    <p:sldId id="2134804857" r:id="rId4"/>
    <p:sldId id="2134804845" r:id="rId5"/>
    <p:sldId id="2134804850" r:id="rId6"/>
    <p:sldId id="2134804838" r:id="rId7"/>
    <p:sldId id="2134804851" r:id="rId8"/>
    <p:sldId id="2134804852" r:id="rId9"/>
    <p:sldId id="2134804853" r:id="rId10"/>
    <p:sldId id="2134804856" r:id="rId11"/>
    <p:sldId id="2134804855" r:id="rId12"/>
    <p:sldId id="2134804854" r:id="rId13"/>
    <p:sldId id="2134804839" r:id="rId14"/>
    <p:sldId id="2134804843" r:id="rId15"/>
    <p:sldId id="2134804844" r:id="rId16"/>
    <p:sldId id="2134804846" r:id="rId17"/>
    <p:sldId id="2134804847" r:id="rId18"/>
    <p:sldId id="2134804849" r:id="rId19"/>
    <p:sldId id="2134804858"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itter Sport" id="{750F6B32-C1AD-49B3-8052-A568520959C1}">
          <p14:sldIdLst>
            <p14:sldId id="2134804822"/>
            <p14:sldId id="2134804802"/>
            <p14:sldId id="2134804857"/>
            <p14:sldId id="2134804845"/>
            <p14:sldId id="2134804850"/>
            <p14:sldId id="2134804838"/>
            <p14:sldId id="2134804851"/>
            <p14:sldId id="2134804852"/>
            <p14:sldId id="2134804853"/>
            <p14:sldId id="2134804856"/>
            <p14:sldId id="2134804855"/>
            <p14:sldId id="2134804854"/>
            <p14:sldId id="2134804839"/>
            <p14:sldId id="2134804843"/>
            <p14:sldId id="2134804844"/>
            <p14:sldId id="2134804846"/>
            <p14:sldId id="2134804847"/>
            <p14:sldId id="2134804849"/>
            <p14:sldId id="2134804858"/>
          </p14:sldIdLst>
        </p14:section>
        <p14:section name="Icons &amp; Farbwelt" id="{0CE457BB-BB77-4F75-98E9-8C616F70F4B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5257"/>
    <a:srgbClr val="F35F11"/>
    <a:srgbClr val="8BBF40"/>
    <a:srgbClr val="6D0E4C"/>
    <a:srgbClr val="ED2722"/>
    <a:srgbClr val="F8485E"/>
    <a:srgbClr val="BBB323"/>
    <a:srgbClr val="1971B8"/>
    <a:srgbClr val="A0D565"/>
    <a:srgbClr val="9AD3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0A15C55-8517-42AA-B614-E9B94910E393}">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6513" autoAdjust="0"/>
  </p:normalViewPr>
  <p:slideViewPr>
    <p:cSldViewPr snapToGrid="0" showGuides="1">
      <p:cViewPr>
        <p:scale>
          <a:sx n="75" d="100"/>
          <a:sy n="75" d="100"/>
        </p:scale>
        <p:origin x="1950" y="276"/>
      </p:cViewPr>
      <p:guideLst/>
    </p:cSldViewPr>
  </p:slideViewPr>
  <p:notesTextViewPr>
    <p:cViewPr>
      <p:scale>
        <a:sx n="1" d="1"/>
        <a:sy n="1" d="1"/>
      </p:scale>
      <p:origin x="0" y="0"/>
    </p:cViewPr>
  </p:notesTextViewPr>
  <p:sorterViewPr>
    <p:cViewPr>
      <p:scale>
        <a:sx n="100" d="100"/>
        <a:sy n="100" d="100"/>
      </p:scale>
      <p:origin x="0" y="-9318"/>
    </p:cViewPr>
  </p:sorter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AA386A9F-9CC9-40E6-885B-EEE71E3DFA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endParaRPr>
          </a:p>
        </p:txBody>
      </p:sp>
      <p:sp>
        <p:nvSpPr>
          <p:cNvPr id="3" name="Datumsplatzhalter 2">
            <a:extLst>
              <a:ext uri="{FF2B5EF4-FFF2-40B4-BE49-F238E27FC236}">
                <a16:creationId xmlns:a16="http://schemas.microsoft.com/office/drawing/2014/main" id="{2FFEC356-898A-40E9-8C70-CD8B116F69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2F8BB1-F92D-4DED-B03F-30484B5AA2A1}" type="datetimeFigureOut">
              <a:rPr lang="de-DE" smtClean="0">
                <a:latin typeface="Arial" panose="020B0604020202020204" pitchFamily="34" charset="0"/>
              </a:rPr>
              <a:t>23.06.2026</a:t>
            </a:fld>
            <a:endParaRPr lang="de-DE" dirty="0">
              <a:latin typeface="Arial" panose="020B0604020202020204" pitchFamily="34" charset="0"/>
            </a:endParaRPr>
          </a:p>
        </p:txBody>
      </p:sp>
      <p:sp>
        <p:nvSpPr>
          <p:cNvPr id="4" name="Fußzeilenplatzhalter 3">
            <a:extLst>
              <a:ext uri="{FF2B5EF4-FFF2-40B4-BE49-F238E27FC236}">
                <a16:creationId xmlns:a16="http://schemas.microsoft.com/office/drawing/2014/main" id="{A2E43D1B-157D-4A2E-BEBF-0D2912561BA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endParaRPr>
          </a:p>
        </p:txBody>
      </p:sp>
      <p:sp>
        <p:nvSpPr>
          <p:cNvPr id="5" name="Foliennummernplatzhalter 4">
            <a:extLst>
              <a:ext uri="{FF2B5EF4-FFF2-40B4-BE49-F238E27FC236}">
                <a16:creationId xmlns:a16="http://schemas.microsoft.com/office/drawing/2014/main" id="{249EC914-AD79-4531-98B5-E2EE20CFF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C07FD8-8D12-4B87-BAC4-6C230F5B1FE3}" type="slidenum">
              <a:rPr lang="de-DE" smtClean="0">
                <a:latin typeface="Arial" panose="020B0604020202020204" pitchFamily="34" charset="0"/>
              </a:rPr>
              <a:t>‹Nr.›</a:t>
            </a:fld>
            <a:endParaRPr lang="de-DE" dirty="0">
              <a:latin typeface="Arial" panose="020B0604020202020204" pitchFamily="34" charset="0"/>
            </a:endParaRPr>
          </a:p>
        </p:txBody>
      </p:sp>
    </p:spTree>
    <p:extLst>
      <p:ext uri="{BB962C8B-B14F-4D97-AF65-F5344CB8AC3E}">
        <p14:creationId xmlns:p14="http://schemas.microsoft.com/office/powerpoint/2010/main" val="15279484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2A2B6385-6051-4A91-BEE8-AE7D91ACBBF0}" type="datetimeFigureOut">
              <a:rPr lang="de-DE" smtClean="0"/>
              <a:pPr/>
              <a:t>23.06.2026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1D51158-57A2-499A-9688-191D0F3AC541}" type="slidenum">
              <a:rPr lang="de-DE" smtClean="0"/>
              <a:pPr/>
              <a:t>‹Nr.›</a:t>
            </a:fld>
            <a:endParaRPr lang="de-DE" dirty="0"/>
          </a:p>
        </p:txBody>
      </p:sp>
    </p:spTree>
    <p:extLst>
      <p:ext uri="{BB962C8B-B14F-4D97-AF65-F5344CB8AC3E}">
        <p14:creationId xmlns:p14="http://schemas.microsoft.com/office/powerpoint/2010/main" val="3848475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p:cNvSpPr>
            <a:spLocks noGrp="1"/>
          </p:cNvSpPr>
          <p:nvPr>
            <p:ph type="sldNum" sz="quarter" idx="10"/>
          </p:nvPr>
        </p:nvSpPr>
        <p:spPr/>
        <p:txBody>
          <a:bodyPr/>
          <a:lstStyle/>
          <a:p>
            <a:fld id="{A1D51158-57A2-499A-9688-191D0F3AC541}" type="slidenum">
              <a:rPr lang="de-DE" smtClean="0"/>
              <a:t>2</a:t>
            </a:fld>
            <a:endParaRPr lang="de-DE"/>
          </a:p>
        </p:txBody>
      </p:sp>
    </p:spTree>
    <p:extLst>
      <p:ext uri="{BB962C8B-B14F-4D97-AF65-F5344CB8AC3E}">
        <p14:creationId xmlns:p14="http://schemas.microsoft.com/office/powerpoint/2010/main" val="3697171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54B8-92D2-561A-1C70-6829FEE5943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9FAE352-4C2D-C5A6-8B9D-DFD756C6D46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4E9C14C-24AA-5C90-56ED-FDAEDF1318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F7D30D8A-FE32-B819-28D6-9156765DD749}"/>
              </a:ext>
            </a:extLst>
          </p:cNvPr>
          <p:cNvSpPr>
            <a:spLocks noGrp="1"/>
          </p:cNvSpPr>
          <p:nvPr>
            <p:ph type="sldNum" sz="quarter" idx="10"/>
          </p:nvPr>
        </p:nvSpPr>
        <p:spPr/>
        <p:txBody>
          <a:bodyPr/>
          <a:lstStyle/>
          <a:p>
            <a:fld id="{A1D51158-57A2-499A-9688-191D0F3AC541}" type="slidenum">
              <a:rPr lang="de-DE" smtClean="0"/>
              <a:t>3</a:t>
            </a:fld>
            <a:endParaRPr lang="de-DE"/>
          </a:p>
        </p:txBody>
      </p:sp>
    </p:spTree>
    <p:extLst>
      <p:ext uri="{BB962C8B-B14F-4D97-AF65-F5344CB8AC3E}">
        <p14:creationId xmlns:p14="http://schemas.microsoft.com/office/powerpoint/2010/main" val="3743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D738-B187-13E9-8A23-6C078A09EE7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C3C49A8-9357-8104-AAF8-FA536876F6D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E0EABE3-4801-1E25-9F37-4C64B3254A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41AB99FD-74E8-D099-B916-9E2B577E3EC8}"/>
              </a:ext>
            </a:extLst>
          </p:cNvPr>
          <p:cNvSpPr>
            <a:spLocks noGrp="1"/>
          </p:cNvSpPr>
          <p:nvPr>
            <p:ph type="sldNum" sz="quarter" idx="10"/>
          </p:nvPr>
        </p:nvSpPr>
        <p:spPr/>
        <p:txBody>
          <a:bodyPr/>
          <a:lstStyle/>
          <a:p>
            <a:fld id="{A1D51158-57A2-499A-9688-191D0F3AC541}" type="slidenum">
              <a:rPr lang="de-DE" smtClean="0"/>
              <a:t>4</a:t>
            </a:fld>
            <a:endParaRPr lang="de-DE"/>
          </a:p>
        </p:txBody>
      </p:sp>
    </p:spTree>
    <p:extLst>
      <p:ext uri="{BB962C8B-B14F-4D97-AF65-F5344CB8AC3E}">
        <p14:creationId xmlns:p14="http://schemas.microsoft.com/office/powerpoint/2010/main" val="1196266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E89C-4A17-5A39-F153-245BDFAE24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AAE0969-DD40-E918-8573-35B28417247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13D1B9E-C54E-498D-3E63-00248EDBAB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58C57B71-DE87-3515-F410-09DEFB692D58}"/>
              </a:ext>
            </a:extLst>
          </p:cNvPr>
          <p:cNvSpPr>
            <a:spLocks noGrp="1"/>
          </p:cNvSpPr>
          <p:nvPr>
            <p:ph type="sldNum" sz="quarter" idx="10"/>
          </p:nvPr>
        </p:nvSpPr>
        <p:spPr/>
        <p:txBody>
          <a:bodyPr/>
          <a:lstStyle/>
          <a:p>
            <a:fld id="{A1D51158-57A2-499A-9688-191D0F3AC541}" type="slidenum">
              <a:rPr lang="de-DE" smtClean="0"/>
              <a:t>5</a:t>
            </a:fld>
            <a:endParaRPr lang="de-DE"/>
          </a:p>
        </p:txBody>
      </p:sp>
    </p:spTree>
    <p:extLst>
      <p:ext uri="{BB962C8B-B14F-4D97-AF65-F5344CB8AC3E}">
        <p14:creationId xmlns:p14="http://schemas.microsoft.com/office/powerpoint/2010/main" val="3672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0C3A9-75A5-E2B5-2326-9733E482F88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4EB4FA-1AB4-A22E-CC36-036E9AC2E6D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E13B409-C83C-2BE1-7357-ABA9F2D56F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kern="1200" dirty="0">
                <a:solidFill>
                  <a:schemeClr val="tx1"/>
                </a:solidFill>
                <a:effectLst/>
                <a:ea typeface="+mn-ea"/>
                <a:cs typeface="+mn-cs"/>
              </a:rPr>
              <a:t>Geringe Werte am Anfang: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kern="1200" dirty="0">
                <a:solidFill>
                  <a:schemeClr val="tx1"/>
                </a:solidFill>
                <a:effectLst/>
                <a:ea typeface="+mn-ea"/>
                <a:cs typeface="+mn-cs"/>
              </a:rPr>
              <a:t>Erste </a:t>
            </a:r>
            <a:r>
              <a:rPr lang="de-DE" sz="1200" kern="1200" dirty="0" err="1">
                <a:solidFill>
                  <a:schemeClr val="tx1"/>
                </a:solidFill>
                <a:effectLst/>
                <a:ea typeface="+mn-ea"/>
                <a:cs typeface="+mn-cs"/>
              </a:rPr>
              <a:t>plotbare</a:t>
            </a:r>
            <a:r>
              <a:rPr lang="de-DE" sz="1200" kern="1200" dirty="0">
                <a:solidFill>
                  <a:schemeClr val="tx1"/>
                </a:solidFill>
                <a:effectLst/>
                <a:ea typeface="+mn-ea"/>
                <a:cs typeface="+mn-cs"/>
              </a:rPr>
              <a:t> Punkte basieren auf nur 2 Jahren an kumulierten OOS-Daten -&gt; Hier hat HAR-X-QR deutlich schlechter abgeschnitten -&gt; Zähler springt auf +2. Das ist ein </a:t>
            </a:r>
            <a:r>
              <a:rPr lang="de-DE" sz="1200" kern="1200" dirty="0" err="1">
                <a:solidFill>
                  <a:schemeClr val="tx1"/>
                </a:solidFill>
                <a:effectLst/>
                <a:ea typeface="+mn-ea"/>
                <a:cs typeface="+mn-cs"/>
              </a:rPr>
              <a:t>small</a:t>
            </a:r>
            <a:r>
              <a:rPr lang="de-DE" sz="1200" kern="1200" dirty="0">
                <a:solidFill>
                  <a:schemeClr val="tx1"/>
                </a:solidFill>
                <a:effectLst/>
                <a:ea typeface="+mn-ea"/>
                <a:cs typeface="+mn-cs"/>
              </a:rPr>
              <a:t>-n-Effekt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ea typeface="+mn-ea"/>
                <a:cs typeface="+mn-cs"/>
              </a:rPr>
              <a:t>Graph geht nach unten: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kern="1200" dirty="0">
                <a:solidFill>
                  <a:schemeClr val="tx1"/>
                </a:solidFill>
                <a:effectLst/>
                <a:ea typeface="+mn-ea"/>
                <a:cs typeface="+mn-cs"/>
              </a:rPr>
              <a:t>Kumulativer Durchschnitt ist ungefähr Zähler / n . Wenn der Zähler nach der frühen Phase kaum wächst (ENSO bleibt neutral) und n linear weiterläuft bekommt man eine glatte 1/n-Hyperbel Richtung null.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ea typeface="+mn-ea"/>
                <a:cs typeface="+mn-cs"/>
              </a:rPr>
              <a:t>Die Abklingkurve ist </a:t>
            </a:r>
            <a:r>
              <a:rPr lang="de-DE" sz="1200" kern="1200" dirty="0" err="1">
                <a:solidFill>
                  <a:schemeClr val="tx1"/>
                </a:solidFill>
                <a:effectLst/>
                <a:ea typeface="+mn-ea"/>
                <a:cs typeface="+mn-cs"/>
              </a:rPr>
              <a:t>featureless</a:t>
            </a:r>
            <a:r>
              <a:rPr lang="de-DE" sz="1200" kern="1200" dirty="0">
                <a:solidFill>
                  <a:schemeClr val="tx1"/>
                </a:solidFill>
                <a:effectLst/>
                <a:ea typeface="+mn-ea"/>
                <a:cs typeface="+mn-cs"/>
              </a:rPr>
              <a:t> (glatt, monoton) Ein echter Klimakanal müsste lokale Ausschläge an den realen ENSO Ereignissen zeigen. (2010/11, 2015/16)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ea typeface="+mn-ea"/>
                <a:cs typeface="+mn-cs"/>
              </a:rPr>
              <a:t>Wir sehen allerdings erst am Ende ein </a:t>
            </a:r>
            <a:r>
              <a:rPr lang="de-DE" sz="1200" kern="1200" dirty="0" err="1">
                <a:solidFill>
                  <a:schemeClr val="tx1"/>
                </a:solidFill>
                <a:effectLst/>
                <a:ea typeface="+mn-ea"/>
                <a:cs typeface="+mn-cs"/>
              </a:rPr>
              <a:t>eindeutges</a:t>
            </a:r>
            <a:r>
              <a:rPr lang="de-DE" sz="1200" kern="1200" dirty="0">
                <a:solidFill>
                  <a:schemeClr val="tx1"/>
                </a:solidFill>
                <a:effectLst/>
                <a:ea typeface="+mn-ea"/>
                <a:cs typeface="+mn-cs"/>
              </a:rPr>
              <a:t> Signal, der gesamte Gewinn </a:t>
            </a:r>
            <a:r>
              <a:rPr lang="de-DE" sz="1200" kern="1200" dirty="0" err="1">
                <a:solidFill>
                  <a:schemeClr val="tx1"/>
                </a:solidFill>
                <a:effectLst/>
                <a:ea typeface="+mn-ea"/>
                <a:cs typeface="+mn-cs"/>
              </a:rPr>
              <a:t>kummuliert</a:t>
            </a:r>
            <a:r>
              <a:rPr lang="de-DE" sz="1200" kern="1200" dirty="0">
                <a:solidFill>
                  <a:schemeClr val="tx1"/>
                </a:solidFill>
                <a:effectLst/>
                <a:ea typeface="+mn-ea"/>
                <a:cs typeface="+mn-cs"/>
              </a:rPr>
              <a:t> aus den letzten Jahren. </a:t>
            </a:r>
          </a:p>
        </p:txBody>
      </p:sp>
      <p:sp>
        <p:nvSpPr>
          <p:cNvPr id="4" name="Foliennummernplatzhalter 3">
            <a:extLst>
              <a:ext uri="{FF2B5EF4-FFF2-40B4-BE49-F238E27FC236}">
                <a16:creationId xmlns:a16="http://schemas.microsoft.com/office/drawing/2014/main" id="{1B579898-306D-6BCE-9AB1-5430923D7001}"/>
              </a:ext>
            </a:extLst>
          </p:cNvPr>
          <p:cNvSpPr>
            <a:spLocks noGrp="1"/>
          </p:cNvSpPr>
          <p:nvPr>
            <p:ph type="sldNum" sz="quarter" idx="10"/>
          </p:nvPr>
        </p:nvSpPr>
        <p:spPr/>
        <p:txBody>
          <a:bodyPr/>
          <a:lstStyle/>
          <a:p>
            <a:fld id="{A1D51158-57A2-499A-9688-191D0F3AC541}" type="slidenum">
              <a:rPr lang="de-DE" smtClean="0"/>
              <a:t>6</a:t>
            </a:fld>
            <a:endParaRPr lang="de-DE"/>
          </a:p>
        </p:txBody>
      </p:sp>
    </p:spTree>
    <p:extLst>
      <p:ext uri="{BB962C8B-B14F-4D97-AF65-F5344CB8AC3E}">
        <p14:creationId xmlns:p14="http://schemas.microsoft.com/office/powerpoint/2010/main" val="1418515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70075-A454-4060-ED79-397257F9EC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A49EE35-090F-3DD9-9069-08720AC0AED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ABBFAE7-A1EF-4C54-D9F4-0CD112219A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F2708F5A-8AAF-17CD-0D26-11ED13BF19A0}"/>
              </a:ext>
            </a:extLst>
          </p:cNvPr>
          <p:cNvSpPr>
            <a:spLocks noGrp="1"/>
          </p:cNvSpPr>
          <p:nvPr>
            <p:ph type="sldNum" sz="quarter" idx="10"/>
          </p:nvPr>
        </p:nvSpPr>
        <p:spPr/>
        <p:txBody>
          <a:bodyPr/>
          <a:lstStyle/>
          <a:p>
            <a:fld id="{A1D51158-57A2-499A-9688-191D0F3AC541}" type="slidenum">
              <a:rPr lang="de-DE" smtClean="0"/>
              <a:t>7</a:t>
            </a:fld>
            <a:endParaRPr lang="de-DE"/>
          </a:p>
        </p:txBody>
      </p:sp>
    </p:spTree>
    <p:extLst>
      <p:ext uri="{BB962C8B-B14F-4D97-AF65-F5344CB8AC3E}">
        <p14:creationId xmlns:p14="http://schemas.microsoft.com/office/powerpoint/2010/main" val="272791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E41C-8B8B-AA61-44D6-A3970E8E5EC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8DE4D44-43DF-9EFB-4975-84C71A7CBFA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3A29DD4-EF67-2C24-B693-31038B5382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i="0" kern="1200" dirty="0">
                <a:solidFill>
                  <a:schemeClr val="tx1"/>
                </a:solidFill>
                <a:effectLst/>
                <a:latin typeface="Arial" panose="020B0604020202020204" pitchFamily="34" charset="0"/>
                <a:ea typeface="+mn-ea"/>
                <a:cs typeface="+mn-cs"/>
              </a:rPr>
              <a:t>-8 bis 0 </a:t>
            </a:r>
            <a:r>
              <a:rPr lang="de-DE" sz="1200" b="0" i="0" kern="1200" dirty="0" err="1">
                <a:solidFill>
                  <a:schemeClr val="tx1"/>
                </a:solidFill>
                <a:effectLst/>
                <a:latin typeface="Arial" panose="020B0604020202020204" pitchFamily="34" charset="0"/>
                <a:ea typeface="+mn-ea"/>
                <a:cs typeface="+mn-cs"/>
              </a:rPr>
              <a:t>siginifikant</a:t>
            </a:r>
            <a:r>
              <a:rPr lang="de-DE" sz="1200" b="0" i="0" kern="1200" dirty="0">
                <a:solidFill>
                  <a:schemeClr val="tx1"/>
                </a:solidFill>
                <a:effectLst/>
                <a:latin typeface="Arial" panose="020B0604020202020204" pitchFamily="34" charset="0"/>
                <a:ea typeface="+mn-ea"/>
                <a:cs typeface="+mn-cs"/>
              </a:rPr>
              <a:t> negativ : </a:t>
            </a:r>
            <a:r>
              <a:rPr lang="de-DE" sz="1200" b="1" i="0" kern="1200" dirty="0">
                <a:solidFill>
                  <a:schemeClr val="tx1"/>
                </a:solidFill>
                <a:effectLst/>
                <a:latin typeface="Arial" panose="020B0604020202020204" pitchFamily="34" charset="0"/>
                <a:ea typeface="+mn-ea"/>
                <a:cs typeface="+mn-cs"/>
              </a:rPr>
              <a:t>Autokorrelations-Verschmierungseffekt</a:t>
            </a:r>
            <a:endParaRPr lang="de-DE"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i="0" kern="1200" dirty="0">
                <a:solidFill>
                  <a:schemeClr val="tx1"/>
                </a:solidFill>
                <a:effectLst/>
                <a:latin typeface="Arial" panose="020B0604020202020204" pitchFamily="34" charset="0"/>
                <a:ea typeface="+mn-ea"/>
                <a:cs typeface="+mn-cs"/>
              </a:rPr>
              <a:t>ENSO ist </a:t>
            </a:r>
            <a:r>
              <a:rPr lang="de-DE" sz="1200" b="1" i="0" kern="1200" dirty="0">
                <a:solidFill>
                  <a:schemeClr val="tx1"/>
                </a:solidFill>
                <a:effectLst/>
                <a:latin typeface="Arial" panose="020B0604020202020204" pitchFamily="34" charset="0"/>
                <a:ea typeface="+mn-ea"/>
                <a:cs typeface="+mn-cs"/>
              </a:rPr>
              <a:t>hochgradig persistent</a:t>
            </a:r>
            <a:r>
              <a:rPr lang="de-DE" sz="1200" b="0" i="0" kern="1200" dirty="0">
                <a:solidFill>
                  <a:schemeClr val="tx1"/>
                </a:solidFill>
                <a:effectLst/>
                <a:latin typeface="Arial" panose="020B0604020202020204" pitchFamily="34" charset="0"/>
                <a:ea typeface="+mn-ea"/>
                <a:cs typeface="+mn-cs"/>
              </a:rPr>
              <a:t> — ein El-Niño-Ereignis dauert typisch 12–18 Monate. Wenn also ENSO gerade negativ mit </a:t>
            </a:r>
            <a:r>
              <a:rPr lang="de-DE" sz="1200" b="0" i="0" kern="1200" dirty="0" err="1">
                <a:solidFill>
                  <a:schemeClr val="tx1"/>
                </a:solidFill>
                <a:effectLst/>
                <a:latin typeface="Arial" panose="020B0604020202020204" pitchFamily="34" charset="0"/>
                <a:ea typeface="+mn-ea"/>
                <a:cs typeface="+mn-cs"/>
              </a:rPr>
              <a:t>sigma_t</a:t>
            </a:r>
            <a:r>
              <a:rPr lang="de-DE" sz="1200" b="0" i="0" kern="1200" dirty="0">
                <a:solidFill>
                  <a:schemeClr val="tx1"/>
                </a:solidFill>
                <a:effectLst/>
                <a:latin typeface="Arial" panose="020B0604020202020204" pitchFamily="34" charset="0"/>
                <a:ea typeface="+mn-ea"/>
                <a:cs typeface="+mn-cs"/>
              </a:rPr>
              <a:t> korreliert dann entsteht ein Verschmierungseffekt. </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i="0" kern="1200" dirty="0">
                <a:solidFill>
                  <a:schemeClr val="tx1"/>
                </a:solidFill>
                <a:effectLst/>
                <a:latin typeface="Arial" panose="020B0604020202020204" pitchFamily="34" charset="0"/>
                <a:ea typeface="+mn-ea"/>
                <a:cs typeface="+mn-cs"/>
              </a:rPr>
              <a:t>Der k=0-Effekt "verschmiert" also rückwärts in alle negativen Lags — nicht weil Kakaovolatilität ENSO vorhersagt, sondern weil </a:t>
            </a:r>
            <a:r>
              <a:rPr lang="de-DE" sz="1200" b="1" i="0" kern="1200" dirty="0">
                <a:solidFill>
                  <a:schemeClr val="tx1"/>
                </a:solidFill>
                <a:effectLst/>
                <a:latin typeface="Arial" panose="020B0604020202020204" pitchFamily="34" charset="0"/>
                <a:ea typeface="+mn-ea"/>
                <a:cs typeface="+mn-cs"/>
              </a:rPr>
              <a:t>ENSO sich selbst vorhersagt</a:t>
            </a:r>
            <a:r>
              <a:rPr lang="de-DE" sz="1200" b="0" i="0" kern="1200" dirty="0">
                <a:solidFill>
                  <a:schemeClr val="tx1"/>
                </a:solidFill>
                <a:effectLst/>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i="0" kern="1200" dirty="0">
                <a:solidFill>
                  <a:schemeClr val="tx1"/>
                </a:solidFill>
                <a:effectLst/>
                <a:latin typeface="Arial" panose="020B0604020202020204" pitchFamily="34" charset="0"/>
                <a:ea typeface="+mn-ea"/>
                <a:cs typeface="+mn-cs"/>
              </a:rPr>
              <a:t>Die signifikanten Balken bei k = −8 bis 0 sind kein eigenständiger Befund. Sie sind der Schatten der kontemporären Korrelation (k=0), multipliziert durch ENSOs eigene Autokorrelationsstruktur. Das ist ein bekanntes CCF-Artefakt bei persistenten Zeitreihen — kein Evidenz für Kausalität in irgendeiner Richtung. </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p:txBody>
      </p:sp>
      <p:sp>
        <p:nvSpPr>
          <p:cNvPr id="4" name="Foliennummernplatzhalter 3">
            <a:extLst>
              <a:ext uri="{FF2B5EF4-FFF2-40B4-BE49-F238E27FC236}">
                <a16:creationId xmlns:a16="http://schemas.microsoft.com/office/drawing/2014/main" id="{50D6C4BD-B6DD-7857-C32F-DACDD0B6B3EC}"/>
              </a:ext>
            </a:extLst>
          </p:cNvPr>
          <p:cNvSpPr>
            <a:spLocks noGrp="1"/>
          </p:cNvSpPr>
          <p:nvPr>
            <p:ph type="sldNum" sz="quarter" idx="10"/>
          </p:nvPr>
        </p:nvSpPr>
        <p:spPr/>
        <p:txBody>
          <a:bodyPr/>
          <a:lstStyle/>
          <a:p>
            <a:fld id="{A1D51158-57A2-499A-9688-191D0F3AC541}" type="slidenum">
              <a:rPr lang="de-DE" smtClean="0"/>
              <a:t>8</a:t>
            </a:fld>
            <a:endParaRPr lang="de-DE"/>
          </a:p>
        </p:txBody>
      </p:sp>
    </p:spTree>
    <p:extLst>
      <p:ext uri="{BB962C8B-B14F-4D97-AF65-F5344CB8AC3E}">
        <p14:creationId xmlns:p14="http://schemas.microsoft.com/office/powerpoint/2010/main" val="2796379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EFF3-CD5D-A888-60AF-9A25978D9A8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DE0F0F-435C-80BA-C27E-00CB3BACF4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96C5525-A0E1-7929-356F-580502D2F6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E5E875F2-4E1C-5C2C-6E2C-6C91DDFC273D}"/>
              </a:ext>
            </a:extLst>
          </p:cNvPr>
          <p:cNvSpPr>
            <a:spLocks noGrp="1"/>
          </p:cNvSpPr>
          <p:nvPr>
            <p:ph type="sldNum" sz="quarter" idx="10"/>
          </p:nvPr>
        </p:nvSpPr>
        <p:spPr/>
        <p:txBody>
          <a:bodyPr/>
          <a:lstStyle/>
          <a:p>
            <a:fld id="{A1D51158-57A2-499A-9688-191D0F3AC541}" type="slidenum">
              <a:rPr lang="de-DE" smtClean="0"/>
              <a:t>9</a:t>
            </a:fld>
            <a:endParaRPr lang="de-DE"/>
          </a:p>
        </p:txBody>
      </p:sp>
    </p:spTree>
    <p:extLst>
      <p:ext uri="{BB962C8B-B14F-4D97-AF65-F5344CB8AC3E}">
        <p14:creationId xmlns:p14="http://schemas.microsoft.com/office/powerpoint/2010/main" val="3660634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0998-6FC4-C47C-3E2B-8012292A4AB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DDEB67F-0160-C987-15E6-6232DEBCA6B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1000DCF-4A14-2F02-796E-37BF53791C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p:txBody>
      </p:sp>
      <p:sp>
        <p:nvSpPr>
          <p:cNvPr id="4" name="Foliennummernplatzhalter 3">
            <a:extLst>
              <a:ext uri="{FF2B5EF4-FFF2-40B4-BE49-F238E27FC236}">
                <a16:creationId xmlns:a16="http://schemas.microsoft.com/office/drawing/2014/main" id="{7979A1A2-04CE-A799-10D9-4E332A31AD5B}"/>
              </a:ext>
            </a:extLst>
          </p:cNvPr>
          <p:cNvSpPr>
            <a:spLocks noGrp="1"/>
          </p:cNvSpPr>
          <p:nvPr>
            <p:ph type="sldNum" sz="quarter" idx="10"/>
          </p:nvPr>
        </p:nvSpPr>
        <p:spPr/>
        <p:txBody>
          <a:bodyPr/>
          <a:lstStyle/>
          <a:p>
            <a:fld id="{A1D51158-57A2-499A-9688-191D0F3AC541}" type="slidenum">
              <a:rPr lang="de-DE" smtClean="0"/>
              <a:t>10</a:t>
            </a:fld>
            <a:endParaRPr lang="de-DE"/>
          </a:p>
        </p:txBody>
      </p:sp>
    </p:spTree>
    <p:extLst>
      <p:ext uri="{BB962C8B-B14F-4D97-AF65-F5344CB8AC3E}">
        <p14:creationId xmlns:p14="http://schemas.microsoft.com/office/powerpoint/2010/main" val="3893215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F4A42-5A10-2879-7E2F-867B0A3A80F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B4B4BEB-3F53-F198-BF29-905A13C1C4D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7C31E90-6496-765C-7805-4787B6CD6C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kern="1200" dirty="0">
                <a:solidFill>
                  <a:schemeClr val="tx1"/>
                </a:solidFill>
                <a:effectLst/>
                <a:ea typeface="+mn-ea"/>
                <a:cs typeface="+mn-cs"/>
              </a:rPr>
              <a:t>36 Monate getestet wegen </a:t>
            </a:r>
            <a:r>
              <a:rPr lang="de-DE" sz="1200" kern="1200" dirty="0" err="1">
                <a:solidFill>
                  <a:schemeClr val="tx1"/>
                </a:solidFill>
                <a:effectLst/>
                <a:ea typeface="+mn-ea"/>
                <a:cs typeface="+mn-cs"/>
              </a:rPr>
              <a:t>Switching</a:t>
            </a:r>
            <a:r>
              <a:rPr lang="de-DE" sz="1200" kern="1200" dirty="0">
                <a:solidFill>
                  <a:schemeClr val="tx1"/>
                </a:solidFill>
                <a:effectLst/>
                <a:ea typeface="+mn-ea"/>
                <a:cs typeface="+mn-cs"/>
              </a:rPr>
              <a:t> </a:t>
            </a:r>
            <a:r>
              <a:rPr lang="de-DE" sz="1200" kern="1200" dirty="0" err="1">
                <a:solidFill>
                  <a:schemeClr val="tx1"/>
                </a:solidFill>
                <a:effectLst/>
                <a:ea typeface="+mn-ea"/>
                <a:cs typeface="+mn-cs"/>
              </a:rPr>
              <a:t>costs</a:t>
            </a:r>
            <a:r>
              <a:rPr lang="de-DE" sz="1200" kern="1200" dirty="0">
                <a:solidFill>
                  <a:schemeClr val="tx1"/>
                </a:solidFill>
                <a:effectLst/>
                <a:ea typeface="+mn-ea"/>
                <a:cs typeface="+mn-cs"/>
              </a:rPr>
              <a:t>. </a:t>
            </a:r>
            <a:r>
              <a:rPr lang="de-DE" sz="1200" kern="1200" dirty="0" err="1">
                <a:solidFill>
                  <a:schemeClr val="tx1"/>
                </a:solidFill>
                <a:effectLst/>
                <a:ea typeface="+mn-ea"/>
                <a:cs typeface="+mn-cs"/>
              </a:rPr>
              <a:t>Unsichjerheit</a:t>
            </a:r>
            <a:r>
              <a:rPr lang="de-DE" sz="1200" kern="1200" dirty="0">
                <a:solidFill>
                  <a:schemeClr val="tx1"/>
                </a:solidFill>
                <a:effectLst/>
                <a:ea typeface="+mn-ea"/>
                <a:cs typeface="+mn-cs"/>
              </a:rPr>
              <a:t> über ENSO Zustand, </a:t>
            </a:r>
            <a:r>
              <a:rPr lang="de-DE" sz="1200" kern="1200" dirty="0" err="1">
                <a:solidFill>
                  <a:schemeClr val="tx1"/>
                </a:solidFill>
                <a:effectLst/>
                <a:ea typeface="+mn-ea"/>
                <a:cs typeface="+mn-cs"/>
              </a:rPr>
              <a:t>Agrar</a:t>
            </a:r>
            <a:r>
              <a:rPr lang="de-DE" sz="1200" kern="1200" dirty="0">
                <a:solidFill>
                  <a:schemeClr val="tx1"/>
                </a:solidFill>
                <a:effectLst/>
                <a:ea typeface="+mn-ea"/>
                <a:cs typeface="+mn-cs"/>
              </a:rPr>
              <a:t> </a:t>
            </a:r>
            <a:r>
              <a:rPr lang="de-DE" sz="1200" kern="1200" dirty="0" err="1">
                <a:solidFill>
                  <a:schemeClr val="tx1"/>
                </a:solidFill>
                <a:effectLst/>
                <a:ea typeface="+mn-ea"/>
                <a:cs typeface="+mn-cs"/>
              </a:rPr>
              <a:t>management</a:t>
            </a:r>
            <a:r>
              <a:rPr lang="de-DE" sz="1200" kern="1200" dirty="0">
                <a:solidFill>
                  <a:schemeClr val="tx1"/>
                </a:solidFill>
                <a:effectLst/>
                <a:ea typeface="+mn-ea"/>
                <a:cs typeface="+mn-cs"/>
              </a:rPr>
              <a:t> </a:t>
            </a:r>
            <a:r>
              <a:rPr lang="de-DE" sz="1200" kern="1200" dirty="0" err="1">
                <a:solidFill>
                  <a:schemeClr val="tx1"/>
                </a:solidFill>
                <a:effectLst/>
                <a:ea typeface="+mn-ea"/>
                <a:cs typeface="+mn-cs"/>
              </a:rPr>
              <a:t>wechsel</a:t>
            </a:r>
            <a:r>
              <a:rPr lang="de-DE" sz="1200" kern="1200" dirty="0">
                <a:solidFill>
                  <a:schemeClr val="tx1"/>
                </a:solidFill>
                <a:effectLst/>
                <a:ea typeface="+mn-ea"/>
                <a:cs typeface="+mn-cs"/>
              </a:rPr>
              <a:t>. Fängt längere Regimewechsel ein. </a:t>
            </a:r>
          </a:p>
        </p:txBody>
      </p:sp>
      <p:sp>
        <p:nvSpPr>
          <p:cNvPr id="4" name="Foliennummernplatzhalter 3">
            <a:extLst>
              <a:ext uri="{FF2B5EF4-FFF2-40B4-BE49-F238E27FC236}">
                <a16:creationId xmlns:a16="http://schemas.microsoft.com/office/drawing/2014/main" id="{9B4D6063-A8F5-1782-81DE-EEECB634D448}"/>
              </a:ext>
            </a:extLst>
          </p:cNvPr>
          <p:cNvSpPr>
            <a:spLocks noGrp="1"/>
          </p:cNvSpPr>
          <p:nvPr>
            <p:ph type="sldNum" sz="quarter" idx="10"/>
          </p:nvPr>
        </p:nvSpPr>
        <p:spPr/>
        <p:txBody>
          <a:bodyPr/>
          <a:lstStyle/>
          <a:p>
            <a:fld id="{A1D51158-57A2-499A-9688-191D0F3AC541}" type="slidenum">
              <a:rPr lang="de-DE" smtClean="0"/>
              <a:t>11</a:t>
            </a:fld>
            <a:endParaRPr lang="de-DE"/>
          </a:p>
        </p:txBody>
      </p:sp>
    </p:spTree>
    <p:extLst>
      <p:ext uri="{BB962C8B-B14F-4D97-AF65-F5344CB8AC3E}">
        <p14:creationId xmlns:p14="http://schemas.microsoft.com/office/powerpoint/2010/main" val="2685142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0E5CE-8A6D-E2FC-3F32-54024A1A6BB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51A2698-3490-8366-34F0-4344F9C1E22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612B320-8681-B211-5B62-4367B22E70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ACDBE9BD-FCB8-678E-8343-958385191255}"/>
              </a:ext>
            </a:extLst>
          </p:cNvPr>
          <p:cNvSpPr>
            <a:spLocks noGrp="1"/>
          </p:cNvSpPr>
          <p:nvPr>
            <p:ph type="sldNum" sz="quarter" idx="10"/>
          </p:nvPr>
        </p:nvSpPr>
        <p:spPr/>
        <p:txBody>
          <a:bodyPr/>
          <a:lstStyle/>
          <a:p>
            <a:fld id="{A1D51158-57A2-499A-9688-191D0F3AC541}" type="slidenum">
              <a:rPr lang="de-DE" smtClean="0"/>
              <a:t>12</a:t>
            </a:fld>
            <a:endParaRPr lang="de-DE"/>
          </a:p>
        </p:txBody>
      </p:sp>
    </p:spTree>
    <p:extLst>
      <p:ext uri="{BB962C8B-B14F-4D97-AF65-F5344CB8AC3E}">
        <p14:creationId xmlns:p14="http://schemas.microsoft.com/office/powerpoint/2010/main" val="1508759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40BE-E7BA-061D-4917-F07D88EE8FC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25B117A-58F7-D583-E429-5235F2B5E0A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izenplatzhalter 2">
                <a:extLst>
                  <a:ext uri="{FF2B5EF4-FFF2-40B4-BE49-F238E27FC236}">
                    <a16:creationId xmlns:a16="http://schemas.microsoft.com/office/drawing/2014/main" id="{F9A79CC6-D047-CCFE-5F3B-C7D4490535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kern="1200" dirty="0">
                    <a:solidFill>
                      <a:schemeClr val="tx1"/>
                    </a:solidFill>
                    <a:effectLst/>
                    <a:latin typeface="Arial" panose="020B0604020202020204" pitchFamily="34" charset="0"/>
                    <a:ea typeface="+mn-ea"/>
                    <a:cs typeface="+mn-cs"/>
                  </a:rPr>
                  <a:t>Ich habe einen Look-</a:t>
                </a:r>
                <a:r>
                  <a:rPr lang="de-DE" sz="1200" b="0" kern="1200" dirty="0" err="1">
                    <a:solidFill>
                      <a:schemeClr val="tx1"/>
                    </a:solidFill>
                    <a:effectLst/>
                    <a:latin typeface="Arial" panose="020B0604020202020204" pitchFamily="34" charset="0"/>
                    <a:ea typeface="+mn-ea"/>
                    <a:cs typeface="+mn-cs"/>
                  </a:rPr>
                  <a:t>ahead</a:t>
                </a:r>
                <a:r>
                  <a:rPr lang="de-DE" sz="1200" b="0" kern="1200" dirty="0">
                    <a:solidFill>
                      <a:schemeClr val="tx1"/>
                    </a:solidFill>
                    <a:effectLst/>
                    <a:latin typeface="Arial" panose="020B0604020202020204" pitchFamily="34" charset="0"/>
                    <a:ea typeface="+mn-ea"/>
                    <a:cs typeface="+mn-cs"/>
                  </a:rPr>
                  <a:t>-Fehler in der Trainingsschleife gefunden und behoben.</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dirty="0"/>
                  <a:t>1.Das Trainingsfenster endete bisher bei Zeitpunkt </a:t>
                </a:r>
                <a14:m>
                  <m:oMath xmlns:m="http://schemas.openxmlformats.org/officeDocument/2006/math">
                    <m:r>
                      <a:rPr lang="de-DE" sz="1200" i="1" kern="1200">
                        <a:solidFill>
                          <a:schemeClr val="tx1"/>
                        </a:solidFill>
                        <a:latin typeface="Cambria Math" panose="02040503050406030204" pitchFamily="18" charset="0"/>
                        <a:ea typeface="+mn-ea"/>
                        <a:cs typeface="+mn-cs"/>
                      </a:rPr>
                      <m:t>𝑡</m:t>
                    </m:r>
                  </m:oMath>
                </a14:m>
                <a:r>
                  <a:rPr lang="de-DE" dirty="0"/>
                  <a:t>, wodurch die letzten </a:t>
                </a:r>
                <a14:m>
                  <m:oMath xmlns:m="http://schemas.openxmlformats.org/officeDocument/2006/math">
                    <m:r>
                      <a:rPr lang="de-DE" sz="1200" i="1" kern="1200">
                        <a:solidFill>
                          <a:schemeClr val="tx1"/>
                        </a:solidFill>
                        <a:latin typeface="Cambria Math" panose="02040503050406030204" pitchFamily="18" charset="0"/>
                        <a:ea typeface="+mn-ea"/>
                        <a:cs typeface="+mn-cs"/>
                      </a:rPr>
                      <m:t>h</m:t>
                    </m:r>
                  </m:oMath>
                </a14:m>
                <a:r>
                  <a:rPr lang="de-DE" dirty="0"/>
                  <a:t>Trainingszeilen ihre Zielvariable teilweise aus noch nicht eingetretenen Tagen bezogen -</a:t>
                </a:r>
                <a:r>
                  <a:rPr lang="de-DE" baseline="0" dirty="0"/>
                  <a:t> </a:t>
                </a:r>
                <a:r>
                  <a:rPr lang="de-DE" dirty="0"/>
                  <a:t>das Modell hatte also Zukunftsinformation im Label.</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dirty="0"/>
                  <a:t>1.Durch das korrigierte Fenster, das </a:t>
                </a:r>
                <a14:m>
                  <m:oMath xmlns:m="http://schemas.openxmlformats.org/officeDocument/2006/math">
                    <m:r>
                      <a:rPr lang="de-DE" sz="1200" i="1" kern="1200">
                        <a:solidFill>
                          <a:schemeClr val="tx1"/>
                        </a:solidFill>
                        <a:latin typeface="Cambria Math" panose="02040503050406030204" pitchFamily="18" charset="0"/>
                        <a:ea typeface="+mn-ea"/>
                        <a:cs typeface="+mn-cs"/>
                      </a:rPr>
                      <m:t>h</m:t>
                    </m:r>
                    <m:r>
                      <a:rPr lang="de-DE" sz="1200" b="0" i="1" kern="1200" smtClean="0">
                        <a:solidFill>
                          <a:schemeClr val="tx1"/>
                        </a:solidFill>
                        <a:latin typeface="Cambria Math" panose="02040503050406030204" pitchFamily="18" charset="0"/>
                        <a:ea typeface="+mn-ea"/>
                        <a:cs typeface="+mn-cs"/>
                      </a:rPr>
                      <m:t> </m:t>
                    </m:r>
                  </m:oMath>
                </a14:m>
                <a:r>
                  <a:rPr lang="de-DE" dirty="0"/>
                  <a:t>Schritte früher endet, sind alle Zielwerte der letzten Trainingszeile bereits beobachtet, was den künstlichen ENSO-Gewinn - besonders bei </a:t>
                </a:r>
                <a14:m>
                  <m:oMath xmlns:m="http://schemas.openxmlformats.org/officeDocument/2006/math">
                    <m:r>
                      <a:rPr lang="de-DE" sz="1200" i="1" kern="1200">
                        <a:solidFill>
                          <a:schemeClr val="tx1"/>
                        </a:solidFill>
                        <a:latin typeface="Cambria Math" panose="02040503050406030204" pitchFamily="18" charset="0"/>
                        <a:ea typeface="+mn-ea"/>
                        <a:cs typeface="+mn-cs"/>
                      </a:rPr>
                      <m:t>h</m:t>
                    </m:r>
                    <m:r>
                      <a:rPr lang="de-DE" sz="1200" i="0" kern="1200">
                        <a:solidFill>
                          <a:schemeClr val="tx1"/>
                        </a:solidFill>
                        <a:latin typeface="Cambria Math" panose="02040503050406030204" pitchFamily="18" charset="0"/>
                        <a:ea typeface="+mn-ea"/>
                        <a:cs typeface="+mn-cs"/>
                      </a:rPr>
                      <m:t>=264</m:t>
                    </m:r>
                    <m:r>
                      <a:rPr lang="de-DE" sz="1200" b="0" i="0" kern="1200" smtClean="0">
                        <a:solidFill>
                          <a:schemeClr val="tx1"/>
                        </a:solidFill>
                        <a:latin typeface="Cambria Math" panose="02040503050406030204" pitchFamily="18" charset="0"/>
                        <a:ea typeface="+mn-ea"/>
                        <a:cs typeface="+mn-cs"/>
                      </a:rPr>
                      <m:t> </m:t>
                    </m:r>
                  </m:oMath>
                </a14:m>
                <a:r>
                  <a:rPr lang="de-DE" dirty="0"/>
                  <a:t> vollständig erklärt.</a:t>
                </a: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r>
                  <a:rPr lang="de-DE" baseline="0" dirty="0"/>
                  <a:t>2. </a:t>
                </a:r>
                <a:r>
                  <a:rPr lang="de-DE" dirty="0"/>
                  <a:t>Das bisherige GARCH-Modell schätzte das 95%-Quantil der täglichen Volatilität, während HAR-QR das Quantil des </a:t>
                </a:r>
                <a14:m>
                  <m:oMath xmlns:m="http://schemas.openxmlformats.org/officeDocument/2006/math">
                    <m:r>
                      <a:rPr lang="de-DE" sz="1200" i="1" kern="1200">
                        <a:solidFill>
                          <a:schemeClr val="tx1"/>
                        </a:solidFill>
                        <a:latin typeface="Cambria Math" panose="02040503050406030204" pitchFamily="18" charset="0"/>
                        <a:ea typeface="+mn-ea"/>
                        <a:cs typeface="+mn-cs"/>
                      </a:rPr>
                      <m:t>h</m:t>
                    </m:r>
                  </m:oMath>
                </a14:m>
                <a:r>
                  <a:rPr lang="de-DE" dirty="0"/>
                  <a:t>-Tage-Durchschnitts prognostizierte, ein unfairer Vergleich, da Durchschnitte über viele Tage deutlich weniger streuen und damit engere Quantile liefern. Nach der Korrektur, bei der GARCH über simulierte Pfade das empirische Quantil des Durchschnitts bildet, ist GARCH bei </a:t>
                </a:r>
                <a14:m>
                  <m:oMath xmlns:m="http://schemas.openxmlformats.org/officeDocument/2006/math">
                    <m:r>
                      <a:rPr lang="de-DE" sz="1200" i="1" kern="1200">
                        <a:solidFill>
                          <a:schemeClr val="tx1"/>
                        </a:solidFill>
                        <a:latin typeface="Cambria Math" panose="02040503050406030204" pitchFamily="18" charset="0"/>
                        <a:ea typeface="+mn-ea"/>
                        <a:cs typeface="+mn-cs"/>
                      </a:rPr>
                      <m:t>h</m:t>
                    </m:r>
                    <m:r>
                      <a:rPr lang="de-DE" sz="1200" i="0" kern="1200">
                        <a:solidFill>
                          <a:schemeClr val="tx1"/>
                        </a:solidFill>
                        <a:latin typeface="Cambria Math" panose="02040503050406030204" pitchFamily="18" charset="0"/>
                        <a:ea typeface="+mn-ea"/>
                        <a:cs typeface="+mn-cs"/>
                      </a:rPr>
                      <m:t>=264</m:t>
                    </m:r>
                  </m:oMath>
                </a14:m>
                <a:r>
                  <a:rPr lang="de-DE" dirty="0"/>
                  <a:t> das beste Modell — was inhaltlich erwartet werden sollte, da GARCH explizit Mean-Reversion modelliert, die bei langen Horizonten dominiert.</a:t>
                </a:r>
                <a:endParaRPr lang="de-DE" baseline="0" dirty="0"/>
              </a:p>
            </p:txBody>
          </p:sp>
        </mc:Choice>
        <mc:Fallback xmlns="">
          <p:sp>
            <p:nvSpPr>
              <p:cNvPr id="3" name="Notizenplatzhalter 2">
                <a:extLst>
                  <a:ext uri="{FF2B5EF4-FFF2-40B4-BE49-F238E27FC236}">
                    <a16:creationId xmlns:a16="http://schemas.microsoft.com/office/drawing/2014/main" id="{F9A79CC6-D047-CCFE-5F3B-C7D4490535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b="0" kern="1200" dirty="0">
                    <a:solidFill>
                      <a:schemeClr val="tx1"/>
                    </a:solidFill>
                    <a:effectLst/>
                    <a:latin typeface="Arial" panose="020B0604020202020204" pitchFamily="34" charset="0"/>
                    <a:ea typeface="+mn-ea"/>
                    <a:cs typeface="+mn-cs"/>
                  </a:rPr>
                  <a:t>Ich habe einen Look-</a:t>
                </a:r>
                <a:r>
                  <a:rPr lang="de-DE" sz="1200" b="0" kern="1200" dirty="0" err="1">
                    <a:solidFill>
                      <a:schemeClr val="tx1"/>
                    </a:solidFill>
                    <a:effectLst/>
                    <a:latin typeface="Arial" panose="020B0604020202020204" pitchFamily="34" charset="0"/>
                    <a:ea typeface="+mn-ea"/>
                    <a:cs typeface="+mn-cs"/>
                  </a:rPr>
                  <a:t>ahead</a:t>
                </a:r>
                <a:r>
                  <a:rPr lang="de-DE" sz="1200" b="0" kern="1200" dirty="0">
                    <a:solidFill>
                      <a:schemeClr val="tx1"/>
                    </a:solidFill>
                    <a:effectLst/>
                    <a:latin typeface="Arial" panose="020B0604020202020204" pitchFamily="34" charset="0"/>
                    <a:ea typeface="+mn-ea"/>
                    <a:cs typeface="+mn-cs"/>
                  </a:rPr>
                  <a:t>-Fehler in der Trainingsschleife gefunden und behoben.</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dirty="0"/>
                  <a:t>1.Das Trainingsfenster endete bisher bei Zeitpunkt </a:t>
                </a:r>
                <a:r>
                  <a:rPr lang="de-DE" sz="1200" i="0" kern="1200">
                    <a:solidFill>
                      <a:schemeClr val="tx1"/>
                    </a:solidFill>
                    <a:latin typeface="Arial" panose="020B0604020202020204" pitchFamily="34" charset="0"/>
                    <a:ea typeface="+mn-ea"/>
                    <a:cs typeface="+mn-cs"/>
                  </a:rPr>
                  <a:t>𝑡</a:t>
                </a:r>
                <a:r>
                  <a:rPr lang="de-DE" dirty="0"/>
                  <a:t>, wodurch die letzten </a:t>
                </a:r>
                <a:r>
                  <a:rPr lang="de-DE" sz="1200" i="0" kern="1200">
                    <a:solidFill>
                      <a:schemeClr val="tx1"/>
                    </a:solidFill>
                    <a:latin typeface="Arial" panose="020B0604020202020204" pitchFamily="34" charset="0"/>
                    <a:ea typeface="+mn-ea"/>
                    <a:cs typeface="+mn-cs"/>
                  </a:rPr>
                  <a:t>ℎ</a:t>
                </a:r>
                <a:r>
                  <a:rPr lang="de-DE" dirty="0"/>
                  <a:t>Trainingszeilen ihre Zielvariable teilweise aus noch nicht eingetretenen Tagen bezogen -</a:t>
                </a:r>
                <a:r>
                  <a:rPr lang="de-DE" baseline="0" dirty="0"/>
                  <a:t> </a:t>
                </a:r>
                <a:r>
                  <a:rPr lang="de-DE" dirty="0"/>
                  <a:t>das Modell hatte also Zukunftsinformation im Label.</a:t>
                </a: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dirty="0"/>
                  <a:t>1.Durch das korrigierte Fenster, das </a:t>
                </a:r>
                <a:r>
                  <a:rPr lang="de-DE" sz="1200" i="0" kern="1200">
                    <a:solidFill>
                      <a:schemeClr val="tx1"/>
                    </a:solidFill>
                    <a:latin typeface="Arial" panose="020B0604020202020204" pitchFamily="34" charset="0"/>
                    <a:ea typeface="+mn-ea"/>
                    <a:cs typeface="+mn-cs"/>
                  </a:rPr>
                  <a:t>ℎ</a:t>
                </a:r>
                <a:r>
                  <a:rPr lang="de-DE" sz="1200" b="0" i="0" kern="1200">
                    <a:solidFill>
                      <a:schemeClr val="tx1"/>
                    </a:solidFill>
                    <a:latin typeface="Cambria Math" panose="02040503050406030204" pitchFamily="18" charset="0"/>
                    <a:ea typeface="+mn-ea"/>
                    <a:cs typeface="+mn-cs"/>
                  </a:rPr>
                  <a:t> </a:t>
                </a:r>
                <a:r>
                  <a:rPr lang="de-DE" dirty="0"/>
                  <a:t>Schritte früher endet, sind alle Zielwerte der letzten Trainingszeile bereits beobachtet, was den künstlichen ENSO-Gewinn - besonders bei </a:t>
                </a:r>
                <a:r>
                  <a:rPr lang="de-DE" sz="1200" i="0" kern="1200">
                    <a:solidFill>
                      <a:schemeClr val="tx1"/>
                    </a:solidFill>
                    <a:latin typeface="Arial" panose="020B0604020202020204" pitchFamily="34" charset="0"/>
                    <a:ea typeface="+mn-ea"/>
                    <a:cs typeface="+mn-cs"/>
                  </a:rPr>
                  <a:t>ℎ=264</a:t>
                </a:r>
                <a:r>
                  <a:rPr lang="de-DE" sz="1200" b="0" i="0" kern="1200">
                    <a:solidFill>
                      <a:schemeClr val="tx1"/>
                    </a:solidFill>
                    <a:latin typeface="Cambria Math" panose="02040503050406030204" pitchFamily="18" charset="0"/>
                    <a:ea typeface="+mn-ea"/>
                    <a:cs typeface="+mn-cs"/>
                  </a:rPr>
                  <a:t> </a:t>
                </a:r>
                <a:r>
                  <a:rPr lang="de-DE" dirty="0"/>
                  <a:t> vollständig erklärt.</a:t>
                </a: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r>
                  <a:rPr lang="de-DE" baseline="0" dirty="0"/>
                  <a:t>2. </a:t>
                </a:r>
                <a:r>
                  <a:rPr lang="de-DE" dirty="0"/>
                  <a:t>Das bisherige GARCH-Modell schätzte das 95%-Quantil der täglichen Volatilität, während HAR-QR das Quantil des </a:t>
                </a:r>
                <a:r>
                  <a:rPr lang="de-DE" sz="1200" i="0" kern="1200">
                    <a:solidFill>
                      <a:schemeClr val="tx1"/>
                    </a:solidFill>
                    <a:latin typeface="Arial" panose="020B0604020202020204" pitchFamily="34" charset="0"/>
                    <a:ea typeface="+mn-ea"/>
                    <a:cs typeface="+mn-cs"/>
                  </a:rPr>
                  <a:t>ℎ</a:t>
                </a:r>
                <a:r>
                  <a:rPr lang="de-DE" dirty="0"/>
                  <a:t>-Tage-Durchschnitts prognostizierte, ein unfairer Vergleich, da Durchschnitte über viele Tage deutlich weniger streuen und damit engere Quantile liefern. Nach der Korrektur, bei der GARCH über simulierte Pfade das empirische Quantil des Durchschnitts bildet, ist GARCH bei </a:t>
                </a:r>
                <a:r>
                  <a:rPr lang="de-DE" sz="1200" i="0" kern="1200">
                    <a:solidFill>
                      <a:schemeClr val="tx1"/>
                    </a:solidFill>
                    <a:latin typeface="Arial" panose="020B0604020202020204" pitchFamily="34" charset="0"/>
                    <a:ea typeface="+mn-ea"/>
                    <a:cs typeface="+mn-cs"/>
                  </a:rPr>
                  <a:t>ℎ=264</a:t>
                </a:r>
                <a:r>
                  <a:rPr lang="de-DE" dirty="0"/>
                  <a:t> das beste Modell — was inhaltlich erwartet werden sollte, da GARCH explizit Mean-Reversion modelliert, die bei langen Horizonten dominiert.</a:t>
                </a:r>
                <a:endParaRPr lang="de-DE" baseline="0" dirty="0"/>
              </a:p>
            </p:txBody>
          </p:sp>
        </mc:Fallback>
      </mc:AlternateContent>
      <p:sp>
        <p:nvSpPr>
          <p:cNvPr id="4" name="Foliennummernplatzhalter 3">
            <a:extLst>
              <a:ext uri="{FF2B5EF4-FFF2-40B4-BE49-F238E27FC236}">
                <a16:creationId xmlns:a16="http://schemas.microsoft.com/office/drawing/2014/main" id="{EA251F0E-D907-D0EE-44D2-BDB7E4ACB281}"/>
              </a:ext>
            </a:extLst>
          </p:cNvPr>
          <p:cNvSpPr>
            <a:spLocks noGrp="1"/>
          </p:cNvSpPr>
          <p:nvPr>
            <p:ph type="sldNum" sz="quarter" idx="10"/>
          </p:nvPr>
        </p:nvSpPr>
        <p:spPr/>
        <p:txBody>
          <a:bodyPr/>
          <a:lstStyle/>
          <a:p>
            <a:fld id="{A1D51158-57A2-499A-9688-191D0F3AC541}" type="slidenum">
              <a:rPr lang="de-DE" smtClean="0"/>
              <a:t>13</a:t>
            </a:fld>
            <a:endParaRPr lang="de-DE"/>
          </a:p>
        </p:txBody>
      </p:sp>
    </p:spTree>
    <p:extLst>
      <p:ext uri="{BB962C8B-B14F-4D97-AF65-F5344CB8AC3E}">
        <p14:creationId xmlns:p14="http://schemas.microsoft.com/office/powerpoint/2010/main" val="2136814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5E1F-4D27-0D16-30F8-160FBF554D5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121934-A6B1-2041-AC4E-DED23FBC70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70C5253-D8DE-C196-4770-E572516730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sz="1200" kern="1200" dirty="0">
                <a:solidFill>
                  <a:schemeClr val="tx1"/>
                </a:solidFill>
                <a:effectLst/>
                <a:ea typeface="+mn-ea"/>
                <a:cs typeface="+mn-cs"/>
              </a:rPr>
              <a:t>Retention: </a:t>
            </a:r>
            <a:r>
              <a:rPr lang="de-DE" sz="1200" b="0" i="0" kern="1200" dirty="0">
                <a:solidFill>
                  <a:schemeClr val="tx1"/>
                </a:solidFill>
                <a:effectLst/>
                <a:latin typeface="Arial" panose="020B0604020202020204" pitchFamily="34" charset="0"/>
                <a:ea typeface="+mn-ea"/>
                <a:cs typeface="+mn-cs"/>
              </a:rPr>
              <a:t>Von dem vollen ENSO-Gewinn bei 12M, τ=0,95 bleiben 79% erhalten, wenn man die Krisenjahre 2022–2024 aus dem Sample wirft.</a:t>
            </a: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B0C475FE-0B8F-D9DA-F948-83A6377AC0A8}"/>
              </a:ext>
            </a:extLst>
          </p:cNvPr>
          <p:cNvSpPr>
            <a:spLocks noGrp="1"/>
          </p:cNvSpPr>
          <p:nvPr>
            <p:ph type="sldNum" sz="quarter" idx="10"/>
          </p:nvPr>
        </p:nvSpPr>
        <p:spPr/>
        <p:txBody>
          <a:bodyPr/>
          <a:lstStyle/>
          <a:p>
            <a:fld id="{A1D51158-57A2-499A-9688-191D0F3AC541}" type="slidenum">
              <a:rPr lang="de-DE" smtClean="0"/>
              <a:t>14</a:t>
            </a:fld>
            <a:endParaRPr lang="de-DE"/>
          </a:p>
        </p:txBody>
      </p:sp>
    </p:spTree>
    <p:extLst>
      <p:ext uri="{BB962C8B-B14F-4D97-AF65-F5344CB8AC3E}">
        <p14:creationId xmlns:p14="http://schemas.microsoft.com/office/powerpoint/2010/main" val="2173521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6779B-9BB6-7B77-E5F8-DD187BE1A7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3064BEA-4A91-E6EE-F747-70C3A66FDF2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65A42DA-53FF-EC21-B9A4-3B70CA1B42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de-DE"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endParaRPr lang="de-DE" sz="1200" kern="1200" dirty="0">
              <a:solidFill>
                <a:schemeClr val="tx1"/>
              </a:solidFill>
              <a:effectLst/>
              <a:ea typeface="+mn-ea"/>
              <a:cs typeface="+mn-cs"/>
            </a:endParaRPr>
          </a:p>
          <a:p>
            <a:endParaRPr lang="de-DE" baseline="0" dirty="0"/>
          </a:p>
        </p:txBody>
      </p:sp>
      <p:sp>
        <p:nvSpPr>
          <p:cNvPr id="4" name="Foliennummernplatzhalter 3">
            <a:extLst>
              <a:ext uri="{FF2B5EF4-FFF2-40B4-BE49-F238E27FC236}">
                <a16:creationId xmlns:a16="http://schemas.microsoft.com/office/drawing/2014/main" id="{5F7E93CF-1AE3-241B-DA79-B18756D682D1}"/>
              </a:ext>
            </a:extLst>
          </p:cNvPr>
          <p:cNvSpPr>
            <a:spLocks noGrp="1"/>
          </p:cNvSpPr>
          <p:nvPr>
            <p:ph type="sldNum" sz="quarter" idx="10"/>
          </p:nvPr>
        </p:nvSpPr>
        <p:spPr/>
        <p:txBody>
          <a:bodyPr/>
          <a:lstStyle/>
          <a:p>
            <a:fld id="{A1D51158-57A2-499A-9688-191D0F3AC541}" type="slidenum">
              <a:rPr lang="de-DE" smtClean="0"/>
              <a:t>15</a:t>
            </a:fld>
            <a:endParaRPr lang="de-DE"/>
          </a:p>
        </p:txBody>
      </p:sp>
    </p:spTree>
    <p:extLst>
      <p:ext uri="{BB962C8B-B14F-4D97-AF65-F5344CB8AC3E}">
        <p14:creationId xmlns:p14="http://schemas.microsoft.com/office/powerpoint/2010/main" val="25941673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CC4E9A2-A91D-41D3-B346-E1BF43CF66E7}"/>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11" name="Grafik 10">
            <a:extLst>
              <a:ext uri="{FF2B5EF4-FFF2-40B4-BE49-F238E27FC236}">
                <a16:creationId xmlns:a16="http://schemas.microsoft.com/office/drawing/2014/main" id="{68DC71D2-3710-413E-AD29-2BADED1C98DE}"/>
              </a:ext>
            </a:extLst>
          </p:cNvPr>
          <p:cNvPicPr>
            <a:picLocks noChangeAspect="1"/>
          </p:cNvPicPr>
          <p:nvPr userDrawn="1"/>
        </p:nvPicPr>
        <p:blipFill rotWithShape="1">
          <a:blip r:embed="rId2" cstate="screen">
            <a:duotone>
              <a:schemeClr val="accent4">
                <a:shade val="45000"/>
                <a:satMod val="135000"/>
              </a:schemeClr>
              <a:prstClr val="white"/>
            </a:duotone>
            <a:alphaModFix amt="20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8" name="Grafik 7">
            <a:extLst>
              <a:ext uri="{FF2B5EF4-FFF2-40B4-BE49-F238E27FC236}">
                <a16:creationId xmlns:a16="http://schemas.microsoft.com/office/drawing/2014/main" id="{6B48C485-8AFA-4AD9-B00F-860E110158C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9" name="Textplatzhalter 8">
            <a:extLst>
              <a:ext uri="{FF2B5EF4-FFF2-40B4-BE49-F238E27FC236}">
                <a16:creationId xmlns:a16="http://schemas.microsoft.com/office/drawing/2014/main" id="{67F8B6F5-59A5-4A0B-A360-3C549230401F}"/>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2" name="Textplatzhalter 8">
            <a:extLst>
              <a:ext uri="{FF2B5EF4-FFF2-40B4-BE49-F238E27FC236}">
                <a16:creationId xmlns:a16="http://schemas.microsoft.com/office/drawing/2014/main" id="{E1B75DD0-720E-46AE-80B5-A7AC5005EA78}"/>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114157161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1">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65885"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8" name="Grafik 7">
            <a:extLst>
              <a:ext uri="{FF2B5EF4-FFF2-40B4-BE49-F238E27FC236}">
                <a16:creationId xmlns:a16="http://schemas.microsoft.com/office/drawing/2014/main" id="{6B48C485-8AFA-4AD9-B00F-860E110158C0}"/>
              </a:ext>
            </a:extLst>
          </p:cNvPr>
          <p:cNvPicPr>
            <a:picLocks noChangeAspect="1"/>
          </p:cNvPicPr>
          <p:nvPr userDrawn="1"/>
        </p:nvPicPr>
        <p:blipFill>
          <a:blip r:embed="rId3" cstate="email">
            <a:lum/>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0" name="Textplatzhalter 8">
            <a:extLst>
              <a:ext uri="{FF2B5EF4-FFF2-40B4-BE49-F238E27FC236}">
                <a16:creationId xmlns:a16="http://schemas.microsoft.com/office/drawing/2014/main" id="{ECD2F0C0-4BED-455D-A509-ABDB60451639}"/>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2" name="Textplatzhalter 8">
            <a:extLst>
              <a:ext uri="{FF2B5EF4-FFF2-40B4-BE49-F238E27FC236}">
                <a16:creationId xmlns:a16="http://schemas.microsoft.com/office/drawing/2014/main" id="{E4CD1561-69D5-4CC3-9D64-4588C3679345}"/>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2874612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2">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8" name="Grafik 7">
            <a:extLst>
              <a:ext uri="{FF2B5EF4-FFF2-40B4-BE49-F238E27FC236}">
                <a16:creationId xmlns:a16="http://schemas.microsoft.com/office/drawing/2014/main" id="{6B48C485-8AFA-4AD9-B00F-860E110158C0}"/>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0" name="Textplatzhalter 8">
            <a:extLst>
              <a:ext uri="{FF2B5EF4-FFF2-40B4-BE49-F238E27FC236}">
                <a16:creationId xmlns:a16="http://schemas.microsoft.com/office/drawing/2014/main" id="{22C31F79-E01A-4A09-8512-B0F2655C50D6}"/>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2" name="Textplatzhalter 8">
            <a:extLst>
              <a:ext uri="{FF2B5EF4-FFF2-40B4-BE49-F238E27FC236}">
                <a16:creationId xmlns:a16="http://schemas.microsoft.com/office/drawing/2014/main" id="{3D6B5A09-33A1-429C-8E8B-A2B6159B27BC}"/>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4144147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3">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7" name="Grafik 6">
            <a:extLst>
              <a:ext uri="{FF2B5EF4-FFF2-40B4-BE49-F238E27FC236}">
                <a16:creationId xmlns:a16="http://schemas.microsoft.com/office/drawing/2014/main" id="{A69D6D9F-0000-48C8-8DFA-247F45AEF077}"/>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1" name="Textplatzhalter 8">
            <a:extLst>
              <a:ext uri="{FF2B5EF4-FFF2-40B4-BE49-F238E27FC236}">
                <a16:creationId xmlns:a16="http://schemas.microsoft.com/office/drawing/2014/main" id="{9D68A853-ACF3-4CDE-94AB-BD2D86660100}"/>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3" name="Textplatzhalter 8">
            <a:extLst>
              <a:ext uri="{FF2B5EF4-FFF2-40B4-BE49-F238E27FC236}">
                <a16:creationId xmlns:a16="http://schemas.microsoft.com/office/drawing/2014/main" id="{6B953F1C-47F3-49C0-B452-3D860B1F8EDD}"/>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4053593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4">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7" name="Grafik 6">
            <a:extLst>
              <a:ext uri="{FF2B5EF4-FFF2-40B4-BE49-F238E27FC236}">
                <a16:creationId xmlns:a16="http://schemas.microsoft.com/office/drawing/2014/main" id="{19319405-1E28-462F-AF67-8DE53F19D5EB}"/>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1" name="Textplatzhalter 8">
            <a:extLst>
              <a:ext uri="{FF2B5EF4-FFF2-40B4-BE49-F238E27FC236}">
                <a16:creationId xmlns:a16="http://schemas.microsoft.com/office/drawing/2014/main" id="{F100B746-5A0C-4DCF-871B-F60C9353EFCB}"/>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3" name="Textplatzhalter 8">
            <a:extLst>
              <a:ext uri="{FF2B5EF4-FFF2-40B4-BE49-F238E27FC236}">
                <a16:creationId xmlns:a16="http://schemas.microsoft.com/office/drawing/2014/main" id="{6263DCF3-97F6-465D-B4C6-808623B7F75E}"/>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1066937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5">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13" name="Freihandform: Form 12">
            <a:extLst>
              <a:ext uri="{FF2B5EF4-FFF2-40B4-BE49-F238E27FC236}">
                <a16:creationId xmlns:a16="http://schemas.microsoft.com/office/drawing/2014/main" id="{5C504D7E-DCDA-4EFB-896A-696151B31A3B}"/>
              </a:ext>
            </a:extLst>
          </p:cNvPr>
          <p:cNvSpPr/>
          <p:nvPr/>
        </p:nvSpPr>
        <p:spPr>
          <a:xfrm>
            <a:off x="1479317" y="-198863"/>
            <a:ext cx="2159993" cy="1215009"/>
          </a:xfrm>
          <a:custGeom>
            <a:avLst/>
            <a:gdLst>
              <a:gd name="connsiteX0" fmla="*/ 0 w 2159993"/>
              <a:gd name="connsiteY0" fmla="*/ 0 h 1215009"/>
              <a:gd name="connsiteX1" fmla="*/ 2159994 w 2159993"/>
              <a:gd name="connsiteY1" fmla="*/ 0 h 1215009"/>
              <a:gd name="connsiteX2" fmla="*/ 2159994 w 2159993"/>
              <a:gd name="connsiteY2" fmla="*/ 1215009 h 1215009"/>
              <a:gd name="connsiteX3" fmla="*/ 0 w 2159993"/>
              <a:gd name="connsiteY3" fmla="*/ 1215009 h 1215009"/>
            </a:gdLst>
            <a:ahLst/>
            <a:cxnLst>
              <a:cxn ang="0">
                <a:pos x="connsiteX0" y="connsiteY0"/>
              </a:cxn>
              <a:cxn ang="0">
                <a:pos x="connsiteX1" y="connsiteY1"/>
              </a:cxn>
              <a:cxn ang="0">
                <a:pos x="connsiteX2" y="connsiteY2"/>
              </a:cxn>
              <a:cxn ang="0">
                <a:pos x="connsiteX3" y="connsiteY3"/>
              </a:cxn>
            </a:cxnLst>
            <a:rect l="l" t="t" r="r" b="b"/>
            <a:pathLst>
              <a:path w="2159993" h="1215009">
                <a:moveTo>
                  <a:pt x="0" y="0"/>
                </a:moveTo>
                <a:lnTo>
                  <a:pt x="2159994" y="0"/>
                </a:lnTo>
                <a:lnTo>
                  <a:pt x="2159994" y="1215009"/>
                </a:lnTo>
                <a:lnTo>
                  <a:pt x="0" y="1215009"/>
                </a:lnTo>
                <a:close/>
              </a:path>
            </a:pathLst>
          </a:custGeom>
          <a:noFill/>
          <a:ln w="9525" cap="flat">
            <a:noFill/>
            <a:prstDash val="solid"/>
            <a:miter/>
          </a:ln>
        </p:spPr>
        <p:txBody>
          <a:bodyPr rtlCol="0" anchor="ctr"/>
          <a:lstStyle/>
          <a:p>
            <a:endParaRPr lang="de-DE"/>
          </a:p>
        </p:txBody>
      </p:sp>
      <p:pic>
        <p:nvPicPr>
          <p:cNvPr id="10" name="Grafik 9">
            <a:extLst>
              <a:ext uri="{FF2B5EF4-FFF2-40B4-BE49-F238E27FC236}">
                <a16:creationId xmlns:a16="http://schemas.microsoft.com/office/drawing/2014/main" id="{0507D980-822E-44A9-AB15-A80B3A917AA4}"/>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2" name="Textplatzhalter 8">
            <a:extLst>
              <a:ext uri="{FF2B5EF4-FFF2-40B4-BE49-F238E27FC236}">
                <a16:creationId xmlns:a16="http://schemas.microsoft.com/office/drawing/2014/main" id="{91A6BCD3-BC62-4D84-AD10-82E4E3FAE64E}"/>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5" name="Textplatzhalter 8">
            <a:extLst>
              <a:ext uri="{FF2B5EF4-FFF2-40B4-BE49-F238E27FC236}">
                <a16:creationId xmlns:a16="http://schemas.microsoft.com/office/drawing/2014/main" id="{F6E33FCA-F59F-4AF2-8ED0-7C83CE6CD4E6}"/>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808733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elfoli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B56BB8B-C6F7-4C85-AE5B-75D1A59C4632}"/>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pic>
        <p:nvPicPr>
          <p:cNvPr id="9" name="Grafik 8">
            <a:extLst>
              <a:ext uri="{FF2B5EF4-FFF2-40B4-BE49-F238E27FC236}">
                <a16:creationId xmlns:a16="http://schemas.microsoft.com/office/drawing/2014/main" id="{6BB78F14-8924-486D-8518-A02DB2DC6F09}"/>
              </a:ext>
            </a:extLst>
          </p:cNvPr>
          <p:cNvPicPr>
            <a:picLocks noChangeAspect="1"/>
          </p:cNvPicPr>
          <p:nvPr userDrawn="1"/>
        </p:nvPicPr>
        <p:blipFill rotWithShape="1">
          <a:blip r:embed="rId2" cstate="screen">
            <a:duotone>
              <a:schemeClr val="accent6">
                <a:shade val="45000"/>
                <a:satMod val="135000"/>
              </a:schemeClr>
              <a:prstClr val="white"/>
            </a:duotone>
            <a:lum bright="20000"/>
            <a:alphaModFix amt="25000"/>
            <a:extLst>
              <a:ext uri="{28A0092B-C50C-407E-A947-70E740481C1C}">
                <a14:useLocalDpi xmlns:a14="http://schemas.microsoft.com/office/drawing/2010/main"/>
              </a:ext>
            </a:extLst>
          </a:blip>
          <a:srcRect t="14002" b="6687"/>
          <a:stretch/>
        </p:blipFill>
        <p:spPr>
          <a:xfrm>
            <a:off x="279338" y="0"/>
            <a:ext cx="11660230" cy="6858000"/>
          </a:xfrm>
          <a:prstGeom prst="rect">
            <a:avLst/>
          </a:prstGeom>
        </p:spPr>
      </p:pic>
      <p:sp>
        <p:nvSpPr>
          <p:cNvPr id="2" name="Titel 1">
            <a:extLst>
              <a:ext uri="{FF2B5EF4-FFF2-40B4-BE49-F238E27FC236}">
                <a16:creationId xmlns:a16="http://schemas.microsoft.com/office/drawing/2014/main" id="{C694C89D-D509-4A2C-98E6-94893ADB41D2}"/>
              </a:ext>
            </a:extLst>
          </p:cNvPr>
          <p:cNvSpPr>
            <a:spLocks noGrp="1"/>
          </p:cNvSpPr>
          <p:nvPr>
            <p:ph type="ctrTitle"/>
          </p:nvPr>
        </p:nvSpPr>
        <p:spPr>
          <a:xfrm>
            <a:off x="361951" y="1777042"/>
            <a:ext cx="11160125" cy="1651958"/>
          </a:xfrm>
          <a:prstGeom prst="rect">
            <a:avLst/>
          </a:prstGeom>
        </p:spPr>
        <p:txBody>
          <a:bodyPr anchor="b"/>
          <a:lstStyle>
            <a:lvl1pPr algn="l">
              <a:defRPr sz="5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216E862B-FB84-4960-991C-6EEF1C76C7AC}"/>
              </a:ext>
            </a:extLst>
          </p:cNvPr>
          <p:cNvSpPr>
            <a:spLocks noGrp="1"/>
          </p:cNvSpPr>
          <p:nvPr>
            <p:ph type="subTitle" idx="1"/>
          </p:nvPr>
        </p:nvSpPr>
        <p:spPr>
          <a:xfrm>
            <a:off x="361951" y="3536050"/>
            <a:ext cx="11157489" cy="508049"/>
          </a:xfrm>
        </p:spPr>
        <p:txBody>
          <a:bodyPr lIns="0" tIns="0" rIns="0" bIns="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13" name="Freihandform: Form 12">
            <a:extLst>
              <a:ext uri="{FF2B5EF4-FFF2-40B4-BE49-F238E27FC236}">
                <a16:creationId xmlns:a16="http://schemas.microsoft.com/office/drawing/2014/main" id="{5C504D7E-DCDA-4EFB-896A-696151B31A3B}"/>
              </a:ext>
            </a:extLst>
          </p:cNvPr>
          <p:cNvSpPr/>
          <p:nvPr/>
        </p:nvSpPr>
        <p:spPr>
          <a:xfrm>
            <a:off x="1479317" y="-198863"/>
            <a:ext cx="2159993" cy="1215009"/>
          </a:xfrm>
          <a:custGeom>
            <a:avLst/>
            <a:gdLst>
              <a:gd name="connsiteX0" fmla="*/ 0 w 2159993"/>
              <a:gd name="connsiteY0" fmla="*/ 0 h 1215009"/>
              <a:gd name="connsiteX1" fmla="*/ 2159994 w 2159993"/>
              <a:gd name="connsiteY1" fmla="*/ 0 h 1215009"/>
              <a:gd name="connsiteX2" fmla="*/ 2159994 w 2159993"/>
              <a:gd name="connsiteY2" fmla="*/ 1215009 h 1215009"/>
              <a:gd name="connsiteX3" fmla="*/ 0 w 2159993"/>
              <a:gd name="connsiteY3" fmla="*/ 1215009 h 1215009"/>
            </a:gdLst>
            <a:ahLst/>
            <a:cxnLst>
              <a:cxn ang="0">
                <a:pos x="connsiteX0" y="connsiteY0"/>
              </a:cxn>
              <a:cxn ang="0">
                <a:pos x="connsiteX1" y="connsiteY1"/>
              </a:cxn>
              <a:cxn ang="0">
                <a:pos x="connsiteX2" y="connsiteY2"/>
              </a:cxn>
              <a:cxn ang="0">
                <a:pos x="connsiteX3" y="connsiteY3"/>
              </a:cxn>
            </a:cxnLst>
            <a:rect l="l" t="t" r="r" b="b"/>
            <a:pathLst>
              <a:path w="2159993" h="1215009">
                <a:moveTo>
                  <a:pt x="0" y="0"/>
                </a:moveTo>
                <a:lnTo>
                  <a:pt x="2159994" y="0"/>
                </a:lnTo>
                <a:lnTo>
                  <a:pt x="2159994" y="1215009"/>
                </a:lnTo>
                <a:lnTo>
                  <a:pt x="0" y="1215009"/>
                </a:lnTo>
                <a:close/>
              </a:path>
            </a:pathLst>
          </a:custGeom>
          <a:noFill/>
          <a:ln w="9525" cap="flat">
            <a:noFill/>
            <a:prstDash val="solid"/>
            <a:miter/>
          </a:ln>
        </p:spPr>
        <p:txBody>
          <a:bodyPr rtlCol="0" anchor="ctr"/>
          <a:lstStyle/>
          <a:p>
            <a:endParaRPr lang="de-DE"/>
          </a:p>
        </p:txBody>
      </p:sp>
      <p:pic>
        <p:nvPicPr>
          <p:cNvPr id="10" name="Grafik 9">
            <a:extLst>
              <a:ext uri="{FF2B5EF4-FFF2-40B4-BE49-F238E27FC236}">
                <a16:creationId xmlns:a16="http://schemas.microsoft.com/office/drawing/2014/main" id="{1F730C60-BACC-47DA-9A3C-A9ECDE033E0E}"/>
              </a:ext>
            </a:extLst>
          </p:cNvPr>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10593144" y="476249"/>
            <a:ext cx="1082919" cy="1082919"/>
          </a:xfrm>
          <a:prstGeom prst="rect">
            <a:avLst/>
          </a:prstGeom>
        </p:spPr>
      </p:pic>
      <p:sp>
        <p:nvSpPr>
          <p:cNvPr id="12" name="Textplatzhalter 8">
            <a:extLst>
              <a:ext uri="{FF2B5EF4-FFF2-40B4-BE49-F238E27FC236}">
                <a16:creationId xmlns:a16="http://schemas.microsoft.com/office/drawing/2014/main" id="{F2078301-6B8F-40FD-8D2B-909FC2A4920B}"/>
              </a:ext>
            </a:extLst>
          </p:cNvPr>
          <p:cNvSpPr>
            <a:spLocks noGrp="1"/>
          </p:cNvSpPr>
          <p:nvPr>
            <p:ph type="body" sz="quarter" idx="11" hasCustomPrompt="1"/>
          </p:nvPr>
        </p:nvSpPr>
        <p:spPr>
          <a:xfrm>
            <a:off x="1473330" y="6411476"/>
            <a:ext cx="4543425" cy="365124"/>
          </a:xfrm>
        </p:spPr>
        <p:txBody>
          <a:bodyPr anchor="ctr"/>
          <a:lstStyle>
            <a:lvl1pPr marL="0" indent="0">
              <a:buNone/>
              <a:defRPr sz="1200">
                <a:solidFill>
                  <a:schemeClr val="bg1"/>
                </a:solidFill>
              </a:defRPr>
            </a:lvl1pPr>
          </a:lstStyle>
          <a:p>
            <a:pPr lvl="0"/>
            <a:r>
              <a:rPr lang="de-DE" dirty="0"/>
              <a:t>| Vorname Name</a:t>
            </a:r>
          </a:p>
        </p:txBody>
      </p:sp>
      <p:sp>
        <p:nvSpPr>
          <p:cNvPr id="15" name="Textplatzhalter 8">
            <a:extLst>
              <a:ext uri="{FF2B5EF4-FFF2-40B4-BE49-F238E27FC236}">
                <a16:creationId xmlns:a16="http://schemas.microsoft.com/office/drawing/2014/main" id="{1F657CE9-5FD5-4201-8473-190A04F57990}"/>
              </a:ext>
            </a:extLst>
          </p:cNvPr>
          <p:cNvSpPr>
            <a:spLocks noGrp="1"/>
          </p:cNvSpPr>
          <p:nvPr>
            <p:ph type="body" sz="quarter" idx="12" hasCustomPrompt="1"/>
          </p:nvPr>
        </p:nvSpPr>
        <p:spPr>
          <a:xfrm>
            <a:off x="361951" y="6411476"/>
            <a:ext cx="1111380" cy="365124"/>
          </a:xfrm>
        </p:spPr>
        <p:txBody>
          <a:bodyPr anchor="ctr"/>
          <a:lstStyle>
            <a:lvl1pPr marL="0" indent="0">
              <a:buNone/>
              <a:defRPr sz="1200">
                <a:solidFill>
                  <a:schemeClr val="bg1"/>
                </a:solidFill>
              </a:defRPr>
            </a:lvl1pPr>
          </a:lstStyle>
          <a:p>
            <a:pPr lvl="0"/>
            <a:r>
              <a:rPr lang="de-DE" dirty="0"/>
              <a:t>Datum</a:t>
            </a:r>
          </a:p>
        </p:txBody>
      </p:sp>
    </p:spTree>
    <p:extLst>
      <p:ext uri="{BB962C8B-B14F-4D97-AF65-F5344CB8AC3E}">
        <p14:creationId xmlns:p14="http://schemas.microsoft.com/office/powerpoint/2010/main" val="1791170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0" name="Textplatzhalter 29">
            <a:extLst>
              <a:ext uri="{FF2B5EF4-FFF2-40B4-BE49-F238E27FC236}">
                <a16:creationId xmlns:a16="http://schemas.microsoft.com/office/drawing/2014/main" id="{E45234A8-A02F-43C1-9091-4E8050BC3FE6}"/>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5" name="Bildplatzhalter 4">
            <a:extLst>
              <a:ext uri="{FF2B5EF4-FFF2-40B4-BE49-F238E27FC236}">
                <a16:creationId xmlns:a16="http://schemas.microsoft.com/office/drawing/2014/main" id="{661E6D58-31B9-4D5C-88C1-75CA84840030}"/>
              </a:ext>
            </a:extLst>
          </p:cNvPr>
          <p:cNvSpPr>
            <a:spLocks noGrp="1"/>
          </p:cNvSpPr>
          <p:nvPr>
            <p:ph type="pic" sz="quarter" idx="30"/>
          </p:nvPr>
        </p:nvSpPr>
        <p:spPr>
          <a:xfrm>
            <a:off x="6096000" y="1132595"/>
            <a:ext cx="6096000" cy="5725405"/>
          </a:xfrm>
          <a:pattFill prst="wdUpDiag">
            <a:fgClr>
              <a:schemeClr val="bg2">
                <a:lumMod val="95000"/>
              </a:schemeClr>
            </a:fgClr>
            <a:bgClr>
              <a:schemeClr val="bg1"/>
            </a:bgClr>
          </a:pattFill>
        </p:spPr>
        <p:txBody>
          <a:bodyPr vert="horz" lIns="72000" tIns="72000" rIns="72000" bIns="72000" rtlCol="0">
            <a:normAutofit/>
          </a:bodyPr>
          <a:lstStyle>
            <a:lvl1pPr>
              <a:defRPr lang="de-DE" sz="1200"/>
            </a:lvl1pPr>
          </a:lstStyle>
          <a:p>
            <a:pPr marL="72000" lvl="0" indent="-72000"/>
            <a:r>
              <a:rPr lang="de-DE"/>
              <a:t>Bild durch Klicken auf Symbol hinzufügen</a:t>
            </a:r>
            <a:endParaRPr lang="de-DE" dirty="0"/>
          </a:p>
        </p:txBody>
      </p:sp>
      <p:sp>
        <p:nvSpPr>
          <p:cNvPr id="13" name="Textplatzhalter 12">
            <a:extLst>
              <a:ext uri="{FF2B5EF4-FFF2-40B4-BE49-F238E27FC236}">
                <a16:creationId xmlns:a16="http://schemas.microsoft.com/office/drawing/2014/main" id="{08B47E8F-5348-4337-A5C6-AB3185FACA8C}"/>
              </a:ext>
            </a:extLst>
          </p:cNvPr>
          <p:cNvSpPr>
            <a:spLocks noGrp="1"/>
          </p:cNvSpPr>
          <p:nvPr>
            <p:ph type="body" sz="quarter" idx="35" hasCustomPrompt="1"/>
          </p:nvPr>
        </p:nvSpPr>
        <p:spPr>
          <a:xfrm>
            <a:off x="11311650" y="263961"/>
            <a:ext cx="518400" cy="518400"/>
          </a:xfrm>
          <a:blipFill dpi="0" rotWithShape="1">
            <a:blip r:embed="rId2" cstate="screen">
              <a:extLst>
                <a:ext uri="{28A0092B-C50C-407E-A947-70E740481C1C}">
                  <a14:useLocalDpi xmlns:a14="http://schemas.microsoft.com/office/drawing/2010/main"/>
                </a:ext>
              </a:extLst>
            </a:blip>
            <a:srcRect/>
            <a:stretch>
              <a:fillRect/>
            </a:stretch>
          </a:blipFill>
        </p:spPr>
        <p:txBody>
          <a:bodyPr>
            <a:normAutofit/>
          </a:bodyPr>
          <a:lstStyle>
            <a:lvl1pPr marL="0" indent="0">
              <a:buNone/>
              <a:defRPr sz="100"/>
            </a:lvl1pPr>
          </a:lstStyle>
          <a:p>
            <a:pPr lvl="0"/>
            <a:r>
              <a:rPr lang="de-DE" dirty="0"/>
              <a:t> </a:t>
            </a:r>
          </a:p>
        </p:txBody>
      </p:sp>
      <p:sp>
        <p:nvSpPr>
          <p:cNvPr id="37" name="Textplatzhalter 36">
            <a:extLst>
              <a:ext uri="{FF2B5EF4-FFF2-40B4-BE49-F238E27FC236}">
                <a16:creationId xmlns:a16="http://schemas.microsoft.com/office/drawing/2014/main" id="{BB6C81EF-ADDD-4A18-8BB2-7D84627F80A2}"/>
              </a:ext>
            </a:extLst>
          </p:cNvPr>
          <p:cNvSpPr>
            <a:spLocks noGrp="1"/>
          </p:cNvSpPr>
          <p:nvPr>
            <p:ph type="body" sz="quarter" idx="20" hasCustomPrompt="1"/>
          </p:nvPr>
        </p:nvSpPr>
        <p:spPr>
          <a:xfrm>
            <a:off x="895324" y="1397264"/>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34" name="Foliennummernplatzhalter 33">
            <a:extLst>
              <a:ext uri="{FF2B5EF4-FFF2-40B4-BE49-F238E27FC236}">
                <a16:creationId xmlns:a16="http://schemas.microsoft.com/office/drawing/2014/main" id="{19242956-7041-4E17-A767-04FA4456D627}"/>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25" name="Textplatzhalter 8">
            <a:extLst>
              <a:ext uri="{FF2B5EF4-FFF2-40B4-BE49-F238E27FC236}">
                <a16:creationId xmlns:a16="http://schemas.microsoft.com/office/drawing/2014/main" id="{A9AAA297-97DF-477F-8D60-299B76036F51}"/>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sp>
        <p:nvSpPr>
          <p:cNvPr id="6" name="Titel 5">
            <a:extLst>
              <a:ext uri="{FF2B5EF4-FFF2-40B4-BE49-F238E27FC236}">
                <a16:creationId xmlns:a16="http://schemas.microsoft.com/office/drawing/2014/main" id="{79D1F44E-90A8-49C2-ACE1-5222C99ACD5E}"/>
              </a:ext>
            </a:extLst>
          </p:cNvPr>
          <p:cNvSpPr>
            <a:spLocks noGrp="1"/>
          </p:cNvSpPr>
          <p:nvPr>
            <p:ph type="title"/>
          </p:nvPr>
        </p:nvSpPr>
        <p:spPr/>
        <p:txBody>
          <a:bodyPr/>
          <a:lstStyle/>
          <a:p>
            <a:r>
              <a:rPr lang="de-DE"/>
              <a:t>Mastertitelformat bearbeiten</a:t>
            </a:r>
          </a:p>
        </p:txBody>
      </p:sp>
      <p:sp>
        <p:nvSpPr>
          <p:cNvPr id="7" name="Rechteck 6">
            <a:extLst>
              <a:ext uri="{FF2B5EF4-FFF2-40B4-BE49-F238E27FC236}">
                <a16:creationId xmlns:a16="http://schemas.microsoft.com/office/drawing/2014/main" id="{B0476015-0343-47B2-91D8-E80EFE75B471}"/>
              </a:ext>
            </a:extLst>
          </p:cNvPr>
          <p:cNvSpPr/>
          <p:nvPr userDrawn="1"/>
        </p:nvSpPr>
        <p:spPr>
          <a:xfrm>
            <a:off x="361950" y="6348916"/>
            <a:ext cx="5387776" cy="4610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1" name="Textplatzhalter 39">
            <a:extLst>
              <a:ext uri="{FF2B5EF4-FFF2-40B4-BE49-F238E27FC236}">
                <a16:creationId xmlns:a16="http://schemas.microsoft.com/office/drawing/2014/main" id="{F7028340-3D61-4C21-86C5-966C7D1CFDF2}"/>
              </a:ext>
            </a:extLst>
          </p:cNvPr>
          <p:cNvSpPr>
            <a:spLocks noGrp="1"/>
          </p:cNvSpPr>
          <p:nvPr>
            <p:ph type="body" sz="quarter" idx="16" hasCustomPrompt="1"/>
          </p:nvPr>
        </p:nvSpPr>
        <p:spPr>
          <a:xfrm>
            <a:off x="361950" y="1397264"/>
            <a:ext cx="360000" cy="360000"/>
          </a:xfrm>
          <a:solidFill>
            <a:schemeClr val="accent1"/>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1</a:t>
            </a:r>
          </a:p>
        </p:txBody>
      </p:sp>
      <p:sp>
        <p:nvSpPr>
          <p:cNvPr id="23" name="Textplatzhalter 39">
            <a:extLst>
              <a:ext uri="{FF2B5EF4-FFF2-40B4-BE49-F238E27FC236}">
                <a16:creationId xmlns:a16="http://schemas.microsoft.com/office/drawing/2014/main" id="{86842BD0-3317-413E-BE2E-290659A88CA1}"/>
              </a:ext>
            </a:extLst>
          </p:cNvPr>
          <p:cNvSpPr>
            <a:spLocks noGrp="1"/>
          </p:cNvSpPr>
          <p:nvPr>
            <p:ph type="body" sz="quarter" idx="18" hasCustomPrompt="1"/>
          </p:nvPr>
        </p:nvSpPr>
        <p:spPr>
          <a:xfrm>
            <a:off x="361950" y="5753025"/>
            <a:ext cx="360000" cy="360000"/>
          </a:xfrm>
          <a:solidFill>
            <a:srgbClr val="8BBF40"/>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8</a:t>
            </a:r>
          </a:p>
        </p:txBody>
      </p:sp>
      <p:sp>
        <p:nvSpPr>
          <p:cNvPr id="24" name="Textplatzhalter 39">
            <a:extLst>
              <a:ext uri="{FF2B5EF4-FFF2-40B4-BE49-F238E27FC236}">
                <a16:creationId xmlns:a16="http://schemas.microsoft.com/office/drawing/2014/main" id="{721FE8F0-D43A-4878-BA81-CB2804D35AEA}"/>
              </a:ext>
            </a:extLst>
          </p:cNvPr>
          <p:cNvSpPr>
            <a:spLocks noGrp="1"/>
          </p:cNvSpPr>
          <p:nvPr>
            <p:ph type="body" sz="quarter" idx="19" hasCustomPrompt="1"/>
          </p:nvPr>
        </p:nvSpPr>
        <p:spPr>
          <a:xfrm>
            <a:off x="361950" y="5132516"/>
            <a:ext cx="360000" cy="360000"/>
          </a:xfrm>
          <a:solidFill>
            <a:schemeClr val="accent6"/>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7</a:t>
            </a:r>
          </a:p>
        </p:txBody>
      </p:sp>
      <p:sp>
        <p:nvSpPr>
          <p:cNvPr id="26" name="Textplatzhalter 39">
            <a:extLst>
              <a:ext uri="{FF2B5EF4-FFF2-40B4-BE49-F238E27FC236}">
                <a16:creationId xmlns:a16="http://schemas.microsoft.com/office/drawing/2014/main" id="{AE484BC2-ACFE-4995-9156-24FCA903E8D7}"/>
              </a:ext>
            </a:extLst>
          </p:cNvPr>
          <p:cNvSpPr>
            <a:spLocks noGrp="1"/>
          </p:cNvSpPr>
          <p:nvPr>
            <p:ph type="body" sz="quarter" idx="40" hasCustomPrompt="1"/>
          </p:nvPr>
        </p:nvSpPr>
        <p:spPr>
          <a:xfrm>
            <a:off x="361950" y="4509974"/>
            <a:ext cx="360000" cy="360000"/>
          </a:xfrm>
          <a:solidFill>
            <a:schemeClr val="accent5"/>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6</a:t>
            </a:r>
          </a:p>
        </p:txBody>
      </p:sp>
      <p:sp>
        <p:nvSpPr>
          <p:cNvPr id="27" name="Textplatzhalter 39">
            <a:extLst>
              <a:ext uri="{FF2B5EF4-FFF2-40B4-BE49-F238E27FC236}">
                <a16:creationId xmlns:a16="http://schemas.microsoft.com/office/drawing/2014/main" id="{CFD350A1-E7CA-482C-894C-2FEEA3CCA981}"/>
              </a:ext>
            </a:extLst>
          </p:cNvPr>
          <p:cNvSpPr>
            <a:spLocks noGrp="1"/>
          </p:cNvSpPr>
          <p:nvPr>
            <p:ph type="body" sz="quarter" idx="41" hasCustomPrompt="1"/>
          </p:nvPr>
        </p:nvSpPr>
        <p:spPr>
          <a:xfrm>
            <a:off x="361950" y="3887432"/>
            <a:ext cx="360000" cy="360000"/>
          </a:xfrm>
          <a:solidFill>
            <a:schemeClr val="accent4"/>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5</a:t>
            </a:r>
          </a:p>
        </p:txBody>
      </p:sp>
      <p:sp>
        <p:nvSpPr>
          <p:cNvPr id="31" name="Textplatzhalter 39">
            <a:extLst>
              <a:ext uri="{FF2B5EF4-FFF2-40B4-BE49-F238E27FC236}">
                <a16:creationId xmlns:a16="http://schemas.microsoft.com/office/drawing/2014/main" id="{2222D48D-161F-403A-B311-5BE67657BCA3}"/>
              </a:ext>
            </a:extLst>
          </p:cNvPr>
          <p:cNvSpPr>
            <a:spLocks noGrp="1"/>
          </p:cNvSpPr>
          <p:nvPr>
            <p:ph type="body" sz="quarter" idx="42" hasCustomPrompt="1"/>
          </p:nvPr>
        </p:nvSpPr>
        <p:spPr>
          <a:xfrm>
            <a:off x="361950" y="3264890"/>
            <a:ext cx="360000" cy="360000"/>
          </a:xfrm>
          <a:solidFill>
            <a:srgbClr val="1971B8"/>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4</a:t>
            </a:r>
          </a:p>
        </p:txBody>
      </p:sp>
      <p:sp>
        <p:nvSpPr>
          <p:cNvPr id="32" name="Textplatzhalter 39">
            <a:extLst>
              <a:ext uri="{FF2B5EF4-FFF2-40B4-BE49-F238E27FC236}">
                <a16:creationId xmlns:a16="http://schemas.microsoft.com/office/drawing/2014/main" id="{DDF3E50F-FFFF-40E6-9478-90B4D7D5A4CF}"/>
              </a:ext>
            </a:extLst>
          </p:cNvPr>
          <p:cNvSpPr>
            <a:spLocks noGrp="1"/>
          </p:cNvSpPr>
          <p:nvPr>
            <p:ph type="body" sz="quarter" idx="43" hasCustomPrompt="1"/>
          </p:nvPr>
        </p:nvSpPr>
        <p:spPr>
          <a:xfrm>
            <a:off x="361950" y="2642348"/>
            <a:ext cx="360000" cy="360000"/>
          </a:xfrm>
          <a:solidFill>
            <a:schemeClr val="accent3"/>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3</a:t>
            </a:r>
          </a:p>
        </p:txBody>
      </p:sp>
      <p:sp>
        <p:nvSpPr>
          <p:cNvPr id="33" name="Textplatzhalter 39">
            <a:extLst>
              <a:ext uri="{FF2B5EF4-FFF2-40B4-BE49-F238E27FC236}">
                <a16:creationId xmlns:a16="http://schemas.microsoft.com/office/drawing/2014/main" id="{BA69FB94-B663-4B31-AF0A-A05B55103DC9}"/>
              </a:ext>
            </a:extLst>
          </p:cNvPr>
          <p:cNvSpPr>
            <a:spLocks noGrp="1"/>
          </p:cNvSpPr>
          <p:nvPr>
            <p:ph type="body" sz="quarter" idx="44" hasCustomPrompt="1"/>
          </p:nvPr>
        </p:nvSpPr>
        <p:spPr>
          <a:xfrm>
            <a:off x="361950" y="2019806"/>
            <a:ext cx="360000" cy="360000"/>
          </a:xfrm>
          <a:solidFill>
            <a:schemeClr val="accent2"/>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2</a:t>
            </a:r>
          </a:p>
        </p:txBody>
      </p:sp>
      <p:sp>
        <p:nvSpPr>
          <p:cNvPr id="36" name="Textplatzhalter 36">
            <a:extLst>
              <a:ext uri="{FF2B5EF4-FFF2-40B4-BE49-F238E27FC236}">
                <a16:creationId xmlns:a16="http://schemas.microsoft.com/office/drawing/2014/main" id="{05580C51-ABF9-476E-A92B-24EF3D119D3D}"/>
              </a:ext>
            </a:extLst>
          </p:cNvPr>
          <p:cNvSpPr>
            <a:spLocks noGrp="1"/>
          </p:cNvSpPr>
          <p:nvPr>
            <p:ph type="body" sz="quarter" idx="46" hasCustomPrompt="1"/>
          </p:nvPr>
        </p:nvSpPr>
        <p:spPr>
          <a:xfrm>
            <a:off x="895324" y="2019516"/>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42" name="Textplatzhalter 36">
            <a:extLst>
              <a:ext uri="{FF2B5EF4-FFF2-40B4-BE49-F238E27FC236}">
                <a16:creationId xmlns:a16="http://schemas.microsoft.com/office/drawing/2014/main" id="{7EC4FB61-9D84-4CDB-8D1D-77AE342DF706}"/>
              </a:ext>
            </a:extLst>
          </p:cNvPr>
          <p:cNvSpPr>
            <a:spLocks noGrp="1"/>
          </p:cNvSpPr>
          <p:nvPr>
            <p:ph type="body" sz="quarter" idx="47" hasCustomPrompt="1"/>
          </p:nvPr>
        </p:nvSpPr>
        <p:spPr>
          <a:xfrm>
            <a:off x="895324" y="2641768"/>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48" name="Textplatzhalter 36">
            <a:extLst>
              <a:ext uri="{FF2B5EF4-FFF2-40B4-BE49-F238E27FC236}">
                <a16:creationId xmlns:a16="http://schemas.microsoft.com/office/drawing/2014/main" id="{A6309178-8881-4F64-ABA4-C704E3A88379}"/>
              </a:ext>
            </a:extLst>
          </p:cNvPr>
          <p:cNvSpPr>
            <a:spLocks noGrp="1"/>
          </p:cNvSpPr>
          <p:nvPr>
            <p:ph type="body" sz="quarter" idx="48" hasCustomPrompt="1"/>
          </p:nvPr>
        </p:nvSpPr>
        <p:spPr>
          <a:xfrm>
            <a:off x="895324" y="3264020"/>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49" name="Textplatzhalter 36">
            <a:extLst>
              <a:ext uri="{FF2B5EF4-FFF2-40B4-BE49-F238E27FC236}">
                <a16:creationId xmlns:a16="http://schemas.microsoft.com/office/drawing/2014/main" id="{C306CAD5-C80C-44F0-A705-1E97FE9E588E}"/>
              </a:ext>
            </a:extLst>
          </p:cNvPr>
          <p:cNvSpPr>
            <a:spLocks noGrp="1"/>
          </p:cNvSpPr>
          <p:nvPr>
            <p:ph type="body" sz="quarter" idx="49" hasCustomPrompt="1"/>
          </p:nvPr>
        </p:nvSpPr>
        <p:spPr>
          <a:xfrm>
            <a:off x="895324" y="3886272"/>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50" name="Textplatzhalter 36">
            <a:extLst>
              <a:ext uri="{FF2B5EF4-FFF2-40B4-BE49-F238E27FC236}">
                <a16:creationId xmlns:a16="http://schemas.microsoft.com/office/drawing/2014/main" id="{620EB2C1-8259-48E8-A05F-510682423589}"/>
              </a:ext>
            </a:extLst>
          </p:cNvPr>
          <p:cNvSpPr>
            <a:spLocks noGrp="1"/>
          </p:cNvSpPr>
          <p:nvPr>
            <p:ph type="body" sz="quarter" idx="50" hasCustomPrompt="1"/>
          </p:nvPr>
        </p:nvSpPr>
        <p:spPr>
          <a:xfrm>
            <a:off x="895324" y="4508524"/>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51" name="Textplatzhalter 36">
            <a:extLst>
              <a:ext uri="{FF2B5EF4-FFF2-40B4-BE49-F238E27FC236}">
                <a16:creationId xmlns:a16="http://schemas.microsoft.com/office/drawing/2014/main" id="{79209C60-A1BA-443C-973F-9ECF6C3E5723}"/>
              </a:ext>
            </a:extLst>
          </p:cNvPr>
          <p:cNvSpPr>
            <a:spLocks noGrp="1"/>
          </p:cNvSpPr>
          <p:nvPr>
            <p:ph type="body" sz="quarter" idx="51" hasCustomPrompt="1"/>
          </p:nvPr>
        </p:nvSpPr>
        <p:spPr>
          <a:xfrm>
            <a:off x="895324" y="5130776"/>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52" name="Textplatzhalter 36">
            <a:extLst>
              <a:ext uri="{FF2B5EF4-FFF2-40B4-BE49-F238E27FC236}">
                <a16:creationId xmlns:a16="http://schemas.microsoft.com/office/drawing/2014/main" id="{509966E7-14E4-45AD-A933-B583C1FF9970}"/>
              </a:ext>
            </a:extLst>
          </p:cNvPr>
          <p:cNvSpPr>
            <a:spLocks noGrp="1"/>
          </p:cNvSpPr>
          <p:nvPr>
            <p:ph type="body" sz="quarter" idx="52" hasCustomPrompt="1"/>
          </p:nvPr>
        </p:nvSpPr>
        <p:spPr>
          <a:xfrm>
            <a:off x="895324" y="5753025"/>
            <a:ext cx="4713725" cy="348745"/>
          </a:xfrm>
        </p:spPr>
        <p:txBody>
          <a:bodyPr anchor="ctr">
            <a:no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Tree>
    <p:extLst>
      <p:ext uri="{BB962C8B-B14F-4D97-AF65-F5344CB8AC3E}">
        <p14:creationId xmlns:p14="http://schemas.microsoft.com/office/powerpoint/2010/main" val="1192665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mit Uhrzeit">
    <p:spTree>
      <p:nvGrpSpPr>
        <p:cNvPr id="1" name=""/>
        <p:cNvGrpSpPr/>
        <p:nvPr/>
      </p:nvGrpSpPr>
      <p:grpSpPr>
        <a:xfrm>
          <a:off x="0" y="0"/>
          <a:ext cx="0" cy="0"/>
          <a:chOff x="0" y="0"/>
          <a:chExt cx="0" cy="0"/>
        </a:xfrm>
      </p:grpSpPr>
      <p:sp>
        <p:nvSpPr>
          <p:cNvPr id="30" name="Textplatzhalter 29">
            <a:extLst>
              <a:ext uri="{FF2B5EF4-FFF2-40B4-BE49-F238E27FC236}">
                <a16:creationId xmlns:a16="http://schemas.microsoft.com/office/drawing/2014/main" id="{E45234A8-A02F-43C1-9091-4E8050BC3FE6}"/>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5" name="Bildplatzhalter 4">
            <a:extLst>
              <a:ext uri="{FF2B5EF4-FFF2-40B4-BE49-F238E27FC236}">
                <a16:creationId xmlns:a16="http://schemas.microsoft.com/office/drawing/2014/main" id="{661E6D58-31B9-4D5C-88C1-75CA84840030}"/>
              </a:ext>
            </a:extLst>
          </p:cNvPr>
          <p:cNvSpPr>
            <a:spLocks noGrp="1"/>
          </p:cNvSpPr>
          <p:nvPr>
            <p:ph type="pic" sz="quarter" idx="30"/>
          </p:nvPr>
        </p:nvSpPr>
        <p:spPr>
          <a:xfrm>
            <a:off x="6096000" y="1132595"/>
            <a:ext cx="6096000" cy="5725405"/>
          </a:xfrm>
          <a:pattFill prst="wdUpDiag">
            <a:fgClr>
              <a:schemeClr val="bg2">
                <a:lumMod val="95000"/>
              </a:schemeClr>
            </a:fgClr>
            <a:bgClr>
              <a:schemeClr val="bg1"/>
            </a:bgClr>
          </a:pattFill>
        </p:spPr>
        <p:txBody>
          <a:bodyPr vert="horz" lIns="72000" tIns="72000" rIns="72000" bIns="72000" rtlCol="0">
            <a:normAutofit/>
          </a:bodyPr>
          <a:lstStyle>
            <a:lvl1pPr>
              <a:defRPr lang="de-DE" sz="1200"/>
            </a:lvl1pPr>
          </a:lstStyle>
          <a:p>
            <a:pPr marL="72000" lvl="0" indent="-72000"/>
            <a:r>
              <a:rPr lang="de-DE"/>
              <a:t>Bild durch Klicken auf Symbol hinzufügen</a:t>
            </a:r>
            <a:endParaRPr lang="de-DE" dirty="0"/>
          </a:p>
        </p:txBody>
      </p:sp>
      <p:sp>
        <p:nvSpPr>
          <p:cNvPr id="13" name="Textplatzhalter 12">
            <a:extLst>
              <a:ext uri="{FF2B5EF4-FFF2-40B4-BE49-F238E27FC236}">
                <a16:creationId xmlns:a16="http://schemas.microsoft.com/office/drawing/2014/main" id="{08B47E8F-5348-4337-A5C6-AB3185FACA8C}"/>
              </a:ext>
            </a:extLst>
          </p:cNvPr>
          <p:cNvSpPr>
            <a:spLocks noGrp="1"/>
          </p:cNvSpPr>
          <p:nvPr>
            <p:ph type="body" sz="quarter" idx="35" hasCustomPrompt="1"/>
          </p:nvPr>
        </p:nvSpPr>
        <p:spPr>
          <a:xfrm>
            <a:off x="11311650" y="263961"/>
            <a:ext cx="518400" cy="518400"/>
          </a:xfrm>
          <a:blipFill dpi="0" rotWithShape="1">
            <a:blip r:embed="rId2" cstate="screen">
              <a:extLst>
                <a:ext uri="{28A0092B-C50C-407E-A947-70E740481C1C}">
                  <a14:useLocalDpi xmlns:a14="http://schemas.microsoft.com/office/drawing/2010/main"/>
                </a:ext>
              </a:extLst>
            </a:blip>
            <a:srcRect/>
            <a:stretch>
              <a:fillRect/>
            </a:stretch>
          </a:blipFill>
        </p:spPr>
        <p:txBody>
          <a:bodyPr>
            <a:normAutofit/>
          </a:bodyPr>
          <a:lstStyle>
            <a:lvl1pPr marL="0" indent="0">
              <a:buNone/>
              <a:defRPr sz="100"/>
            </a:lvl1pPr>
          </a:lstStyle>
          <a:p>
            <a:pPr lvl="0"/>
            <a:r>
              <a:rPr lang="de-DE" dirty="0"/>
              <a:t> </a:t>
            </a:r>
          </a:p>
        </p:txBody>
      </p:sp>
      <p:sp>
        <p:nvSpPr>
          <p:cNvPr id="34" name="Foliennummernplatzhalter 33">
            <a:extLst>
              <a:ext uri="{FF2B5EF4-FFF2-40B4-BE49-F238E27FC236}">
                <a16:creationId xmlns:a16="http://schemas.microsoft.com/office/drawing/2014/main" id="{19242956-7041-4E17-A767-04FA4456D627}"/>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25" name="Textplatzhalter 8">
            <a:extLst>
              <a:ext uri="{FF2B5EF4-FFF2-40B4-BE49-F238E27FC236}">
                <a16:creationId xmlns:a16="http://schemas.microsoft.com/office/drawing/2014/main" id="{A9AAA297-97DF-477F-8D60-299B76036F51}"/>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sp>
        <p:nvSpPr>
          <p:cNvPr id="6" name="Titel 5">
            <a:extLst>
              <a:ext uri="{FF2B5EF4-FFF2-40B4-BE49-F238E27FC236}">
                <a16:creationId xmlns:a16="http://schemas.microsoft.com/office/drawing/2014/main" id="{79D1F44E-90A8-49C2-ACE1-5222C99ACD5E}"/>
              </a:ext>
            </a:extLst>
          </p:cNvPr>
          <p:cNvSpPr>
            <a:spLocks noGrp="1"/>
          </p:cNvSpPr>
          <p:nvPr>
            <p:ph type="title"/>
          </p:nvPr>
        </p:nvSpPr>
        <p:spPr/>
        <p:txBody>
          <a:bodyPr/>
          <a:lstStyle/>
          <a:p>
            <a:r>
              <a:rPr lang="de-DE"/>
              <a:t>Mastertitelformat bearbeiten</a:t>
            </a:r>
          </a:p>
        </p:txBody>
      </p:sp>
      <p:sp>
        <p:nvSpPr>
          <p:cNvPr id="7" name="Rechteck 6">
            <a:extLst>
              <a:ext uri="{FF2B5EF4-FFF2-40B4-BE49-F238E27FC236}">
                <a16:creationId xmlns:a16="http://schemas.microsoft.com/office/drawing/2014/main" id="{B0476015-0343-47B2-91D8-E80EFE75B471}"/>
              </a:ext>
            </a:extLst>
          </p:cNvPr>
          <p:cNvSpPr/>
          <p:nvPr userDrawn="1"/>
        </p:nvSpPr>
        <p:spPr>
          <a:xfrm>
            <a:off x="361950" y="6348916"/>
            <a:ext cx="5387776" cy="4610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8" name="Textplatzhalter 39">
            <a:extLst>
              <a:ext uri="{FF2B5EF4-FFF2-40B4-BE49-F238E27FC236}">
                <a16:creationId xmlns:a16="http://schemas.microsoft.com/office/drawing/2014/main" id="{D750B3DB-9070-40FE-91CE-DE5F902749EB}"/>
              </a:ext>
            </a:extLst>
          </p:cNvPr>
          <p:cNvSpPr>
            <a:spLocks noGrp="1"/>
          </p:cNvSpPr>
          <p:nvPr>
            <p:ph type="body" sz="quarter" idx="16" hasCustomPrompt="1"/>
          </p:nvPr>
        </p:nvSpPr>
        <p:spPr>
          <a:xfrm>
            <a:off x="361950" y="1397264"/>
            <a:ext cx="360000" cy="360000"/>
          </a:xfrm>
          <a:solidFill>
            <a:schemeClr val="accent1"/>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1</a:t>
            </a:r>
          </a:p>
        </p:txBody>
      </p:sp>
      <p:sp>
        <p:nvSpPr>
          <p:cNvPr id="48" name="Textplatzhalter 39">
            <a:extLst>
              <a:ext uri="{FF2B5EF4-FFF2-40B4-BE49-F238E27FC236}">
                <a16:creationId xmlns:a16="http://schemas.microsoft.com/office/drawing/2014/main" id="{65A41A14-C075-46DA-8699-5022DE6FC9C2}"/>
              </a:ext>
            </a:extLst>
          </p:cNvPr>
          <p:cNvSpPr>
            <a:spLocks noGrp="1"/>
          </p:cNvSpPr>
          <p:nvPr>
            <p:ph type="body" sz="quarter" idx="53" hasCustomPrompt="1"/>
          </p:nvPr>
        </p:nvSpPr>
        <p:spPr>
          <a:xfrm>
            <a:off x="361950" y="4101392"/>
            <a:ext cx="360000" cy="360000"/>
          </a:xfrm>
          <a:solidFill>
            <a:schemeClr val="accent4"/>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4</a:t>
            </a:r>
          </a:p>
        </p:txBody>
      </p:sp>
      <p:sp>
        <p:nvSpPr>
          <p:cNvPr id="49" name="Textplatzhalter 39">
            <a:extLst>
              <a:ext uri="{FF2B5EF4-FFF2-40B4-BE49-F238E27FC236}">
                <a16:creationId xmlns:a16="http://schemas.microsoft.com/office/drawing/2014/main" id="{57668606-5F56-4109-A59F-6531FE8B5EE1}"/>
              </a:ext>
            </a:extLst>
          </p:cNvPr>
          <p:cNvSpPr>
            <a:spLocks noGrp="1"/>
          </p:cNvSpPr>
          <p:nvPr>
            <p:ph type="body" sz="quarter" idx="54" hasCustomPrompt="1"/>
          </p:nvPr>
        </p:nvSpPr>
        <p:spPr>
          <a:xfrm>
            <a:off x="361950" y="3200016"/>
            <a:ext cx="360000" cy="360000"/>
          </a:xfrm>
          <a:solidFill>
            <a:schemeClr val="accent3"/>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3</a:t>
            </a:r>
          </a:p>
        </p:txBody>
      </p:sp>
      <p:sp>
        <p:nvSpPr>
          <p:cNvPr id="50" name="Textplatzhalter 39">
            <a:extLst>
              <a:ext uri="{FF2B5EF4-FFF2-40B4-BE49-F238E27FC236}">
                <a16:creationId xmlns:a16="http://schemas.microsoft.com/office/drawing/2014/main" id="{5B3525BC-1F5B-4ED3-9F5A-69DE9EEE94C7}"/>
              </a:ext>
            </a:extLst>
          </p:cNvPr>
          <p:cNvSpPr>
            <a:spLocks noGrp="1"/>
          </p:cNvSpPr>
          <p:nvPr>
            <p:ph type="body" sz="quarter" idx="55" hasCustomPrompt="1"/>
          </p:nvPr>
        </p:nvSpPr>
        <p:spPr>
          <a:xfrm>
            <a:off x="361950" y="2298640"/>
            <a:ext cx="360000" cy="360000"/>
          </a:xfrm>
          <a:solidFill>
            <a:schemeClr val="accent2"/>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2</a:t>
            </a:r>
          </a:p>
        </p:txBody>
      </p:sp>
      <p:sp>
        <p:nvSpPr>
          <p:cNvPr id="52" name="Textplatzhalter 36">
            <a:extLst>
              <a:ext uri="{FF2B5EF4-FFF2-40B4-BE49-F238E27FC236}">
                <a16:creationId xmlns:a16="http://schemas.microsoft.com/office/drawing/2014/main" id="{83580EA6-6078-4566-816B-9A2E85DB9D2A}"/>
              </a:ext>
            </a:extLst>
          </p:cNvPr>
          <p:cNvSpPr>
            <a:spLocks noGrp="1"/>
          </p:cNvSpPr>
          <p:nvPr>
            <p:ph type="body" sz="quarter" idx="56" hasCustomPrompt="1"/>
          </p:nvPr>
        </p:nvSpPr>
        <p:spPr>
          <a:xfrm>
            <a:off x="895324" y="1397264"/>
            <a:ext cx="4713725" cy="348745"/>
          </a:xfrm>
        </p:spPr>
        <p:txBody>
          <a:bodyPr anchor="ctr">
            <a:normAutofit/>
          </a:bodyPr>
          <a:lstStyle>
            <a:lvl1pPr marL="0" indent="0">
              <a:buNone/>
              <a:defRPr kumimoji="0" lang="de-DE" sz="2000" b="1"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00.00 - 00.00</a:t>
            </a:r>
          </a:p>
        </p:txBody>
      </p:sp>
      <p:sp>
        <p:nvSpPr>
          <p:cNvPr id="53" name="Textplatzhalter 36">
            <a:extLst>
              <a:ext uri="{FF2B5EF4-FFF2-40B4-BE49-F238E27FC236}">
                <a16:creationId xmlns:a16="http://schemas.microsoft.com/office/drawing/2014/main" id="{A8E583FB-A438-47E5-8CA4-E773F5D0E390}"/>
              </a:ext>
            </a:extLst>
          </p:cNvPr>
          <p:cNvSpPr>
            <a:spLocks noGrp="1"/>
          </p:cNvSpPr>
          <p:nvPr>
            <p:ph type="body" sz="quarter" idx="57" hasCustomPrompt="1"/>
          </p:nvPr>
        </p:nvSpPr>
        <p:spPr>
          <a:xfrm>
            <a:off x="895324" y="1757264"/>
            <a:ext cx="4713725" cy="348745"/>
          </a:xfrm>
        </p:spPr>
        <p:txBody>
          <a:bodyPr anchor="ctr">
            <a:norm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56" name="Textplatzhalter 39">
            <a:extLst>
              <a:ext uri="{FF2B5EF4-FFF2-40B4-BE49-F238E27FC236}">
                <a16:creationId xmlns:a16="http://schemas.microsoft.com/office/drawing/2014/main" id="{DB5C50E3-AB9F-4645-A849-13ACC2664BFB}"/>
              </a:ext>
            </a:extLst>
          </p:cNvPr>
          <p:cNvSpPr>
            <a:spLocks noGrp="1"/>
          </p:cNvSpPr>
          <p:nvPr>
            <p:ph type="body" sz="quarter" idx="58" hasCustomPrompt="1"/>
          </p:nvPr>
        </p:nvSpPr>
        <p:spPr>
          <a:xfrm>
            <a:off x="361950" y="5002768"/>
            <a:ext cx="360000" cy="360000"/>
          </a:xfrm>
          <a:solidFill>
            <a:schemeClr val="accent5"/>
          </a:solidFill>
          <a:ln>
            <a:noFill/>
          </a:ln>
        </p:spPr>
        <p:txBody>
          <a:bodyPr lIns="108000" tIns="0" rIns="0" bIns="18000" anchor="ctr" anchorCtr="0">
            <a:noAutofit/>
          </a:bodyPr>
          <a:lstStyle>
            <a:lvl1pPr marL="0" indent="0" algn="l">
              <a:buFontTx/>
              <a:buNone/>
              <a:defRPr sz="18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dirty="0"/>
              <a:t>5</a:t>
            </a:r>
          </a:p>
        </p:txBody>
      </p:sp>
      <p:sp>
        <p:nvSpPr>
          <p:cNvPr id="60" name="Textplatzhalter 36">
            <a:extLst>
              <a:ext uri="{FF2B5EF4-FFF2-40B4-BE49-F238E27FC236}">
                <a16:creationId xmlns:a16="http://schemas.microsoft.com/office/drawing/2014/main" id="{5F021572-39BC-47A8-9636-D57DB68AA492}"/>
              </a:ext>
            </a:extLst>
          </p:cNvPr>
          <p:cNvSpPr>
            <a:spLocks noGrp="1"/>
          </p:cNvSpPr>
          <p:nvPr>
            <p:ph type="body" sz="quarter" idx="59" hasCustomPrompt="1"/>
          </p:nvPr>
        </p:nvSpPr>
        <p:spPr>
          <a:xfrm>
            <a:off x="895324" y="2293005"/>
            <a:ext cx="4713725" cy="348745"/>
          </a:xfrm>
        </p:spPr>
        <p:txBody>
          <a:bodyPr anchor="ctr">
            <a:normAutofit/>
          </a:bodyPr>
          <a:lstStyle>
            <a:lvl1pPr marL="0" indent="0">
              <a:buNone/>
              <a:defRPr kumimoji="0" lang="de-DE" sz="2000" b="1"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00.00 - 00.00</a:t>
            </a:r>
          </a:p>
        </p:txBody>
      </p:sp>
      <p:sp>
        <p:nvSpPr>
          <p:cNvPr id="61" name="Textplatzhalter 36">
            <a:extLst>
              <a:ext uri="{FF2B5EF4-FFF2-40B4-BE49-F238E27FC236}">
                <a16:creationId xmlns:a16="http://schemas.microsoft.com/office/drawing/2014/main" id="{32261443-15C4-43C2-83D1-0A43650CCCC6}"/>
              </a:ext>
            </a:extLst>
          </p:cNvPr>
          <p:cNvSpPr>
            <a:spLocks noGrp="1"/>
          </p:cNvSpPr>
          <p:nvPr>
            <p:ph type="body" sz="quarter" idx="60" hasCustomPrompt="1"/>
          </p:nvPr>
        </p:nvSpPr>
        <p:spPr>
          <a:xfrm>
            <a:off x="895324" y="2653005"/>
            <a:ext cx="4713725" cy="348745"/>
          </a:xfrm>
        </p:spPr>
        <p:txBody>
          <a:bodyPr anchor="ctr">
            <a:norm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62" name="Textplatzhalter 36">
            <a:extLst>
              <a:ext uri="{FF2B5EF4-FFF2-40B4-BE49-F238E27FC236}">
                <a16:creationId xmlns:a16="http://schemas.microsoft.com/office/drawing/2014/main" id="{7B6E9DE5-F88D-4A24-AF3A-C6DE1DD48BA8}"/>
              </a:ext>
            </a:extLst>
          </p:cNvPr>
          <p:cNvSpPr>
            <a:spLocks noGrp="1"/>
          </p:cNvSpPr>
          <p:nvPr>
            <p:ph type="body" sz="quarter" idx="61" hasCustomPrompt="1"/>
          </p:nvPr>
        </p:nvSpPr>
        <p:spPr>
          <a:xfrm>
            <a:off x="895324" y="3188746"/>
            <a:ext cx="4713725" cy="348745"/>
          </a:xfrm>
        </p:spPr>
        <p:txBody>
          <a:bodyPr anchor="ctr">
            <a:normAutofit/>
          </a:bodyPr>
          <a:lstStyle>
            <a:lvl1pPr marL="0" indent="0">
              <a:buNone/>
              <a:defRPr kumimoji="0" lang="de-DE" sz="2000" b="1"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00.00 - 00.00</a:t>
            </a:r>
          </a:p>
        </p:txBody>
      </p:sp>
      <p:sp>
        <p:nvSpPr>
          <p:cNvPr id="63" name="Textplatzhalter 36">
            <a:extLst>
              <a:ext uri="{FF2B5EF4-FFF2-40B4-BE49-F238E27FC236}">
                <a16:creationId xmlns:a16="http://schemas.microsoft.com/office/drawing/2014/main" id="{F7A9A947-FF12-4214-8C09-FC89AC1D3E3D}"/>
              </a:ext>
            </a:extLst>
          </p:cNvPr>
          <p:cNvSpPr>
            <a:spLocks noGrp="1"/>
          </p:cNvSpPr>
          <p:nvPr>
            <p:ph type="body" sz="quarter" idx="62" hasCustomPrompt="1"/>
          </p:nvPr>
        </p:nvSpPr>
        <p:spPr>
          <a:xfrm>
            <a:off x="895324" y="3548746"/>
            <a:ext cx="4713725" cy="348745"/>
          </a:xfrm>
        </p:spPr>
        <p:txBody>
          <a:bodyPr anchor="ctr">
            <a:norm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64" name="Textplatzhalter 36">
            <a:extLst>
              <a:ext uri="{FF2B5EF4-FFF2-40B4-BE49-F238E27FC236}">
                <a16:creationId xmlns:a16="http://schemas.microsoft.com/office/drawing/2014/main" id="{9BCE7ED6-D35A-48B4-880C-E2C29E4D1DC5}"/>
              </a:ext>
            </a:extLst>
          </p:cNvPr>
          <p:cNvSpPr>
            <a:spLocks noGrp="1"/>
          </p:cNvSpPr>
          <p:nvPr>
            <p:ph type="body" sz="quarter" idx="63" hasCustomPrompt="1"/>
          </p:nvPr>
        </p:nvSpPr>
        <p:spPr>
          <a:xfrm>
            <a:off x="895324" y="4084487"/>
            <a:ext cx="4713725" cy="348745"/>
          </a:xfrm>
        </p:spPr>
        <p:txBody>
          <a:bodyPr anchor="ctr">
            <a:normAutofit/>
          </a:bodyPr>
          <a:lstStyle>
            <a:lvl1pPr marL="0" indent="0">
              <a:buNone/>
              <a:defRPr kumimoji="0" lang="de-DE" sz="2000" b="1"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00.00 - 00.00</a:t>
            </a:r>
          </a:p>
        </p:txBody>
      </p:sp>
      <p:sp>
        <p:nvSpPr>
          <p:cNvPr id="65" name="Textplatzhalter 36">
            <a:extLst>
              <a:ext uri="{FF2B5EF4-FFF2-40B4-BE49-F238E27FC236}">
                <a16:creationId xmlns:a16="http://schemas.microsoft.com/office/drawing/2014/main" id="{6F2444B7-7D8E-4867-85B6-582B6B3DBCAF}"/>
              </a:ext>
            </a:extLst>
          </p:cNvPr>
          <p:cNvSpPr>
            <a:spLocks noGrp="1"/>
          </p:cNvSpPr>
          <p:nvPr>
            <p:ph type="body" sz="quarter" idx="64" hasCustomPrompt="1"/>
          </p:nvPr>
        </p:nvSpPr>
        <p:spPr>
          <a:xfrm>
            <a:off x="895324" y="4444487"/>
            <a:ext cx="4713725" cy="348745"/>
          </a:xfrm>
        </p:spPr>
        <p:txBody>
          <a:bodyPr anchor="ctr">
            <a:norm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
        <p:nvSpPr>
          <p:cNvPr id="66" name="Textplatzhalter 36">
            <a:extLst>
              <a:ext uri="{FF2B5EF4-FFF2-40B4-BE49-F238E27FC236}">
                <a16:creationId xmlns:a16="http://schemas.microsoft.com/office/drawing/2014/main" id="{7C28EB8F-A8A2-45A0-9F57-2A3ED333254B}"/>
              </a:ext>
            </a:extLst>
          </p:cNvPr>
          <p:cNvSpPr>
            <a:spLocks noGrp="1"/>
          </p:cNvSpPr>
          <p:nvPr>
            <p:ph type="body" sz="quarter" idx="65" hasCustomPrompt="1"/>
          </p:nvPr>
        </p:nvSpPr>
        <p:spPr>
          <a:xfrm>
            <a:off x="895324" y="4980228"/>
            <a:ext cx="4713725" cy="348745"/>
          </a:xfrm>
        </p:spPr>
        <p:txBody>
          <a:bodyPr anchor="ctr">
            <a:normAutofit/>
          </a:bodyPr>
          <a:lstStyle>
            <a:lvl1pPr marL="0" indent="0">
              <a:buNone/>
              <a:defRPr kumimoji="0" lang="de-DE" sz="2000" b="1"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00.00 - 00.00</a:t>
            </a:r>
          </a:p>
        </p:txBody>
      </p:sp>
      <p:sp>
        <p:nvSpPr>
          <p:cNvPr id="67" name="Textplatzhalter 36">
            <a:extLst>
              <a:ext uri="{FF2B5EF4-FFF2-40B4-BE49-F238E27FC236}">
                <a16:creationId xmlns:a16="http://schemas.microsoft.com/office/drawing/2014/main" id="{B380F3BD-4842-4E6F-A6FF-CC6F5C2280CB}"/>
              </a:ext>
            </a:extLst>
          </p:cNvPr>
          <p:cNvSpPr>
            <a:spLocks noGrp="1"/>
          </p:cNvSpPr>
          <p:nvPr>
            <p:ph type="body" sz="quarter" idx="66" hasCustomPrompt="1"/>
          </p:nvPr>
        </p:nvSpPr>
        <p:spPr>
          <a:xfrm>
            <a:off x="895324" y="5340228"/>
            <a:ext cx="4713725" cy="348745"/>
          </a:xfrm>
        </p:spPr>
        <p:txBody>
          <a:bodyPr anchor="ctr">
            <a:normAutofit/>
          </a:bodyPr>
          <a:lstStyle>
            <a:lvl1pPr marL="0" indent="0">
              <a:buNone/>
              <a:defRPr kumimoji="0" lang="de-DE" sz="2000" b="0" i="0" u="none" strike="noStrike" kern="1200" cap="none" spc="0" normalizeH="0" baseline="0" dirty="0">
                <a:ln>
                  <a:noFill/>
                </a:ln>
                <a:solidFill>
                  <a:schemeClr val="tx1"/>
                </a:solidFill>
                <a:effectLst/>
                <a:uLnTx/>
                <a:uFillTx/>
                <a:latin typeface="+mj-lt"/>
                <a:ea typeface="+mn-ea"/>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600"/>
              </a:spcAft>
              <a:buClr>
                <a:srgbClr val="FFCF00"/>
              </a:buClr>
              <a:buSzTx/>
              <a:buFontTx/>
              <a:buNone/>
              <a:tabLst/>
              <a:defRPr/>
            </a:pPr>
            <a:r>
              <a:rPr lang="de-DE" dirty="0"/>
              <a:t>Agenda Platzhalter</a:t>
            </a:r>
          </a:p>
        </p:txBody>
      </p:sp>
    </p:spTree>
    <p:extLst>
      <p:ext uri="{BB962C8B-B14F-4D97-AF65-F5344CB8AC3E}">
        <p14:creationId xmlns:p14="http://schemas.microsoft.com/office/powerpoint/2010/main" val="82737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_flexibel">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9" name="Textplatzhalter 8">
            <a:extLst>
              <a:ext uri="{FF2B5EF4-FFF2-40B4-BE49-F238E27FC236}">
                <a16:creationId xmlns:a16="http://schemas.microsoft.com/office/drawing/2014/main" id="{2025058F-3F5B-450C-871B-6351D24FA810}"/>
              </a:ext>
            </a:extLst>
          </p:cNvPr>
          <p:cNvSpPr>
            <a:spLocks noGrp="1"/>
          </p:cNvSpPr>
          <p:nvPr>
            <p:ph type="body" sz="quarter" idx="16" hasCustomPrompt="1"/>
          </p:nvPr>
        </p:nvSpPr>
        <p:spPr>
          <a:xfrm>
            <a:off x="7496352" y="0"/>
            <a:ext cx="4695648" cy="6858000"/>
          </a:xfrm>
          <a:custGeom>
            <a:avLst/>
            <a:gdLst>
              <a:gd name="connsiteX0" fmla="*/ 0 w 4695648"/>
              <a:gd name="connsiteY0" fmla="*/ 0 h 6858000"/>
              <a:gd name="connsiteX1" fmla="*/ 4695648 w 4695648"/>
              <a:gd name="connsiteY1" fmla="*/ 0 h 6858000"/>
              <a:gd name="connsiteX2" fmla="*/ 4695648 w 4695648"/>
              <a:gd name="connsiteY2" fmla="*/ 6858000 h 6858000"/>
              <a:gd name="connsiteX3" fmla="*/ 0 w 469564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95648" h="6858000">
                <a:moveTo>
                  <a:pt x="0" y="0"/>
                </a:moveTo>
                <a:lnTo>
                  <a:pt x="4695648" y="0"/>
                </a:lnTo>
                <a:lnTo>
                  <a:pt x="4695648" y="6858000"/>
                </a:lnTo>
                <a:lnTo>
                  <a:pt x="0" y="6858000"/>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3" name="Inhaltsplatzhalter 4">
            <a:extLst>
              <a:ext uri="{FF2B5EF4-FFF2-40B4-BE49-F238E27FC236}">
                <a16:creationId xmlns:a16="http://schemas.microsoft.com/office/drawing/2014/main" id="{00DA7F62-8276-83B6-3E70-5890B038C9D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698664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apitel">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F98253A7-4B5E-4313-ADA6-992F2A8F1B54}"/>
              </a:ext>
            </a:extLst>
          </p:cNvPr>
          <p:cNvSpPr/>
          <p:nvPr userDrawn="1"/>
        </p:nvSpPr>
        <p:spPr>
          <a:xfrm>
            <a:off x="7496352" y="0"/>
            <a:ext cx="4695648" cy="6858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5" name="Inhaltsplatzhalter 4">
            <a:extLst>
              <a:ext uri="{FF2B5EF4-FFF2-40B4-BE49-F238E27FC236}">
                <a16:creationId xmlns:a16="http://schemas.microsoft.com/office/drawing/2014/main" id="{7FD28414-D865-F72D-9AAD-5EBD015F58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405952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Kapitel">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11" name="Rechteck 10">
            <a:extLst>
              <a:ext uri="{FF2B5EF4-FFF2-40B4-BE49-F238E27FC236}">
                <a16:creationId xmlns:a16="http://schemas.microsoft.com/office/drawing/2014/main" id="{FC3E4CBF-07C4-4CF6-9A8F-103247ED8E46}"/>
              </a:ext>
            </a:extLst>
          </p:cNvPr>
          <p:cNvSpPr/>
          <p:nvPr userDrawn="1"/>
        </p:nvSpPr>
        <p:spPr>
          <a:xfrm>
            <a:off x="7496352" y="0"/>
            <a:ext cx="4695648" cy="6858000"/>
          </a:xfrm>
          <a:prstGeom prst="rect">
            <a:avLst/>
          </a:prstGeom>
          <a:solidFill>
            <a:srgbClr val="F35F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9" name="Textplatzhalter 6">
            <a:extLst>
              <a:ext uri="{FF2B5EF4-FFF2-40B4-BE49-F238E27FC236}">
                <a16:creationId xmlns:a16="http://schemas.microsoft.com/office/drawing/2014/main" id="{D5DB2A7D-1764-42C7-B534-DCCC3EC3EF22}"/>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DCF59612-DF30-3884-CCC0-527386B69BC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3622380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Kapitel">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A173F45-A31B-44B7-BAFA-AAD3B31C9ABF}"/>
              </a:ext>
            </a:extLst>
          </p:cNvPr>
          <p:cNvSpPr/>
          <p:nvPr userDrawn="1"/>
        </p:nvSpPr>
        <p:spPr>
          <a:xfrm>
            <a:off x="7496352" y="0"/>
            <a:ext cx="4695648" cy="6858000"/>
          </a:xfrm>
          <a:prstGeom prst="rect">
            <a:avLst/>
          </a:prstGeom>
          <a:solidFill>
            <a:srgbClr val="E723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9" name="Textplatzhalter 6">
            <a:extLst>
              <a:ext uri="{FF2B5EF4-FFF2-40B4-BE49-F238E27FC236}">
                <a16:creationId xmlns:a16="http://schemas.microsoft.com/office/drawing/2014/main" id="{CBD56275-5164-4934-9906-26C643E47BD8}"/>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116392B2-8DC2-2602-7025-01828EEDC69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1290100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Kapitel">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47AF7BBD-42EB-4F54-A7A0-AACEBA956396}"/>
              </a:ext>
            </a:extLst>
          </p:cNvPr>
          <p:cNvSpPr/>
          <p:nvPr userDrawn="1"/>
        </p:nvSpPr>
        <p:spPr>
          <a:xfrm>
            <a:off x="7496352" y="0"/>
            <a:ext cx="4695648" cy="6858000"/>
          </a:xfrm>
          <a:prstGeom prst="rect">
            <a:avLst/>
          </a:prstGeom>
          <a:solidFill>
            <a:srgbClr val="1971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11" name="Textplatzhalter 6">
            <a:extLst>
              <a:ext uri="{FF2B5EF4-FFF2-40B4-BE49-F238E27FC236}">
                <a16:creationId xmlns:a16="http://schemas.microsoft.com/office/drawing/2014/main" id="{C6198531-A9FA-4342-A4AB-E4596E781BBF}"/>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6D891532-271A-22EB-EEC1-F73FBD994A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785602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Kapitel">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440486C-693B-4882-9000-995FFB6AFABB}"/>
              </a:ext>
            </a:extLst>
          </p:cNvPr>
          <p:cNvSpPr/>
          <p:nvPr userDrawn="1"/>
        </p:nvSpPr>
        <p:spPr>
          <a:xfrm>
            <a:off x="7496352" y="0"/>
            <a:ext cx="4695648" cy="6858000"/>
          </a:xfrm>
          <a:prstGeom prst="rect">
            <a:avLst/>
          </a:prstGeom>
          <a:solidFill>
            <a:srgbClr val="24A7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11" name="Textplatzhalter 6">
            <a:extLst>
              <a:ext uri="{FF2B5EF4-FFF2-40B4-BE49-F238E27FC236}">
                <a16:creationId xmlns:a16="http://schemas.microsoft.com/office/drawing/2014/main" id="{52E7A20E-262E-43B0-BDE2-588F9053E85B}"/>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9682905A-9A52-0664-184C-5DD7AD83987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0696349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Kapitel">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41B0431-28C3-43BF-B355-507B5ED7FC17}"/>
              </a:ext>
            </a:extLst>
          </p:cNvPr>
          <p:cNvSpPr/>
          <p:nvPr userDrawn="1"/>
        </p:nvSpPr>
        <p:spPr>
          <a:xfrm>
            <a:off x="7496352" y="0"/>
            <a:ext cx="4695648"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9" y="3088958"/>
            <a:ext cx="3608304"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11" name="Textplatzhalter 6">
            <a:extLst>
              <a:ext uri="{FF2B5EF4-FFF2-40B4-BE49-F238E27FC236}">
                <a16:creationId xmlns:a16="http://schemas.microsoft.com/office/drawing/2014/main" id="{4E5F6FE7-E235-4D2E-9F01-CD6E48A1070B}"/>
              </a:ext>
            </a:extLst>
          </p:cNvPr>
          <p:cNvSpPr>
            <a:spLocks noGrp="1"/>
          </p:cNvSpPr>
          <p:nvPr>
            <p:ph type="body" sz="quarter" idx="15" hasCustomPrompt="1"/>
          </p:nvPr>
        </p:nvSpPr>
        <p:spPr>
          <a:xfrm>
            <a:off x="8067675" y="3429000"/>
            <a:ext cx="3608388"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007E060E-068C-E388-C0B4-A2253F68A1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431467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Kapitel">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4725CE2-4770-4105-96DE-AA5DCDE83FC0}"/>
              </a:ext>
            </a:extLst>
          </p:cNvPr>
          <p:cNvSpPr/>
          <p:nvPr userDrawn="1"/>
        </p:nvSpPr>
        <p:spPr>
          <a:xfrm>
            <a:off x="7496352" y="0"/>
            <a:ext cx="4695648"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9" name="Textplatzhalter 6">
            <a:extLst>
              <a:ext uri="{FF2B5EF4-FFF2-40B4-BE49-F238E27FC236}">
                <a16:creationId xmlns:a16="http://schemas.microsoft.com/office/drawing/2014/main" id="{1EB6E44E-9D5B-4032-B495-4E7B763481F5}"/>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784338B1-7F30-4ED6-DACE-13DB0742487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570973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Kapitel">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4D870292-FCCA-430E-A3B1-A2392D087842}"/>
              </a:ext>
            </a:extLst>
          </p:cNvPr>
          <p:cNvSpPr/>
          <p:nvPr userDrawn="1"/>
        </p:nvSpPr>
        <p:spPr>
          <a:xfrm>
            <a:off x="7496352" y="0"/>
            <a:ext cx="4695648" cy="6858000"/>
          </a:xfrm>
          <a:prstGeom prst="rect">
            <a:avLst/>
          </a:prstGeom>
          <a:solidFill>
            <a:srgbClr val="8BB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1" y="0"/>
            <a:ext cx="7496353"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800"/>
            </a:lvl1pPr>
          </a:lstStyle>
          <a:p>
            <a:pPr lvl="0"/>
            <a:r>
              <a:rPr lang="de-DE"/>
              <a:t>Bild durch Klicken auf Symbol hinzufügen</a:t>
            </a:r>
            <a:endParaRPr lang="de-DE" dirty="0"/>
          </a:p>
        </p:txBody>
      </p:sp>
      <p:sp>
        <p:nvSpPr>
          <p:cNvPr id="2" name="Titel 1">
            <a:extLst>
              <a:ext uri="{FF2B5EF4-FFF2-40B4-BE49-F238E27FC236}">
                <a16:creationId xmlns:a16="http://schemas.microsoft.com/office/drawing/2014/main" id="{BC91914B-E805-4FD9-80C0-A055B12869D2}"/>
              </a:ext>
            </a:extLst>
          </p:cNvPr>
          <p:cNvSpPr>
            <a:spLocks noGrp="1"/>
          </p:cNvSpPr>
          <p:nvPr>
            <p:ph type="title" hasCustomPrompt="1"/>
          </p:nvPr>
        </p:nvSpPr>
        <p:spPr>
          <a:xfrm>
            <a:off x="8067758" y="3088958"/>
            <a:ext cx="3762287" cy="340042"/>
          </a:xfrm>
          <a:prstGeom prst="rect">
            <a:avLst/>
          </a:prstGeom>
        </p:spPr>
        <p:txBody>
          <a:bodyPr lIns="36000" anchor="b"/>
          <a:lstStyle>
            <a:lvl1pPr>
              <a:defRPr sz="2400" cap="all" baseline="0">
                <a:solidFill>
                  <a:schemeClr val="bg1"/>
                </a:solidFill>
              </a:defRPr>
            </a:lvl1pPr>
          </a:lstStyle>
          <a:p>
            <a:r>
              <a:rPr lang="de-DE" dirty="0"/>
              <a:t>Kapitel</a:t>
            </a:r>
          </a:p>
        </p:txBody>
      </p:sp>
      <p:sp>
        <p:nvSpPr>
          <p:cNvPr id="9" name="Textplatzhalter 6">
            <a:extLst>
              <a:ext uri="{FF2B5EF4-FFF2-40B4-BE49-F238E27FC236}">
                <a16:creationId xmlns:a16="http://schemas.microsoft.com/office/drawing/2014/main" id="{188A3A27-6AAF-4F44-988F-E52BC5873B9B}"/>
              </a:ext>
            </a:extLst>
          </p:cNvPr>
          <p:cNvSpPr>
            <a:spLocks noGrp="1"/>
          </p:cNvSpPr>
          <p:nvPr>
            <p:ph type="body" sz="quarter" idx="15" hasCustomPrompt="1"/>
          </p:nvPr>
        </p:nvSpPr>
        <p:spPr>
          <a:xfrm>
            <a:off x="8067674" y="3429000"/>
            <a:ext cx="3762375" cy="2700338"/>
          </a:xfrm>
        </p:spPr>
        <p:txBody>
          <a:bodyPr wrap="square" lIns="0" tIns="0" rIns="0" bIns="72000">
            <a:noAutofit/>
          </a:bodyPr>
          <a:lstStyle>
            <a:lvl1pPr marL="0" indent="0">
              <a:buNone/>
              <a:defRPr sz="6600" b="1" cap="all" baseline="0">
                <a:solidFill>
                  <a:schemeClr val="bg1"/>
                </a:solidFill>
              </a:defRPr>
            </a:lvl1pPr>
          </a:lstStyle>
          <a:p>
            <a:pPr lvl="0"/>
            <a:r>
              <a:rPr lang="de-DE" dirty="0"/>
              <a:t>Text</a:t>
            </a:r>
          </a:p>
        </p:txBody>
      </p:sp>
      <p:pic>
        <p:nvPicPr>
          <p:cNvPr id="4" name="Inhaltsplatzhalter 4">
            <a:extLst>
              <a:ext uri="{FF2B5EF4-FFF2-40B4-BE49-F238E27FC236}">
                <a16:creationId xmlns:a16="http://schemas.microsoft.com/office/drawing/2014/main" id="{B4938AEF-80E3-CE19-4B64-53C19CD67EA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292818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A240C0E-BF04-4530-AE5B-FCBD070E9008}"/>
              </a:ext>
            </a:extLst>
          </p:cNvPr>
          <p:cNvSpPr>
            <a:spLocks noGrp="1"/>
          </p:cNvSpPr>
          <p:nvPr>
            <p:ph type="sldNum" sz="quarter" idx="12"/>
          </p:nvPr>
        </p:nvSpPr>
        <p:spPr/>
        <p:txBody>
          <a:bodyPr/>
          <a:lstStyle/>
          <a:p>
            <a:fld id="{A23FFA10-0470-4638-936A-23EC73946E25}" type="slidenum">
              <a:rPr lang="de-DE" smtClean="0"/>
              <a:t>‹Nr.›</a:t>
            </a:fld>
            <a:endParaRPr lang="de-DE"/>
          </a:p>
        </p:txBody>
      </p:sp>
      <p:pic>
        <p:nvPicPr>
          <p:cNvPr id="3" name="Inhaltsplatzhalter 4">
            <a:extLst>
              <a:ext uri="{FF2B5EF4-FFF2-40B4-BE49-F238E27FC236}">
                <a16:creationId xmlns:a16="http://schemas.microsoft.com/office/drawing/2014/main" id="{78E891C7-185A-16F6-75AA-5658982402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4165708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und Inhalt_flexibel">
    <p:spTree>
      <p:nvGrpSpPr>
        <p:cNvPr id="1" name=""/>
        <p:cNvGrpSpPr/>
        <p:nvPr/>
      </p:nvGrpSpPr>
      <p:grpSpPr>
        <a:xfrm>
          <a:off x="0" y="0"/>
          <a:ext cx="0" cy="0"/>
          <a:chOff x="0" y="0"/>
          <a:chExt cx="0" cy="0"/>
        </a:xfrm>
      </p:grpSpPr>
      <p:sp>
        <p:nvSpPr>
          <p:cNvPr id="13" name="Textplatzhalter 12">
            <a:extLst>
              <a:ext uri="{FF2B5EF4-FFF2-40B4-BE49-F238E27FC236}">
                <a16:creationId xmlns:a16="http://schemas.microsoft.com/office/drawing/2014/main" id="{83262DF7-13BA-4E6E-AA8B-402FF3E51AF4}"/>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0" y="263961"/>
            <a:ext cx="10018491" cy="411931"/>
          </a:xfrm>
        </p:spPr>
        <p:txBody>
          <a:bodyPr>
            <a:noAutofit/>
          </a:bodyPr>
          <a:lstStyle>
            <a:lvl1pPr>
              <a:defRPr sz="3200">
                <a:solidFill>
                  <a:schemeClr val="bg1"/>
                </a:solidFill>
              </a:defRPr>
            </a:lvl1pPr>
          </a:lstStyle>
          <a:p>
            <a:r>
              <a:rPr lang="de-DE"/>
              <a:t>Mastertitelformat bearbeiten</a:t>
            </a:r>
            <a:endParaRPr lang="de-DE" dirty="0"/>
          </a:p>
        </p:txBody>
      </p:sp>
      <p:sp>
        <p:nvSpPr>
          <p:cNvPr id="19" name="Textplatzhalter 12">
            <a:extLst>
              <a:ext uri="{FF2B5EF4-FFF2-40B4-BE49-F238E27FC236}">
                <a16:creationId xmlns:a16="http://schemas.microsoft.com/office/drawing/2014/main" id="{700C0284-CCB0-475C-86F8-B65852F901DC}"/>
              </a:ext>
            </a:extLst>
          </p:cNvPr>
          <p:cNvSpPr>
            <a:spLocks noGrp="1"/>
          </p:cNvSpPr>
          <p:nvPr>
            <p:ph type="body" sz="quarter" idx="35" hasCustomPrompt="1"/>
          </p:nvPr>
        </p:nvSpPr>
        <p:spPr>
          <a:xfrm>
            <a:off x="11311650" y="263961"/>
            <a:ext cx="518400" cy="518400"/>
          </a:xfrm>
          <a:blipFill dpi="0" rotWithShape="1">
            <a:blip r:embed="rId2" cstate="screen">
              <a:extLst>
                <a:ext uri="{28A0092B-C50C-407E-A947-70E740481C1C}">
                  <a14:useLocalDpi xmlns:a14="http://schemas.microsoft.com/office/drawing/2010/main"/>
                </a:ext>
              </a:extLst>
            </a:blip>
            <a:srcRect/>
            <a:stretch>
              <a:fillRect/>
            </a:stretch>
          </a:blipFill>
        </p:spPr>
        <p:txBody>
          <a:bodyPr>
            <a:normAutofit/>
          </a:bodyPr>
          <a:lstStyle>
            <a:lvl1pPr marL="0" indent="0">
              <a:buNone/>
              <a:defRPr sz="100"/>
            </a:lvl1pPr>
          </a:lstStyle>
          <a:p>
            <a:pPr lvl="0"/>
            <a:r>
              <a:rPr lang="de-DE" dirty="0"/>
              <a:t> </a:t>
            </a:r>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0" y="694976"/>
            <a:ext cx="10018491"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4" name="Inhaltsplatzhalter 4">
            <a:extLst>
              <a:ext uri="{FF2B5EF4-FFF2-40B4-BE49-F238E27FC236}">
                <a16:creationId xmlns:a16="http://schemas.microsoft.com/office/drawing/2014/main" id="{3EFB0F0D-9FA0-274F-C0B2-D019799B98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019015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CE7294C-1CF8-40AC-A014-30A11495977A}"/>
              </a:ext>
            </a:extLst>
          </p:cNvPr>
          <p:cNvSpPr/>
          <p:nvPr userDrawn="1"/>
        </p:nvSpPr>
        <p:spPr>
          <a:xfrm>
            <a:off x="361950" y="6370578"/>
            <a:ext cx="850833"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E0D09292-F0FB-4B3A-AF89-763649D03FD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4" name="Inhaltsplatzhalter 4">
            <a:extLst>
              <a:ext uri="{FF2B5EF4-FFF2-40B4-BE49-F238E27FC236}">
                <a16:creationId xmlns:a16="http://schemas.microsoft.com/office/drawing/2014/main" id="{345A8430-5AE0-33D7-C30C-A6D92E27339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4222846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11520396-435A-402B-9EBF-16627FA7C4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5" name="Inhaltsplatzhalter 4">
            <a:extLst>
              <a:ext uri="{FF2B5EF4-FFF2-40B4-BE49-F238E27FC236}">
                <a16:creationId xmlns:a16="http://schemas.microsoft.com/office/drawing/2014/main" id="{5FED708B-CA1F-C5DA-9D22-608E43982F1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1368824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6014699A-471F-4953-A97B-3114803C79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5" name="Inhaltsplatzhalter 4">
            <a:extLst>
              <a:ext uri="{FF2B5EF4-FFF2-40B4-BE49-F238E27FC236}">
                <a16:creationId xmlns:a16="http://schemas.microsoft.com/office/drawing/2014/main" id="{F4AC2740-E655-33E7-8028-836F3211A5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61100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rgbClr val="1971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9" name="Grafik 8">
            <a:extLst>
              <a:ext uri="{FF2B5EF4-FFF2-40B4-BE49-F238E27FC236}">
                <a16:creationId xmlns:a16="http://schemas.microsoft.com/office/drawing/2014/main" id="{C1F3DDEC-3136-4ED1-9486-0A07DF906B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4" name="Inhaltsplatzhalter 4">
            <a:extLst>
              <a:ext uri="{FF2B5EF4-FFF2-40B4-BE49-F238E27FC236}">
                <a16:creationId xmlns:a16="http://schemas.microsoft.com/office/drawing/2014/main" id="{33110927-CE72-C1C8-7E4D-91F2AFBA539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2187663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6FA0E33C-52D5-4E4C-BE1B-658CCC8CFB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5" name="Inhaltsplatzhalter 4">
            <a:extLst>
              <a:ext uri="{FF2B5EF4-FFF2-40B4-BE49-F238E27FC236}">
                <a16:creationId xmlns:a16="http://schemas.microsoft.com/office/drawing/2014/main" id="{4D31C73C-1732-C860-C997-BFC935CD930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494704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0DDD97AF-AB37-44E9-874C-3E328D2DAD1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4" name="Inhaltsplatzhalter 4">
            <a:extLst>
              <a:ext uri="{FF2B5EF4-FFF2-40B4-BE49-F238E27FC236}">
                <a16:creationId xmlns:a16="http://schemas.microsoft.com/office/drawing/2014/main" id="{4E090DEA-33D2-0B72-BDF0-69793878F53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497381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8" name="Grafik 7">
            <a:extLst>
              <a:ext uri="{FF2B5EF4-FFF2-40B4-BE49-F238E27FC236}">
                <a16:creationId xmlns:a16="http://schemas.microsoft.com/office/drawing/2014/main" id="{95428E76-FB8F-456D-8B57-D8CF18E1539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4" name="Inhaltsplatzhalter 4">
            <a:extLst>
              <a:ext uri="{FF2B5EF4-FFF2-40B4-BE49-F238E27FC236}">
                <a16:creationId xmlns:a16="http://schemas.microsoft.com/office/drawing/2014/main" id="{1A90F1E3-5147-BA3C-DB5B-21ECE437A11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42625482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_Titel und Inhal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3241FBC-E92E-4198-91DB-683B9C978B18}"/>
              </a:ext>
            </a:extLst>
          </p:cNvPr>
          <p:cNvSpPr/>
          <p:nvPr userDrawn="1"/>
        </p:nvSpPr>
        <p:spPr>
          <a:xfrm>
            <a:off x="0" y="0"/>
            <a:ext cx="12192000" cy="1132596"/>
          </a:xfrm>
          <a:prstGeom prst="rect">
            <a:avLst/>
          </a:prstGeom>
          <a:solidFill>
            <a:srgbClr val="8BB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 name="Inhaltsplatzhalter 2">
            <a:extLst>
              <a:ext uri="{FF2B5EF4-FFF2-40B4-BE49-F238E27FC236}">
                <a16:creationId xmlns:a16="http://schemas.microsoft.com/office/drawing/2014/main" id="{C9B939F3-C9A3-44E4-89B3-04EA622B0500}"/>
              </a:ext>
            </a:extLst>
          </p:cNvPr>
          <p:cNvSpPr>
            <a:spLocks noGrp="1"/>
          </p:cNvSpPr>
          <p:nvPr>
            <p:ph idx="1"/>
          </p:nvPr>
        </p:nvSpPr>
        <p:spPr>
          <a:xfrm>
            <a:off x="361950" y="1376363"/>
            <a:ext cx="11468100" cy="4776773"/>
          </a:xfrm>
        </p:spPr>
        <p:txBody>
          <a:bodyPr>
            <a:noAutofit/>
          </a:bodyPr>
          <a:lstStyle>
            <a:lvl1pPr>
              <a:defRPr sz="2400"/>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Foliennummernplatzhalter 16">
            <a:extLst>
              <a:ext uri="{FF2B5EF4-FFF2-40B4-BE49-F238E27FC236}">
                <a16:creationId xmlns:a16="http://schemas.microsoft.com/office/drawing/2014/main" id="{0832A44F-DB9D-4391-AD08-64B3F11BE845}"/>
              </a:ext>
            </a:extLst>
          </p:cNvPr>
          <p:cNvSpPr>
            <a:spLocks noGrp="1"/>
          </p:cNvSpPr>
          <p:nvPr>
            <p:ph type="sldNum" sz="quarter" idx="38"/>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49A1577-3007-4B2C-AC06-294BF092822E}"/>
              </a:ext>
            </a:extLst>
          </p:cNvPr>
          <p:cNvSpPr>
            <a:spLocks noGrp="1"/>
          </p:cNvSpPr>
          <p:nvPr>
            <p:ph type="title"/>
          </p:nvPr>
        </p:nvSpPr>
        <p:spPr>
          <a:xfrm>
            <a:off x="361951" y="263961"/>
            <a:ext cx="10653982" cy="411931"/>
          </a:xfrm>
        </p:spPr>
        <p:txBody>
          <a:bodyPr>
            <a:noAutofit/>
          </a:bodyPr>
          <a:lstStyle>
            <a:lvl1pPr>
              <a:defRPr sz="3200">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099F6C87-9256-4670-9675-238B1B11A2D7}"/>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9" name="Grafik 8">
            <a:extLst>
              <a:ext uri="{FF2B5EF4-FFF2-40B4-BE49-F238E27FC236}">
                <a16:creationId xmlns:a16="http://schemas.microsoft.com/office/drawing/2014/main" id="{2BDC98CC-426D-475A-8004-A93AB81E16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pic>
        <p:nvPicPr>
          <p:cNvPr id="4" name="Inhaltsplatzhalter 4">
            <a:extLst>
              <a:ext uri="{FF2B5EF4-FFF2-40B4-BE49-F238E27FC236}">
                <a16:creationId xmlns:a16="http://schemas.microsoft.com/office/drawing/2014/main" id="{B83FBD96-7801-A89D-C062-64D3598F034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7861393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el und 2 Inhalte">
    <p:spTree>
      <p:nvGrpSpPr>
        <p:cNvPr id="1" name=""/>
        <p:cNvGrpSpPr/>
        <p:nvPr/>
      </p:nvGrpSpPr>
      <p:grpSpPr>
        <a:xfrm>
          <a:off x="0" y="0"/>
          <a:ext cx="0" cy="0"/>
          <a:chOff x="0" y="0"/>
          <a:chExt cx="0" cy="0"/>
        </a:xfrm>
      </p:grpSpPr>
      <p:sp>
        <p:nvSpPr>
          <p:cNvPr id="22" name="Textplatzhalter 21">
            <a:extLst>
              <a:ext uri="{FF2B5EF4-FFF2-40B4-BE49-F238E27FC236}">
                <a16:creationId xmlns:a16="http://schemas.microsoft.com/office/drawing/2014/main" id="{D07B4593-C0AE-42FE-AE7D-AECA8FD6FF6D}"/>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17" name="Foliennummernplatzhalter 16">
            <a:extLst>
              <a:ext uri="{FF2B5EF4-FFF2-40B4-BE49-F238E27FC236}">
                <a16:creationId xmlns:a16="http://schemas.microsoft.com/office/drawing/2014/main" id="{021EE199-365F-4250-B7F2-91C59C9C3A4C}"/>
              </a:ext>
            </a:extLst>
          </p:cNvPr>
          <p:cNvSpPr>
            <a:spLocks noGrp="1"/>
          </p:cNvSpPr>
          <p:nvPr>
            <p:ph type="sldNum" sz="quarter" idx="16"/>
          </p:nvPr>
        </p:nvSpPr>
        <p:spPr/>
        <p:txBody>
          <a:bodyPr/>
          <a:lstStyle/>
          <a:p>
            <a:fld id="{A23FFA10-0470-4638-936A-23EC73946E25}" type="slidenum">
              <a:rPr lang="de-DE" smtClean="0"/>
              <a:pPr/>
              <a:t>‹Nr.›</a:t>
            </a:fld>
            <a:endParaRPr lang="de-DE" dirty="0"/>
          </a:p>
        </p:txBody>
      </p:sp>
      <p:sp>
        <p:nvSpPr>
          <p:cNvPr id="19" name="Textplatzhalter 8">
            <a:extLst>
              <a:ext uri="{FF2B5EF4-FFF2-40B4-BE49-F238E27FC236}">
                <a16:creationId xmlns:a16="http://schemas.microsoft.com/office/drawing/2014/main" id="{D63E63A5-AA8A-429E-B59D-A01A72121CA6}"/>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0" name="Grafik 19">
            <a:extLst>
              <a:ext uri="{FF2B5EF4-FFF2-40B4-BE49-F238E27FC236}">
                <a16:creationId xmlns:a16="http://schemas.microsoft.com/office/drawing/2014/main" id="{82B40AAE-1C86-4FAF-A0DC-6453875A4A9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itel 2">
            <a:extLst>
              <a:ext uri="{FF2B5EF4-FFF2-40B4-BE49-F238E27FC236}">
                <a16:creationId xmlns:a16="http://schemas.microsoft.com/office/drawing/2014/main" id="{717E28C1-A450-4276-A12C-A3B43FBF5153}"/>
              </a:ext>
            </a:extLst>
          </p:cNvPr>
          <p:cNvSpPr>
            <a:spLocks noGrp="1"/>
          </p:cNvSpPr>
          <p:nvPr>
            <p:ph type="title"/>
          </p:nvPr>
        </p:nvSpPr>
        <p:spPr/>
        <p:txBody>
          <a:bodyPr/>
          <a:lstStyle/>
          <a:p>
            <a:r>
              <a:rPr lang="de-DE"/>
              <a:t>Mastertitelformat bearbeiten</a:t>
            </a:r>
          </a:p>
        </p:txBody>
      </p:sp>
      <p:sp>
        <p:nvSpPr>
          <p:cNvPr id="5" name="Textplatzhalter 4">
            <a:extLst>
              <a:ext uri="{FF2B5EF4-FFF2-40B4-BE49-F238E27FC236}">
                <a16:creationId xmlns:a16="http://schemas.microsoft.com/office/drawing/2014/main" id="{883337CF-BADD-4ABE-9B01-68D8744F9A01}"/>
              </a:ext>
            </a:extLst>
          </p:cNvPr>
          <p:cNvSpPr>
            <a:spLocks noGrp="1"/>
          </p:cNvSpPr>
          <p:nvPr>
            <p:ph type="body" sz="quarter" idx="40"/>
          </p:nvPr>
        </p:nvSpPr>
        <p:spPr>
          <a:xfrm>
            <a:off x="361950" y="1376363"/>
            <a:ext cx="5616575" cy="4786312"/>
          </a:xfrm>
        </p:spPr>
        <p:txBody>
          <a:bodyPr/>
          <a:lstStyle>
            <a:lvl1pPr>
              <a:defRPr sz="2000"/>
            </a:lvl1pPr>
            <a:lvl2pPr>
              <a:defRPr sz="1600"/>
            </a:lvl2pPr>
            <a:lvl3pPr>
              <a:defRPr sz="16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1" name="Textplatzhalter 4">
            <a:extLst>
              <a:ext uri="{FF2B5EF4-FFF2-40B4-BE49-F238E27FC236}">
                <a16:creationId xmlns:a16="http://schemas.microsoft.com/office/drawing/2014/main" id="{BBAF4473-713F-4FBF-8AA2-1762272D8515}"/>
              </a:ext>
            </a:extLst>
          </p:cNvPr>
          <p:cNvSpPr>
            <a:spLocks noGrp="1"/>
          </p:cNvSpPr>
          <p:nvPr>
            <p:ph type="body" sz="quarter" idx="41"/>
          </p:nvPr>
        </p:nvSpPr>
        <p:spPr>
          <a:xfrm>
            <a:off x="6210837" y="1376363"/>
            <a:ext cx="5616575" cy="4786312"/>
          </a:xfrm>
        </p:spPr>
        <p:txBody>
          <a:bodyPr/>
          <a:lstStyle>
            <a:lvl1pPr>
              <a:defRPr sz="2000"/>
            </a:lvl1pPr>
            <a:lvl2pPr>
              <a:defRPr sz="1600"/>
            </a:lvl2pPr>
            <a:lvl3pPr>
              <a:defRPr sz="16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4" name="Inhaltsplatzhalter 4">
            <a:extLst>
              <a:ext uri="{FF2B5EF4-FFF2-40B4-BE49-F238E27FC236}">
                <a16:creationId xmlns:a16="http://schemas.microsoft.com/office/drawing/2014/main" id="{DDD45F84-0A00-A063-EA7E-41CECD19C4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1933222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Textboxen bunt 1">
    <p:bg>
      <p:bgPr>
        <a:solidFill>
          <a:schemeClr val="accent1"/>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FFD16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79270"/>
          </a:xfrm>
          <a:solidFill>
            <a:srgbClr val="FFD162"/>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FFD16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94153"/>
          </a:xfrm>
          <a:solidFill>
            <a:srgbClr val="FFD162"/>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9" name="Inhaltsplatzhalter 4">
            <a:extLst>
              <a:ext uri="{FF2B5EF4-FFF2-40B4-BE49-F238E27FC236}">
                <a16:creationId xmlns:a16="http://schemas.microsoft.com/office/drawing/2014/main" id="{B1536DE2-8B0F-5E93-B39C-6B78FF4A38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620395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Textboxen bunt 2">
    <p:bg>
      <p:bgPr>
        <a:solidFill>
          <a:schemeClr val="accent2"/>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F67F44"/>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7"/>
            <a:ext cx="5544000" cy="4041309"/>
          </a:xfrm>
          <a:solidFill>
            <a:srgbClr val="F67F44"/>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F67F44"/>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56053"/>
          </a:xfrm>
          <a:solidFill>
            <a:srgbClr val="F67F44"/>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D9B38536-2708-C486-F7CC-0358C7EE6E8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332861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Textboxen bunt 3">
    <p:bg>
      <p:bgPr>
        <a:solidFill>
          <a:schemeClr val="accent3"/>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EC4E86"/>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53962"/>
          </a:xfrm>
          <a:solidFill>
            <a:srgbClr val="EC4E86"/>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EC4E86"/>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68753"/>
          </a:xfrm>
          <a:solidFill>
            <a:srgbClr val="EC4E86"/>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C4D8226E-428A-46B2-94C8-8E52F59C3C3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52372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Textboxen bunt 4">
    <p:bg>
      <p:bgPr>
        <a:solidFill>
          <a:srgbClr val="1971B8"/>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rgbClr val="1971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268DE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79270"/>
          </a:xfrm>
          <a:solidFill>
            <a:srgbClr val="268DE2"/>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268DE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94153"/>
          </a:xfrm>
          <a:solidFill>
            <a:srgbClr val="268DE2"/>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6B882CBE-6814-4AC0-4F0E-A6E012EF452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1004564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Textboxen bunt 5">
    <p:bg>
      <p:bgPr>
        <a:solidFill>
          <a:schemeClr val="accent4"/>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50B8E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91924"/>
          </a:xfrm>
          <a:solidFill>
            <a:srgbClr val="50B8E2"/>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50B8E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106853"/>
          </a:xfrm>
          <a:solidFill>
            <a:srgbClr val="50B8E2"/>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1362D4F3-534A-CE8A-CA16-83CADB46A4D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9643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Textboxen bunt 6">
    <p:bg>
      <p:bgPr>
        <a:solidFill>
          <a:schemeClr val="accent5"/>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40C2BC"/>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79270"/>
          </a:xfrm>
          <a:solidFill>
            <a:srgbClr val="40C2BC"/>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40C2BC"/>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94153"/>
          </a:xfrm>
          <a:solidFill>
            <a:srgbClr val="40C2BC"/>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4B4BB8BD-DB42-5E9E-E4ED-F1170E09133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97531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Textboxen bunt 7">
    <p:bg>
      <p:bgPr>
        <a:solidFill>
          <a:schemeClr val="accent6"/>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00C057"/>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66616"/>
          </a:xfrm>
          <a:solidFill>
            <a:srgbClr val="00C057"/>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00C057"/>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81453"/>
          </a:xfrm>
          <a:solidFill>
            <a:srgbClr val="00C057"/>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D45473AE-4308-6AC1-3703-D6E80BB9EB1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1962658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Textboxen bunt 8">
    <p:bg>
      <p:bgPr>
        <a:solidFill>
          <a:srgbClr val="8BBF40"/>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211E5DD-46CD-42EE-93D0-3CA5C2C949A2}"/>
              </a:ext>
            </a:extLst>
          </p:cNvPr>
          <p:cNvSpPr/>
          <p:nvPr userDrawn="1"/>
        </p:nvSpPr>
        <p:spPr>
          <a:xfrm>
            <a:off x="373380" y="6355081"/>
            <a:ext cx="918210" cy="409686"/>
          </a:xfrm>
          <a:prstGeom prst="rect">
            <a:avLst/>
          </a:prstGeom>
          <a:solidFill>
            <a:srgbClr val="8BB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A0D565"/>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53962"/>
          </a:xfrm>
          <a:solidFill>
            <a:srgbClr val="A0D565"/>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A0D565"/>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068753"/>
          </a:xfrm>
          <a:solidFill>
            <a:srgbClr val="A0D565"/>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lvl1pPr>
              <a:defRPr>
                <a:solidFill>
                  <a:schemeClr val="bg1"/>
                </a:solidFill>
              </a:defRPr>
            </a:lvl1p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2" name="Inhaltsplatzhalter 4">
            <a:extLst>
              <a:ext uri="{FF2B5EF4-FFF2-40B4-BE49-F238E27FC236}">
                <a16:creationId xmlns:a16="http://schemas.microsoft.com/office/drawing/2014/main" id="{3B764FF1-4740-BD4B-1260-87A993762E1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24616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Textboxen 2">
    <p:spTree>
      <p:nvGrpSpPr>
        <p:cNvPr id="1" name=""/>
        <p:cNvGrpSpPr/>
        <p:nvPr/>
      </p:nvGrpSpPr>
      <p:grpSpPr>
        <a:xfrm>
          <a:off x="0" y="0"/>
          <a:ext cx="0" cy="0"/>
          <a:chOff x="0" y="0"/>
          <a:chExt cx="0" cy="0"/>
        </a:xfrm>
      </p:grpSpPr>
      <p:sp>
        <p:nvSpPr>
          <p:cNvPr id="19" name="Textplatzhalter 18">
            <a:extLst>
              <a:ext uri="{FF2B5EF4-FFF2-40B4-BE49-F238E27FC236}">
                <a16:creationId xmlns:a16="http://schemas.microsoft.com/office/drawing/2014/main" id="{E2F91D99-856D-4956-A4A4-09902B713150}"/>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BBB323"/>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94652"/>
          </a:xfrm>
          <a:solidFill>
            <a:srgbClr val="BBB323">
              <a:alpha val="75000"/>
            </a:srgbClr>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F8485E"/>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109591"/>
          </a:xfrm>
          <a:solidFill>
            <a:srgbClr val="F8485E">
              <a:alpha val="75000"/>
            </a:srgbClr>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7" name="Inhaltsplatzhalter 4">
            <a:extLst>
              <a:ext uri="{FF2B5EF4-FFF2-40B4-BE49-F238E27FC236}">
                <a16:creationId xmlns:a16="http://schemas.microsoft.com/office/drawing/2014/main" id="{92613733-2139-AFA8-271F-E5EAB86749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2057909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Textboxen 3">
    <p:spTree>
      <p:nvGrpSpPr>
        <p:cNvPr id="1" name=""/>
        <p:cNvGrpSpPr/>
        <p:nvPr/>
      </p:nvGrpSpPr>
      <p:grpSpPr>
        <a:xfrm>
          <a:off x="0" y="0"/>
          <a:ext cx="0" cy="0"/>
          <a:chOff x="0" y="0"/>
          <a:chExt cx="0" cy="0"/>
        </a:xfrm>
      </p:grpSpPr>
      <p:sp>
        <p:nvSpPr>
          <p:cNvPr id="19" name="Textplatzhalter 18">
            <a:extLst>
              <a:ext uri="{FF2B5EF4-FFF2-40B4-BE49-F238E27FC236}">
                <a16:creationId xmlns:a16="http://schemas.microsoft.com/office/drawing/2014/main" id="{E2F91D99-856D-4956-A4A4-09902B713150}"/>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8BBF40"/>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94652"/>
          </a:xfrm>
          <a:solidFill>
            <a:srgbClr val="8BBF40">
              <a:alpha val="75000"/>
            </a:srgbClr>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chemeClr val="accent6"/>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109591"/>
          </a:xfrm>
          <a:solidFill>
            <a:schemeClr val="accent6">
              <a:alpha val="75000"/>
            </a:schemeClr>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7" name="Inhaltsplatzhalter 4">
            <a:extLst>
              <a:ext uri="{FF2B5EF4-FFF2-40B4-BE49-F238E27FC236}">
                <a16:creationId xmlns:a16="http://schemas.microsoft.com/office/drawing/2014/main" id="{94CA8C48-35EF-4EA4-0504-D4DB1B0ACA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187557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Textboxen 4">
    <p:spTree>
      <p:nvGrpSpPr>
        <p:cNvPr id="1" name=""/>
        <p:cNvGrpSpPr/>
        <p:nvPr/>
      </p:nvGrpSpPr>
      <p:grpSpPr>
        <a:xfrm>
          <a:off x="0" y="0"/>
          <a:ext cx="0" cy="0"/>
          <a:chOff x="0" y="0"/>
          <a:chExt cx="0" cy="0"/>
        </a:xfrm>
      </p:grpSpPr>
      <p:sp>
        <p:nvSpPr>
          <p:cNvPr id="19" name="Textplatzhalter 18">
            <a:extLst>
              <a:ext uri="{FF2B5EF4-FFF2-40B4-BE49-F238E27FC236}">
                <a16:creationId xmlns:a16="http://schemas.microsoft.com/office/drawing/2014/main" id="{E2F91D99-856D-4956-A4A4-09902B713150}"/>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16" name="Textplatzhalter 8">
            <a:extLst>
              <a:ext uri="{FF2B5EF4-FFF2-40B4-BE49-F238E27FC236}">
                <a16:creationId xmlns:a16="http://schemas.microsoft.com/office/drawing/2014/main" id="{24180EB1-DEC0-480B-8D8B-87A02A71DE45}"/>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7" name="Grafik 16">
            <a:extLst>
              <a:ext uri="{FF2B5EF4-FFF2-40B4-BE49-F238E27FC236}">
                <a16:creationId xmlns:a16="http://schemas.microsoft.com/office/drawing/2014/main" id="{18E76D78-0AD1-4B10-A76B-C8CC570F6B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76363"/>
            <a:ext cx="5544000" cy="576000"/>
          </a:xfrm>
          <a:solidFill>
            <a:srgbClr val="ED272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49" y="1951048"/>
            <a:ext cx="5544000" cy="4094652"/>
          </a:xfrm>
          <a:solidFill>
            <a:srgbClr val="ED2722">
              <a:alpha val="75000"/>
            </a:srgbClr>
          </a:solidFill>
        </p:spPr>
        <p:txBody>
          <a:bodyPr lIns="252000" tIns="252000" rIns="252000" bIns="252000"/>
          <a:lstStyle>
            <a:lvl1pPr>
              <a:buClr>
                <a:schemeClr val="bg1"/>
              </a:buClr>
              <a:defRPr sz="1800">
                <a:solidFill>
                  <a:schemeClr val="bg2"/>
                </a:solidFill>
              </a:defRPr>
            </a:lvl1pPr>
            <a:lvl2pPr>
              <a:buClr>
                <a:schemeClr val="bg1"/>
              </a:buClr>
              <a:defRPr sz="1800">
                <a:solidFill>
                  <a:schemeClr val="bg2"/>
                </a:solidFill>
              </a:defRPr>
            </a:lvl2pPr>
            <a:lvl3pPr>
              <a:buClr>
                <a:schemeClr val="bg1"/>
              </a:buClr>
              <a:defRPr sz="1800">
                <a:solidFill>
                  <a:schemeClr val="bg2"/>
                </a:solidFill>
              </a:defRPr>
            </a:lvl3pPr>
            <a:lvl4pPr>
              <a:buClr>
                <a:schemeClr val="bg1"/>
              </a:buClr>
              <a:defRPr sz="1800">
                <a:solidFill>
                  <a:schemeClr val="bg2"/>
                </a:solidFill>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5" name="Text 2"/>
          <p:cNvSpPr>
            <a:spLocks noGrp="1"/>
          </p:cNvSpPr>
          <p:nvPr>
            <p:ph type="body" sz="quarter" idx="3" hasCustomPrompt="1"/>
          </p:nvPr>
        </p:nvSpPr>
        <p:spPr bwMode="gray">
          <a:xfrm>
            <a:off x="6286050" y="1376363"/>
            <a:ext cx="5544000" cy="576000"/>
          </a:xfrm>
          <a:solidFill>
            <a:srgbClr val="6D0E4C"/>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6" name="Inhalt 2"/>
          <p:cNvSpPr>
            <a:spLocks noGrp="1"/>
          </p:cNvSpPr>
          <p:nvPr>
            <p:ph sz="quarter" idx="4"/>
          </p:nvPr>
        </p:nvSpPr>
        <p:spPr bwMode="gray">
          <a:xfrm>
            <a:off x="6286050" y="1951047"/>
            <a:ext cx="5544000" cy="4109591"/>
          </a:xfrm>
          <a:solidFill>
            <a:srgbClr val="6D0E4C">
              <a:alpha val="75000"/>
            </a:srgbClr>
          </a:solidFill>
        </p:spPr>
        <p:txBody>
          <a:bodyPr lIns="252000" tIns="252000" rIns="252000" bIns="252000">
            <a:normAutofit/>
          </a:bodyPr>
          <a:lstStyle>
            <a:lvl1pPr marL="216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1pPr>
            <a:lvl2pPr marL="432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2pPr>
            <a:lvl3pPr marL="648000" indent="-2160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3pPr>
            <a:lvl4pPr marL="936000" indent="-228600" algn="l" defTabSz="914400" rtl="0" eaLnBrk="1" latinLnBrk="0" hangingPunct="1">
              <a:lnSpc>
                <a:spcPct val="100000"/>
              </a:lnSpc>
              <a:spcBef>
                <a:spcPts val="600"/>
              </a:spcBef>
              <a:buClr>
                <a:schemeClr val="bg1"/>
              </a:buClr>
              <a:buFont typeface="Wingdings" panose="05000000000000000000" pitchFamily="2" charset="2"/>
              <a:buChar char="§"/>
              <a:defRPr lang="de-DE" sz="1800" kern="1200" noProof="0" dirty="0">
                <a:solidFill>
                  <a:schemeClr val="bg2"/>
                </a:solidFill>
                <a:latin typeface="+mn-lt"/>
                <a:ea typeface="+mn-ea"/>
                <a:cs typeface="+mn-cs"/>
              </a:defRPr>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8" name="Titel 17">
            <a:extLst>
              <a:ext uri="{FF2B5EF4-FFF2-40B4-BE49-F238E27FC236}">
                <a16:creationId xmlns:a16="http://schemas.microsoft.com/office/drawing/2014/main" id="{A54F0B93-C268-47E0-AF31-7736AC8CDED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7" name="Inhaltsplatzhalter 4">
            <a:extLst>
              <a:ext uri="{FF2B5EF4-FFF2-40B4-BE49-F238E27FC236}">
                <a16:creationId xmlns:a16="http://schemas.microsoft.com/office/drawing/2014/main" id="{491C69E4-01A2-ADB0-6A02-4602B34D7EF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267548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Textboxen 2">
    <p:spTree>
      <p:nvGrpSpPr>
        <p:cNvPr id="1" name=""/>
        <p:cNvGrpSpPr/>
        <p:nvPr/>
      </p:nvGrpSpPr>
      <p:grpSpPr>
        <a:xfrm>
          <a:off x="0" y="0"/>
          <a:ext cx="0" cy="0"/>
          <a:chOff x="0" y="0"/>
          <a:chExt cx="0" cy="0"/>
        </a:xfrm>
      </p:grpSpPr>
      <p:sp>
        <p:nvSpPr>
          <p:cNvPr id="21" name="Textplatzhalter 20">
            <a:extLst>
              <a:ext uri="{FF2B5EF4-FFF2-40B4-BE49-F238E27FC236}">
                <a16:creationId xmlns:a16="http://schemas.microsoft.com/office/drawing/2014/main" id="{5E6635EE-CD4B-42CA-BD02-664AF235D575}"/>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43" name="Text 1"/>
          <p:cNvSpPr>
            <a:spLocks noGrp="1"/>
          </p:cNvSpPr>
          <p:nvPr>
            <p:ph type="body" idx="24" hasCustomPrompt="1"/>
          </p:nvPr>
        </p:nvSpPr>
        <p:spPr bwMode="gray">
          <a:xfrm>
            <a:off x="361950" y="1635156"/>
            <a:ext cx="3607670" cy="1335600"/>
          </a:xfrm>
          <a:solidFill>
            <a:srgbClr val="BBB323"/>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4" name="Inhalt 1"/>
          <p:cNvSpPr>
            <a:spLocks noGrp="1"/>
          </p:cNvSpPr>
          <p:nvPr>
            <p:ph sz="quarter" idx="25"/>
          </p:nvPr>
        </p:nvSpPr>
        <p:spPr bwMode="gray">
          <a:xfrm>
            <a:off x="3969620" y="1635156"/>
            <a:ext cx="7860430" cy="1335600"/>
          </a:xfrm>
          <a:solidFill>
            <a:srgbClr val="BBB323">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41" name="Text 2"/>
          <p:cNvSpPr>
            <a:spLocks noGrp="1"/>
          </p:cNvSpPr>
          <p:nvPr>
            <p:ph type="body" idx="22" hasCustomPrompt="1"/>
          </p:nvPr>
        </p:nvSpPr>
        <p:spPr bwMode="gray">
          <a:xfrm>
            <a:off x="361950" y="3204222"/>
            <a:ext cx="3607670" cy="1335600"/>
          </a:xfrm>
          <a:solidFill>
            <a:srgbClr val="6D0E4C"/>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2" name="Inhalt 2"/>
          <p:cNvSpPr>
            <a:spLocks noGrp="1"/>
          </p:cNvSpPr>
          <p:nvPr>
            <p:ph sz="quarter" idx="23"/>
          </p:nvPr>
        </p:nvSpPr>
        <p:spPr bwMode="gray">
          <a:xfrm>
            <a:off x="3969620" y="3204222"/>
            <a:ext cx="7860430" cy="1335600"/>
          </a:xfrm>
          <a:solidFill>
            <a:srgbClr val="6D0E4C">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15" name="Text 3"/>
          <p:cNvSpPr>
            <a:spLocks noGrp="1"/>
          </p:cNvSpPr>
          <p:nvPr>
            <p:ph type="body" idx="18" hasCustomPrompt="1"/>
          </p:nvPr>
        </p:nvSpPr>
        <p:spPr bwMode="gray">
          <a:xfrm>
            <a:off x="361950" y="4773288"/>
            <a:ext cx="3607670" cy="1335600"/>
          </a:xfrm>
          <a:solidFill>
            <a:srgbClr val="F8485E"/>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18" name="Inhalt 3"/>
          <p:cNvSpPr>
            <a:spLocks noGrp="1"/>
          </p:cNvSpPr>
          <p:nvPr>
            <p:ph sz="quarter" idx="21"/>
          </p:nvPr>
        </p:nvSpPr>
        <p:spPr bwMode="gray">
          <a:xfrm>
            <a:off x="3969620" y="4773288"/>
            <a:ext cx="7860430" cy="1335600"/>
          </a:xfrm>
          <a:solidFill>
            <a:srgbClr val="F8485E">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6" name="Foliennummernplatzhalter 5">
            <a:extLst>
              <a:ext uri="{FF2B5EF4-FFF2-40B4-BE49-F238E27FC236}">
                <a16:creationId xmlns:a16="http://schemas.microsoft.com/office/drawing/2014/main" id="{82F98B17-71EE-4F54-BB8C-D24A0D3DE724}"/>
              </a:ext>
            </a:extLst>
          </p:cNvPr>
          <p:cNvSpPr>
            <a:spLocks noGrp="1"/>
          </p:cNvSpPr>
          <p:nvPr>
            <p:ph type="sldNum" sz="quarter" idx="28"/>
          </p:nvPr>
        </p:nvSpPr>
        <p:spPr/>
        <p:txBody>
          <a:bodyPr/>
          <a:lstStyle/>
          <a:p>
            <a:fld id="{A23FFA10-0470-4638-936A-23EC73946E25}" type="slidenum">
              <a:rPr lang="de-DE" smtClean="0"/>
              <a:pPr/>
              <a:t>‹Nr.›</a:t>
            </a:fld>
            <a:endParaRPr lang="de-DE" dirty="0"/>
          </a:p>
        </p:txBody>
      </p:sp>
      <p:sp>
        <p:nvSpPr>
          <p:cNvPr id="19" name="Textplatzhalter 8">
            <a:extLst>
              <a:ext uri="{FF2B5EF4-FFF2-40B4-BE49-F238E27FC236}">
                <a16:creationId xmlns:a16="http://schemas.microsoft.com/office/drawing/2014/main" id="{85015F86-6C06-4E48-9D7E-E3778272510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0" name="Grafik 19">
            <a:extLst>
              <a:ext uri="{FF2B5EF4-FFF2-40B4-BE49-F238E27FC236}">
                <a16:creationId xmlns:a16="http://schemas.microsoft.com/office/drawing/2014/main" id="{7C774E68-BFBC-449C-950F-A8C47E83FE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2" name="Titel 1">
            <a:extLst>
              <a:ext uri="{FF2B5EF4-FFF2-40B4-BE49-F238E27FC236}">
                <a16:creationId xmlns:a16="http://schemas.microsoft.com/office/drawing/2014/main" id="{828D09EC-B396-4335-A953-D2F4657B849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4" name="Inhaltsplatzhalter 4">
            <a:extLst>
              <a:ext uri="{FF2B5EF4-FFF2-40B4-BE49-F238E27FC236}">
                <a16:creationId xmlns:a16="http://schemas.microsoft.com/office/drawing/2014/main" id="{912DF839-D983-CD41-CA1F-CB4F540E57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8027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Textboxen 3">
    <p:spTree>
      <p:nvGrpSpPr>
        <p:cNvPr id="1" name=""/>
        <p:cNvGrpSpPr/>
        <p:nvPr/>
      </p:nvGrpSpPr>
      <p:grpSpPr>
        <a:xfrm>
          <a:off x="0" y="0"/>
          <a:ext cx="0" cy="0"/>
          <a:chOff x="0" y="0"/>
          <a:chExt cx="0" cy="0"/>
        </a:xfrm>
      </p:grpSpPr>
      <p:sp>
        <p:nvSpPr>
          <p:cNvPr id="21" name="Textplatzhalter 20">
            <a:extLst>
              <a:ext uri="{FF2B5EF4-FFF2-40B4-BE49-F238E27FC236}">
                <a16:creationId xmlns:a16="http://schemas.microsoft.com/office/drawing/2014/main" id="{5E6635EE-CD4B-42CA-BD02-664AF235D575}"/>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43" name="Text 1"/>
          <p:cNvSpPr>
            <a:spLocks noGrp="1"/>
          </p:cNvSpPr>
          <p:nvPr>
            <p:ph type="body" idx="24" hasCustomPrompt="1"/>
          </p:nvPr>
        </p:nvSpPr>
        <p:spPr bwMode="gray">
          <a:xfrm>
            <a:off x="361950" y="1635156"/>
            <a:ext cx="3607670" cy="1335600"/>
          </a:xfrm>
          <a:solidFill>
            <a:srgbClr val="8BBF40"/>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4" name="Inhalt 1"/>
          <p:cNvSpPr>
            <a:spLocks noGrp="1"/>
          </p:cNvSpPr>
          <p:nvPr>
            <p:ph sz="quarter" idx="25"/>
          </p:nvPr>
        </p:nvSpPr>
        <p:spPr bwMode="gray">
          <a:xfrm>
            <a:off x="3969620" y="1635156"/>
            <a:ext cx="7860430" cy="1335600"/>
          </a:xfrm>
          <a:solidFill>
            <a:srgbClr val="8BBF40">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41" name="Text 2"/>
          <p:cNvSpPr>
            <a:spLocks noGrp="1"/>
          </p:cNvSpPr>
          <p:nvPr>
            <p:ph type="body" idx="22" hasCustomPrompt="1"/>
          </p:nvPr>
        </p:nvSpPr>
        <p:spPr bwMode="gray">
          <a:xfrm>
            <a:off x="361950" y="3204222"/>
            <a:ext cx="3607670" cy="1335600"/>
          </a:xfrm>
          <a:solidFill>
            <a:schemeClr val="accent6"/>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2" name="Inhalt 2"/>
          <p:cNvSpPr>
            <a:spLocks noGrp="1"/>
          </p:cNvSpPr>
          <p:nvPr>
            <p:ph sz="quarter" idx="23"/>
          </p:nvPr>
        </p:nvSpPr>
        <p:spPr bwMode="gray">
          <a:xfrm>
            <a:off x="3969620" y="3204222"/>
            <a:ext cx="7860430" cy="1335600"/>
          </a:xfrm>
          <a:solidFill>
            <a:schemeClr val="accent6">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15" name="Text 3"/>
          <p:cNvSpPr>
            <a:spLocks noGrp="1"/>
          </p:cNvSpPr>
          <p:nvPr>
            <p:ph type="body" idx="18" hasCustomPrompt="1"/>
          </p:nvPr>
        </p:nvSpPr>
        <p:spPr bwMode="gray">
          <a:xfrm>
            <a:off x="361950" y="4773288"/>
            <a:ext cx="3607670" cy="1335600"/>
          </a:xfrm>
          <a:solidFill>
            <a:schemeClr val="accent5"/>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18" name="Inhalt 3"/>
          <p:cNvSpPr>
            <a:spLocks noGrp="1"/>
          </p:cNvSpPr>
          <p:nvPr>
            <p:ph sz="quarter" idx="21"/>
          </p:nvPr>
        </p:nvSpPr>
        <p:spPr bwMode="gray">
          <a:xfrm>
            <a:off x="3969620" y="4773288"/>
            <a:ext cx="7860430" cy="1335600"/>
          </a:xfrm>
          <a:solidFill>
            <a:schemeClr val="accent5">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6" name="Foliennummernplatzhalter 5">
            <a:extLst>
              <a:ext uri="{FF2B5EF4-FFF2-40B4-BE49-F238E27FC236}">
                <a16:creationId xmlns:a16="http://schemas.microsoft.com/office/drawing/2014/main" id="{82F98B17-71EE-4F54-BB8C-D24A0D3DE724}"/>
              </a:ext>
            </a:extLst>
          </p:cNvPr>
          <p:cNvSpPr>
            <a:spLocks noGrp="1"/>
          </p:cNvSpPr>
          <p:nvPr>
            <p:ph type="sldNum" sz="quarter" idx="28"/>
          </p:nvPr>
        </p:nvSpPr>
        <p:spPr/>
        <p:txBody>
          <a:bodyPr/>
          <a:lstStyle/>
          <a:p>
            <a:fld id="{A23FFA10-0470-4638-936A-23EC73946E25}" type="slidenum">
              <a:rPr lang="de-DE" smtClean="0"/>
              <a:pPr/>
              <a:t>‹Nr.›</a:t>
            </a:fld>
            <a:endParaRPr lang="de-DE" dirty="0"/>
          </a:p>
        </p:txBody>
      </p:sp>
      <p:sp>
        <p:nvSpPr>
          <p:cNvPr id="19" name="Textplatzhalter 8">
            <a:extLst>
              <a:ext uri="{FF2B5EF4-FFF2-40B4-BE49-F238E27FC236}">
                <a16:creationId xmlns:a16="http://schemas.microsoft.com/office/drawing/2014/main" id="{85015F86-6C06-4E48-9D7E-E3778272510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0" name="Grafik 19">
            <a:extLst>
              <a:ext uri="{FF2B5EF4-FFF2-40B4-BE49-F238E27FC236}">
                <a16:creationId xmlns:a16="http://schemas.microsoft.com/office/drawing/2014/main" id="{7C774E68-BFBC-449C-950F-A8C47E83FE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2" name="Titel 1">
            <a:extLst>
              <a:ext uri="{FF2B5EF4-FFF2-40B4-BE49-F238E27FC236}">
                <a16:creationId xmlns:a16="http://schemas.microsoft.com/office/drawing/2014/main" id="{828D09EC-B396-4335-A953-D2F4657B849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4" name="Inhaltsplatzhalter 4">
            <a:extLst>
              <a:ext uri="{FF2B5EF4-FFF2-40B4-BE49-F238E27FC236}">
                <a16:creationId xmlns:a16="http://schemas.microsoft.com/office/drawing/2014/main" id="{B568C4E3-0487-76D4-F347-264FC01B16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22586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Textboxen 4">
    <p:spTree>
      <p:nvGrpSpPr>
        <p:cNvPr id="1" name=""/>
        <p:cNvGrpSpPr/>
        <p:nvPr/>
      </p:nvGrpSpPr>
      <p:grpSpPr>
        <a:xfrm>
          <a:off x="0" y="0"/>
          <a:ext cx="0" cy="0"/>
          <a:chOff x="0" y="0"/>
          <a:chExt cx="0" cy="0"/>
        </a:xfrm>
      </p:grpSpPr>
      <p:sp>
        <p:nvSpPr>
          <p:cNvPr id="21" name="Textplatzhalter 20">
            <a:extLst>
              <a:ext uri="{FF2B5EF4-FFF2-40B4-BE49-F238E27FC236}">
                <a16:creationId xmlns:a16="http://schemas.microsoft.com/office/drawing/2014/main" id="{5E6635EE-CD4B-42CA-BD02-664AF235D575}"/>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43" name="Text 1"/>
          <p:cNvSpPr>
            <a:spLocks noGrp="1"/>
          </p:cNvSpPr>
          <p:nvPr>
            <p:ph type="body" idx="24" hasCustomPrompt="1"/>
          </p:nvPr>
        </p:nvSpPr>
        <p:spPr bwMode="gray">
          <a:xfrm>
            <a:off x="361950" y="1635156"/>
            <a:ext cx="3607670" cy="1335600"/>
          </a:xfrm>
          <a:solidFill>
            <a:srgbClr val="ED2722"/>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4" name="Inhalt 1"/>
          <p:cNvSpPr>
            <a:spLocks noGrp="1"/>
          </p:cNvSpPr>
          <p:nvPr>
            <p:ph sz="quarter" idx="25"/>
          </p:nvPr>
        </p:nvSpPr>
        <p:spPr bwMode="gray">
          <a:xfrm>
            <a:off x="3969620" y="1635156"/>
            <a:ext cx="7860430" cy="1335600"/>
          </a:xfrm>
          <a:solidFill>
            <a:srgbClr val="ED2722">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41" name="Text 2"/>
          <p:cNvSpPr>
            <a:spLocks noGrp="1"/>
          </p:cNvSpPr>
          <p:nvPr>
            <p:ph type="body" idx="22" hasCustomPrompt="1"/>
          </p:nvPr>
        </p:nvSpPr>
        <p:spPr bwMode="gray">
          <a:xfrm>
            <a:off x="361950" y="3204222"/>
            <a:ext cx="3607670" cy="1335600"/>
          </a:xfrm>
          <a:solidFill>
            <a:srgbClr val="6D0E4C"/>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42" name="Inhalt 2"/>
          <p:cNvSpPr>
            <a:spLocks noGrp="1"/>
          </p:cNvSpPr>
          <p:nvPr>
            <p:ph sz="quarter" idx="23"/>
          </p:nvPr>
        </p:nvSpPr>
        <p:spPr bwMode="gray">
          <a:xfrm>
            <a:off x="3969620" y="3204222"/>
            <a:ext cx="7860430" cy="1335600"/>
          </a:xfrm>
          <a:solidFill>
            <a:srgbClr val="6D0E4C">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15" name="Text 3"/>
          <p:cNvSpPr>
            <a:spLocks noGrp="1"/>
          </p:cNvSpPr>
          <p:nvPr>
            <p:ph type="body" idx="18" hasCustomPrompt="1"/>
          </p:nvPr>
        </p:nvSpPr>
        <p:spPr bwMode="gray">
          <a:xfrm>
            <a:off x="361950" y="4773288"/>
            <a:ext cx="3607670" cy="1335600"/>
          </a:xfrm>
          <a:solidFill>
            <a:srgbClr val="F35F11"/>
          </a:solidFill>
        </p:spPr>
        <p:txBody>
          <a:bodyPr lIns="252000" tIns="252000" rIns="252000" bIns="252000" anchor="t"/>
          <a:lstStyle>
            <a:lvl1pPr marL="0" indent="0">
              <a:buNone/>
              <a:defRPr sz="1600" b="1" cap="all"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a:t>
            </a:r>
          </a:p>
        </p:txBody>
      </p:sp>
      <p:sp>
        <p:nvSpPr>
          <p:cNvPr id="18" name="Inhalt 3"/>
          <p:cNvSpPr>
            <a:spLocks noGrp="1"/>
          </p:cNvSpPr>
          <p:nvPr>
            <p:ph sz="quarter" idx="21"/>
          </p:nvPr>
        </p:nvSpPr>
        <p:spPr bwMode="gray">
          <a:xfrm>
            <a:off x="3969620" y="4773288"/>
            <a:ext cx="7860430" cy="1335600"/>
          </a:xfrm>
          <a:solidFill>
            <a:srgbClr val="F35F11">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defRPr sz="1200"/>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p:txBody>
      </p:sp>
      <p:sp>
        <p:nvSpPr>
          <p:cNvPr id="6" name="Foliennummernplatzhalter 5">
            <a:extLst>
              <a:ext uri="{FF2B5EF4-FFF2-40B4-BE49-F238E27FC236}">
                <a16:creationId xmlns:a16="http://schemas.microsoft.com/office/drawing/2014/main" id="{82F98B17-71EE-4F54-BB8C-D24A0D3DE724}"/>
              </a:ext>
            </a:extLst>
          </p:cNvPr>
          <p:cNvSpPr>
            <a:spLocks noGrp="1"/>
          </p:cNvSpPr>
          <p:nvPr>
            <p:ph type="sldNum" sz="quarter" idx="28"/>
          </p:nvPr>
        </p:nvSpPr>
        <p:spPr/>
        <p:txBody>
          <a:bodyPr/>
          <a:lstStyle/>
          <a:p>
            <a:fld id="{A23FFA10-0470-4638-936A-23EC73946E25}" type="slidenum">
              <a:rPr lang="de-DE" smtClean="0"/>
              <a:pPr/>
              <a:t>‹Nr.›</a:t>
            </a:fld>
            <a:endParaRPr lang="de-DE" dirty="0"/>
          </a:p>
        </p:txBody>
      </p:sp>
      <p:sp>
        <p:nvSpPr>
          <p:cNvPr id="19" name="Textplatzhalter 8">
            <a:extLst>
              <a:ext uri="{FF2B5EF4-FFF2-40B4-BE49-F238E27FC236}">
                <a16:creationId xmlns:a16="http://schemas.microsoft.com/office/drawing/2014/main" id="{85015F86-6C06-4E48-9D7E-E3778272510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0" name="Grafik 19">
            <a:extLst>
              <a:ext uri="{FF2B5EF4-FFF2-40B4-BE49-F238E27FC236}">
                <a16:creationId xmlns:a16="http://schemas.microsoft.com/office/drawing/2014/main" id="{7C774E68-BFBC-449C-950F-A8C47E83FE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2" name="Titel 1">
            <a:extLst>
              <a:ext uri="{FF2B5EF4-FFF2-40B4-BE49-F238E27FC236}">
                <a16:creationId xmlns:a16="http://schemas.microsoft.com/office/drawing/2014/main" id="{828D09EC-B396-4335-A953-D2F4657B849C}"/>
              </a:ext>
            </a:extLst>
          </p:cNvPr>
          <p:cNvSpPr>
            <a:spLocks noGrp="1"/>
          </p:cNvSpPr>
          <p:nvPr>
            <p:ph type="title"/>
          </p:nvPr>
        </p:nvSpPr>
        <p:spPr/>
        <p:txBody>
          <a:bodyPr/>
          <a:lstStyle>
            <a:lvl1pPr>
              <a:defRPr>
                <a:solidFill>
                  <a:schemeClr val="bg1"/>
                </a:solidFill>
              </a:defRPr>
            </a:lvl1pPr>
          </a:lstStyle>
          <a:p>
            <a:r>
              <a:rPr lang="de-DE"/>
              <a:t>Mastertitelformat bearbeiten</a:t>
            </a:r>
            <a:endParaRPr lang="de-DE" dirty="0"/>
          </a:p>
        </p:txBody>
      </p:sp>
      <p:pic>
        <p:nvPicPr>
          <p:cNvPr id="4" name="Inhaltsplatzhalter 4">
            <a:extLst>
              <a:ext uri="{FF2B5EF4-FFF2-40B4-BE49-F238E27FC236}">
                <a16:creationId xmlns:a16="http://schemas.microsoft.com/office/drawing/2014/main" id="{ABAFE221-1176-AF20-5CF0-4C9759F18D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103304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Textboxen horizontal 1">
    <p:spTree>
      <p:nvGrpSpPr>
        <p:cNvPr id="1" name=""/>
        <p:cNvGrpSpPr/>
        <p:nvPr/>
      </p:nvGrpSpPr>
      <p:grpSpPr>
        <a:xfrm>
          <a:off x="0" y="0"/>
          <a:ext cx="0" cy="0"/>
          <a:chOff x="0" y="0"/>
          <a:chExt cx="0" cy="0"/>
        </a:xfrm>
      </p:grpSpPr>
      <p:sp>
        <p:nvSpPr>
          <p:cNvPr id="27" name="Textplatzhalter 26">
            <a:extLst>
              <a:ext uri="{FF2B5EF4-FFF2-40B4-BE49-F238E27FC236}">
                <a16:creationId xmlns:a16="http://schemas.microsoft.com/office/drawing/2014/main" id="{9612A4FA-EF8E-4C6A-A2B4-34935B21EEFE}"/>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25" name="Textplatzhalter 8">
            <a:extLst>
              <a:ext uri="{FF2B5EF4-FFF2-40B4-BE49-F238E27FC236}">
                <a16:creationId xmlns:a16="http://schemas.microsoft.com/office/drawing/2014/main" id="{D39BAF4B-CAEB-45EB-A983-DB8BA126868B}"/>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6" name="Grafik 25">
            <a:extLst>
              <a:ext uri="{FF2B5EF4-FFF2-40B4-BE49-F238E27FC236}">
                <a16:creationId xmlns:a16="http://schemas.microsoft.com/office/drawing/2014/main" id="{F0B9F063-E23B-424C-BE68-CA5BC3323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86605"/>
            <a:ext cx="5610480" cy="432000"/>
          </a:xfrm>
          <a:solidFill>
            <a:schemeClr val="accent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50" y="1818604"/>
            <a:ext cx="5610480" cy="1877753"/>
          </a:xfrm>
          <a:solidFill>
            <a:srgbClr val="F35F11"/>
          </a:solidFill>
        </p:spPr>
        <p:txBody>
          <a:bodyPr vert="horz" lIns="252000" tIns="108000" rIns="252000" bIns="252000" rtlCol="0">
            <a:noAutofit/>
          </a:bodyPr>
          <a:lstStyle>
            <a:lvl1pPr marL="216000" indent="-216000">
              <a:defRPr lang="de-DE" sz="1800" kern="1200" noProof="0" dirty="0">
                <a:solidFill>
                  <a:schemeClr val="bg2"/>
                </a:solidFill>
                <a:latin typeface="+mn-lt"/>
                <a:ea typeface="+mn-ea"/>
                <a:cs typeface="+mn-cs"/>
              </a:defRPr>
            </a:lvl1pPr>
          </a:lstStyle>
          <a:p>
            <a:pPr marL="216000" lvl="0" indent="-216000" algn="l" defTabSz="914400" rtl="0" eaLnBrk="1" latinLnBrk="0" hangingPunct="1">
              <a:lnSpc>
                <a:spcPct val="100000"/>
              </a:lnSpc>
              <a:spcBef>
                <a:spcPts val="600"/>
              </a:spcBef>
              <a:buClr>
                <a:schemeClr val="bg1"/>
              </a:buClr>
              <a:buFont typeface="Wingdings" panose="05000000000000000000" pitchFamily="2" charset="2"/>
              <a:buChar char="§"/>
            </a:pPr>
            <a:r>
              <a:rPr lang="de-DE" noProof="0"/>
              <a:t>Mastertextformat bearbeiten</a:t>
            </a:r>
          </a:p>
        </p:txBody>
      </p:sp>
      <p:sp>
        <p:nvSpPr>
          <p:cNvPr id="5" name="Text 2"/>
          <p:cNvSpPr>
            <a:spLocks noGrp="1"/>
          </p:cNvSpPr>
          <p:nvPr>
            <p:ph type="body" sz="quarter" idx="3" hasCustomPrompt="1"/>
          </p:nvPr>
        </p:nvSpPr>
        <p:spPr bwMode="gray">
          <a:xfrm>
            <a:off x="6210620" y="1386605"/>
            <a:ext cx="5610480" cy="432000"/>
          </a:xfrm>
          <a:solidFill>
            <a:srgbClr val="8BBF40"/>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3" name="Inhalt 1">
            <a:extLst>
              <a:ext uri="{FF2B5EF4-FFF2-40B4-BE49-F238E27FC236}">
                <a16:creationId xmlns:a16="http://schemas.microsoft.com/office/drawing/2014/main" id="{D5C550A8-162C-4719-8D4B-8CEF2443700C}"/>
              </a:ext>
            </a:extLst>
          </p:cNvPr>
          <p:cNvSpPr>
            <a:spLocks noGrp="1"/>
          </p:cNvSpPr>
          <p:nvPr>
            <p:ph sz="half" idx="18"/>
          </p:nvPr>
        </p:nvSpPr>
        <p:spPr bwMode="gray">
          <a:xfrm>
            <a:off x="6210620" y="1818604"/>
            <a:ext cx="5610480" cy="1877754"/>
          </a:xfrm>
          <a:solidFill>
            <a:srgbClr val="8BBF40"/>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4" name="Text 1">
            <a:extLst>
              <a:ext uri="{FF2B5EF4-FFF2-40B4-BE49-F238E27FC236}">
                <a16:creationId xmlns:a16="http://schemas.microsoft.com/office/drawing/2014/main" id="{9F056043-F9B6-47D5-81A2-627568B512FF}"/>
              </a:ext>
            </a:extLst>
          </p:cNvPr>
          <p:cNvSpPr>
            <a:spLocks noGrp="1"/>
          </p:cNvSpPr>
          <p:nvPr>
            <p:ph type="body" idx="19" hasCustomPrompt="1"/>
          </p:nvPr>
        </p:nvSpPr>
        <p:spPr bwMode="gray">
          <a:xfrm>
            <a:off x="361950" y="3770689"/>
            <a:ext cx="5610480" cy="432000"/>
          </a:xfrm>
          <a:solidFill>
            <a:schemeClr val="accent4"/>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7" name="Inhalt 1">
            <a:extLst>
              <a:ext uri="{FF2B5EF4-FFF2-40B4-BE49-F238E27FC236}">
                <a16:creationId xmlns:a16="http://schemas.microsoft.com/office/drawing/2014/main" id="{3DC475D5-B991-41CB-A15E-5D5269726652}"/>
              </a:ext>
            </a:extLst>
          </p:cNvPr>
          <p:cNvSpPr>
            <a:spLocks noGrp="1"/>
          </p:cNvSpPr>
          <p:nvPr>
            <p:ph sz="half" idx="20"/>
          </p:nvPr>
        </p:nvSpPr>
        <p:spPr bwMode="gray">
          <a:xfrm>
            <a:off x="361950" y="4190512"/>
            <a:ext cx="5610480" cy="1877751"/>
          </a:xfrm>
          <a:solidFill>
            <a:schemeClr val="accent4"/>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8" name="Text 2">
            <a:extLst>
              <a:ext uri="{FF2B5EF4-FFF2-40B4-BE49-F238E27FC236}">
                <a16:creationId xmlns:a16="http://schemas.microsoft.com/office/drawing/2014/main" id="{8F12D20C-0C91-46AA-BBA3-07D110D6DD02}"/>
              </a:ext>
            </a:extLst>
          </p:cNvPr>
          <p:cNvSpPr>
            <a:spLocks noGrp="1"/>
          </p:cNvSpPr>
          <p:nvPr>
            <p:ph type="body" sz="quarter" idx="21" hasCustomPrompt="1"/>
          </p:nvPr>
        </p:nvSpPr>
        <p:spPr bwMode="gray">
          <a:xfrm>
            <a:off x="6210620" y="3770689"/>
            <a:ext cx="5610480" cy="432000"/>
          </a:xfrm>
          <a:solidFill>
            <a:schemeClr val="accent3"/>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9" name="Inhalt 1">
            <a:extLst>
              <a:ext uri="{FF2B5EF4-FFF2-40B4-BE49-F238E27FC236}">
                <a16:creationId xmlns:a16="http://schemas.microsoft.com/office/drawing/2014/main" id="{B8B183AD-0A6C-4D18-B370-E139E907CF5F}"/>
              </a:ext>
            </a:extLst>
          </p:cNvPr>
          <p:cNvSpPr>
            <a:spLocks noGrp="1"/>
          </p:cNvSpPr>
          <p:nvPr>
            <p:ph sz="half" idx="22"/>
          </p:nvPr>
        </p:nvSpPr>
        <p:spPr bwMode="gray">
          <a:xfrm>
            <a:off x="6210620" y="4190512"/>
            <a:ext cx="5610480" cy="1889928"/>
          </a:xfrm>
          <a:solidFill>
            <a:schemeClr val="accent3"/>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7" name="Titel 6">
            <a:extLst>
              <a:ext uri="{FF2B5EF4-FFF2-40B4-BE49-F238E27FC236}">
                <a16:creationId xmlns:a16="http://schemas.microsoft.com/office/drawing/2014/main" id="{9E0B9734-F55C-4188-A5AC-C6AFC4762B18}"/>
              </a:ext>
            </a:extLst>
          </p:cNvPr>
          <p:cNvSpPr>
            <a:spLocks noGrp="1"/>
          </p:cNvSpPr>
          <p:nvPr>
            <p:ph type="title"/>
          </p:nvPr>
        </p:nvSpPr>
        <p:spPr/>
        <p:txBody>
          <a:bodyPr/>
          <a:lstStyle/>
          <a:p>
            <a:r>
              <a:rPr lang="de-DE"/>
              <a:t>Mastertitelformat bearbeiten</a:t>
            </a:r>
          </a:p>
        </p:txBody>
      </p:sp>
      <p:pic>
        <p:nvPicPr>
          <p:cNvPr id="6" name="Inhaltsplatzhalter 4">
            <a:extLst>
              <a:ext uri="{FF2B5EF4-FFF2-40B4-BE49-F238E27FC236}">
                <a16:creationId xmlns:a16="http://schemas.microsoft.com/office/drawing/2014/main" id="{069F0EBD-7803-6E1F-F7C1-322DE1F785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423254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Textboxen horizontal 2">
    <p:spTree>
      <p:nvGrpSpPr>
        <p:cNvPr id="1" name=""/>
        <p:cNvGrpSpPr/>
        <p:nvPr/>
      </p:nvGrpSpPr>
      <p:grpSpPr>
        <a:xfrm>
          <a:off x="0" y="0"/>
          <a:ext cx="0" cy="0"/>
          <a:chOff x="0" y="0"/>
          <a:chExt cx="0" cy="0"/>
        </a:xfrm>
      </p:grpSpPr>
      <p:sp>
        <p:nvSpPr>
          <p:cNvPr id="27" name="Textplatzhalter 26">
            <a:extLst>
              <a:ext uri="{FF2B5EF4-FFF2-40B4-BE49-F238E27FC236}">
                <a16:creationId xmlns:a16="http://schemas.microsoft.com/office/drawing/2014/main" id="{9612A4FA-EF8E-4C6A-A2B4-34935B21EEFE}"/>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25" name="Textplatzhalter 8">
            <a:extLst>
              <a:ext uri="{FF2B5EF4-FFF2-40B4-BE49-F238E27FC236}">
                <a16:creationId xmlns:a16="http://schemas.microsoft.com/office/drawing/2014/main" id="{D39BAF4B-CAEB-45EB-A983-DB8BA126868B}"/>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6" name="Grafik 25">
            <a:extLst>
              <a:ext uri="{FF2B5EF4-FFF2-40B4-BE49-F238E27FC236}">
                <a16:creationId xmlns:a16="http://schemas.microsoft.com/office/drawing/2014/main" id="{F0B9F063-E23B-424C-BE68-CA5BC3323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86605"/>
            <a:ext cx="5610480" cy="432000"/>
          </a:xfrm>
          <a:solidFill>
            <a:srgbClr val="BBB323"/>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50" y="1818604"/>
            <a:ext cx="5610480" cy="1877753"/>
          </a:xfrm>
          <a:solidFill>
            <a:srgbClr val="BBB323"/>
          </a:solidFill>
        </p:spPr>
        <p:txBody>
          <a:bodyPr lIns="252000" tIns="108000" rIns="252000" bIns="252000"/>
          <a:lstStyle>
            <a:lvl1pPr>
              <a:buClr>
                <a:schemeClr val="bg1"/>
              </a:buClr>
              <a:defRPr sz="1800">
                <a:solidFill>
                  <a:schemeClr val="bg2"/>
                </a:solidFill>
              </a:defRPr>
            </a:lvl1pPr>
            <a:lvl2pPr>
              <a:defRPr sz="1800"/>
            </a:lvl2pPr>
            <a:lvl3pPr>
              <a:defRPr sz="1800"/>
            </a:lvl3pPr>
            <a:lvl4pPr>
              <a:defRPr sz="1800"/>
            </a:lvl4pPr>
            <a:lvl5pPr>
              <a:defRPr sz="1100"/>
            </a:lvl5pPr>
            <a:lvl6pPr>
              <a:defRPr sz="1600"/>
            </a:lvl6pPr>
            <a:lvl7pPr>
              <a:defRPr sz="1600"/>
            </a:lvl7pPr>
            <a:lvl8pPr>
              <a:defRPr sz="1600"/>
            </a:lvl8pPr>
            <a:lvl9pPr>
              <a:defRPr sz="1600"/>
            </a:lvl9pPr>
          </a:lstStyle>
          <a:p>
            <a:pPr lvl="0"/>
            <a:r>
              <a:rPr lang="de-DE" noProof="0"/>
              <a:t>Mastertextformat bearbeiten</a:t>
            </a:r>
          </a:p>
        </p:txBody>
      </p:sp>
      <p:sp>
        <p:nvSpPr>
          <p:cNvPr id="5" name="Text 2"/>
          <p:cNvSpPr>
            <a:spLocks noGrp="1"/>
          </p:cNvSpPr>
          <p:nvPr>
            <p:ph type="body" sz="quarter" idx="3" hasCustomPrompt="1"/>
          </p:nvPr>
        </p:nvSpPr>
        <p:spPr bwMode="gray">
          <a:xfrm>
            <a:off x="6210620" y="1386605"/>
            <a:ext cx="5610480" cy="432000"/>
          </a:xfrm>
          <a:solidFill>
            <a:srgbClr val="0D5257"/>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3" name="Inhalt 1">
            <a:extLst>
              <a:ext uri="{FF2B5EF4-FFF2-40B4-BE49-F238E27FC236}">
                <a16:creationId xmlns:a16="http://schemas.microsoft.com/office/drawing/2014/main" id="{D5C550A8-162C-4719-8D4B-8CEF2443700C}"/>
              </a:ext>
            </a:extLst>
          </p:cNvPr>
          <p:cNvSpPr>
            <a:spLocks noGrp="1"/>
          </p:cNvSpPr>
          <p:nvPr>
            <p:ph sz="half" idx="18"/>
          </p:nvPr>
        </p:nvSpPr>
        <p:spPr bwMode="gray">
          <a:xfrm>
            <a:off x="6210620" y="1818604"/>
            <a:ext cx="5610480" cy="1877754"/>
          </a:xfrm>
          <a:solidFill>
            <a:srgbClr val="0D5257"/>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4" name="Text 1">
            <a:extLst>
              <a:ext uri="{FF2B5EF4-FFF2-40B4-BE49-F238E27FC236}">
                <a16:creationId xmlns:a16="http://schemas.microsoft.com/office/drawing/2014/main" id="{9F056043-F9B6-47D5-81A2-627568B512FF}"/>
              </a:ext>
            </a:extLst>
          </p:cNvPr>
          <p:cNvSpPr>
            <a:spLocks noGrp="1"/>
          </p:cNvSpPr>
          <p:nvPr>
            <p:ph type="body" idx="19" hasCustomPrompt="1"/>
          </p:nvPr>
        </p:nvSpPr>
        <p:spPr bwMode="gray">
          <a:xfrm>
            <a:off x="361950" y="3770689"/>
            <a:ext cx="5610480" cy="432000"/>
          </a:xfrm>
          <a:solidFill>
            <a:srgbClr val="6D0E4C"/>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7" name="Inhalt 1">
            <a:extLst>
              <a:ext uri="{FF2B5EF4-FFF2-40B4-BE49-F238E27FC236}">
                <a16:creationId xmlns:a16="http://schemas.microsoft.com/office/drawing/2014/main" id="{3DC475D5-B991-41CB-A15E-5D5269726652}"/>
              </a:ext>
            </a:extLst>
          </p:cNvPr>
          <p:cNvSpPr>
            <a:spLocks noGrp="1"/>
          </p:cNvSpPr>
          <p:nvPr>
            <p:ph sz="half" idx="20"/>
          </p:nvPr>
        </p:nvSpPr>
        <p:spPr bwMode="gray">
          <a:xfrm>
            <a:off x="361950" y="4190512"/>
            <a:ext cx="5610480" cy="1877751"/>
          </a:xfrm>
          <a:solidFill>
            <a:srgbClr val="6D0E4C"/>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8" name="Text 2">
            <a:extLst>
              <a:ext uri="{FF2B5EF4-FFF2-40B4-BE49-F238E27FC236}">
                <a16:creationId xmlns:a16="http://schemas.microsoft.com/office/drawing/2014/main" id="{8F12D20C-0C91-46AA-BBA3-07D110D6DD02}"/>
              </a:ext>
            </a:extLst>
          </p:cNvPr>
          <p:cNvSpPr>
            <a:spLocks noGrp="1"/>
          </p:cNvSpPr>
          <p:nvPr>
            <p:ph type="body" sz="quarter" idx="21" hasCustomPrompt="1"/>
          </p:nvPr>
        </p:nvSpPr>
        <p:spPr bwMode="gray">
          <a:xfrm>
            <a:off x="6210620" y="3770689"/>
            <a:ext cx="5610480" cy="432000"/>
          </a:xfrm>
          <a:solidFill>
            <a:srgbClr val="F8485E"/>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9" name="Inhalt 1">
            <a:extLst>
              <a:ext uri="{FF2B5EF4-FFF2-40B4-BE49-F238E27FC236}">
                <a16:creationId xmlns:a16="http://schemas.microsoft.com/office/drawing/2014/main" id="{B8B183AD-0A6C-4D18-B370-E139E907CF5F}"/>
              </a:ext>
            </a:extLst>
          </p:cNvPr>
          <p:cNvSpPr>
            <a:spLocks noGrp="1"/>
          </p:cNvSpPr>
          <p:nvPr>
            <p:ph sz="half" idx="22"/>
          </p:nvPr>
        </p:nvSpPr>
        <p:spPr bwMode="gray">
          <a:xfrm>
            <a:off x="6210620" y="4190512"/>
            <a:ext cx="5610480" cy="1889928"/>
          </a:xfrm>
          <a:solidFill>
            <a:srgbClr val="F8485E"/>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7" name="Titel 6">
            <a:extLst>
              <a:ext uri="{FF2B5EF4-FFF2-40B4-BE49-F238E27FC236}">
                <a16:creationId xmlns:a16="http://schemas.microsoft.com/office/drawing/2014/main" id="{9E0B9734-F55C-4188-A5AC-C6AFC4762B18}"/>
              </a:ext>
            </a:extLst>
          </p:cNvPr>
          <p:cNvSpPr>
            <a:spLocks noGrp="1"/>
          </p:cNvSpPr>
          <p:nvPr>
            <p:ph type="title"/>
          </p:nvPr>
        </p:nvSpPr>
        <p:spPr/>
        <p:txBody>
          <a:bodyPr/>
          <a:lstStyle/>
          <a:p>
            <a:r>
              <a:rPr lang="de-DE"/>
              <a:t>Mastertitelformat bearbeiten</a:t>
            </a:r>
          </a:p>
        </p:txBody>
      </p:sp>
      <p:pic>
        <p:nvPicPr>
          <p:cNvPr id="6" name="Inhaltsplatzhalter 4">
            <a:extLst>
              <a:ext uri="{FF2B5EF4-FFF2-40B4-BE49-F238E27FC236}">
                <a16:creationId xmlns:a16="http://schemas.microsoft.com/office/drawing/2014/main" id="{5350DF5B-583D-95CF-3C77-D3F71D68493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75028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Textboxen horizontal 3">
    <p:spTree>
      <p:nvGrpSpPr>
        <p:cNvPr id="1" name=""/>
        <p:cNvGrpSpPr/>
        <p:nvPr/>
      </p:nvGrpSpPr>
      <p:grpSpPr>
        <a:xfrm>
          <a:off x="0" y="0"/>
          <a:ext cx="0" cy="0"/>
          <a:chOff x="0" y="0"/>
          <a:chExt cx="0" cy="0"/>
        </a:xfrm>
      </p:grpSpPr>
      <p:sp>
        <p:nvSpPr>
          <p:cNvPr id="27" name="Textplatzhalter 26">
            <a:extLst>
              <a:ext uri="{FF2B5EF4-FFF2-40B4-BE49-F238E27FC236}">
                <a16:creationId xmlns:a16="http://schemas.microsoft.com/office/drawing/2014/main" id="{9612A4FA-EF8E-4C6A-A2B4-34935B21EEFE}"/>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25" name="Textplatzhalter 8">
            <a:extLst>
              <a:ext uri="{FF2B5EF4-FFF2-40B4-BE49-F238E27FC236}">
                <a16:creationId xmlns:a16="http://schemas.microsoft.com/office/drawing/2014/main" id="{D39BAF4B-CAEB-45EB-A983-DB8BA126868B}"/>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6" name="Grafik 25">
            <a:extLst>
              <a:ext uri="{FF2B5EF4-FFF2-40B4-BE49-F238E27FC236}">
                <a16:creationId xmlns:a16="http://schemas.microsoft.com/office/drawing/2014/main" id="{F0B9F063-E23B-424C-BE68-CA5BC3323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86605"/>
            <a:ext cx="5610480" cy="432000"/>
          </a:xfrm>
          <a:solidFill>
            <a:srgbClr val="8BBF40"/>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50" y="1818604"/>
            <a:ext cx="5610480" cy="1877753"/>
          </a:xfrm>
          <a:solidFill>
            <a:srgbClr val="8BBF40"/>
          </a:solidFill>
        </p:spPr>
        <p:txBody>
          <a:bodyPr lIns="252000" tIns="108000" rIns="252000" bIns="252000"/>
          <a:lstStyle>
            <a:lvl1pPr>
              <a:buClr>
                <a:schemeClr val="bg1"/>
              </a:buClr>
              <a:defRPr sz="1800">
                <a:solidFill>
                  <a:schemeClr val="bg2"/>
                </a:solidFill>
              </a:defRPr>
            </a:lvl1pPr>
            <a:lvl2pPr>
              <a:defRPr sz="1800"/>
            </a:lvl2pPr>
            <a:lvl3pPr>
              <a:defRPr sz="1800"/>
            </a:lvl3pPr>
            <a:lvl4pPr>
              <a:defRPr sz="1800"/>
            </a:lvl4pPr>
            <a:lvl5pPr>
              <a:defRPr sz="1100"/>
            </a:lvl5pPr>
            <a:lvl6pPr>
              <a:defRPr sz="1600"/>
            </a:lvl6pPr>
            <a:lvl7pPr>
              <a:defRPr sz="1600"/>
            </a:lvl7pPr>
            <a:lvl8pPr>
              <a:defRPr sz="1600"/>
            </a:lvl8pPr>
            <a:lvl9pPr>
              <a:defRPr sz="1600"/>
            </a:lvl9pPr>
          </a:lstStyle>
          <a:p>
            <a:pPr lvl="0"/>
            <a:r>
              <a:rPr lang="de-DE" noProof="0"/>
              <a:t>Mastertextformat bearbeiten</a:t>
            </a:r>
          </a:p>
        </p:txBody>
      </p:sp>
      <p:sp>
        <p:nvSpPr>
          <p:cNvPr id="5" name="Text 2"/>
          <p:cNvSpPr>
            <a:spLocks noGrp="1"/>
          </p:cNvSpPr>
          <p:nvPr>
            <p:ph type="body" sz="quarter" idx="3" hasCustomPrompt="1"/>
          </p:nvPr>
        </p:nvSpPr>
        <p:spPr bwMode="gray">
          <a:xfrm>
            <a:off x="6210620" y="1386605"/>
            <a:ext cx="5610480" cy="432000"/>
          </a:xfrm>
          <a:solidFill>
            <a:schemeClr val="accent5"/>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3" name="Inhalt 1">
            <a:extLst>
              <a:ext uri="{FF2B5EF4-FFF2-40B4-BE49-F238E27FC236}">
                <a16:creationId xmlns:a16="http://schemas.microsoft.com/office/drawing/2014/main" id="{D5C550A8-162C-4719-8D4B-8CEF2443700C}"/>
              </a:ext>
            </a:extLst>
          </p:cNvPr>
          <p:cNvSpPr>
            <a:spLocks noGrp="1"/>
          </p:cNvSpPr>
          <p:nvPr>
            <p:ph sz="half" idx="18"/>
          </p:nvPr>
        </p:nvSpPr>
        <p:spPr bwMode="gray">
          <a:xfrm>
            <a:off x="6210620" y="1818604"/>
            <a:ext cx="5610480" cy="1877754"/>
          </a:xfrm>
          <a:solidFill>
            <a:schemeClr val="accent5"/>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4" name="Text 1">
            <a:extLst>
              <a:ext uri="{FF2B5EF4-FFF2-40B4-BE49-F238E27FC236}">
                <a16:creationId xmlns:a16="http://schemas.microsoft.com/office/drawing/2014/main" id="{9F056043-F9B6-47D5-81A2-627568B512FF}"/>
              </a:ext>
            </a:extLst>
          </p:cNvPr>
          <p:cNvSpPr>
            <a:spLocks noGrp="1"/>
          </p:cNvSpPr>
          <p:nvPr>
            <p:ph type="body" idx="19" hasCustomPrompt="1"/>
          </p:nvPr>
        </p:nvSpPr>
        <p:spPr bwMode="gray">
          <a:xfrm>
            <a:off x="361950" y="3770689"/>
            <a:ext cx="5610480" cy="432000"/>
          </a:xfrm>
          <a:solidFill>
            <a:schemeClr val="accent4"/>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7" name="Inhalt 1">
            <a:extLst>
              <a:ext uri="{FF2B5EF4-FFF2-40B4-BE49-F238E27FC236}">
                <a16:creationId xmlns:a16="http://schemas.microsoft.com/office/drawing/2014/main" id="{3DC475D5-B991-41CB-A15E-5D5269726652}"/>
              </a:ext>
            </a:extLst>
          </p:cNvPr>
          <p:cNvSpPr>
            <a:spLocks noGrp="1"/>
          </p:cNvSpPr>
          <p:nvPr>
            <p:ph sz="half" idx="20"/>
          </p:nvPr>
        </p:nvSpPr>
        <p:spPr bwMode="gray">
          <a:xfrm>
            <a:off x="361950" y="4190512"/>
            <a:ext cx="5610480" cy="1877751"/>
          </a:xfrm>
          <a:solidFill>
            <a:schemeClr val="accent4"/>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8" name="Text 2">
            <a:extLst>
              <a:ext uri="{FF2B5EF4-FFF2-40B4-BE49-F238E27FC236}">
                <a16:creationId xmlns:a16="http://schemas.microsoft.com/office/drawing/2014/main" id="{8F12D20C-0C91-46AA-BBA3-07D110D6DD02}"/>
              </a:ext>
            </a:extLst>
          </p:cNvPr>
          <p:cNvSpPr>
            <a:spLocks noGrp="1"/>
          </p:cNvSpPr>
          <p:nvPr>
            <p:ph type="body" sz="quarter" idx="21" hasCustomPrompt="1"/>
          </p:nvPr>
        </p:nvSpPr>
        <p:spPr bwMode="gray">
          <a:xfrm>
            <a:off x="6210620" y="3770689"/>
            <a:ext cx="5610480" cy="432000"/>
          </a:xfrm>
          <a:solidFill>
            <a:schemeClr val="accent6"/>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9" name="Inhalt 1">
            <a:extLst>
              <a:ext uri="{FF2B5EF4-FFF2-40B4-BE49-F238E27FC236}">
                <a16:creationId xmlns:a16="http://schemas.microsoft.com/office/drawing/2014/main" id="{B8B183AD-0A6C-4D18-B370-E139E907CF5F}"/>
              </a:ext>
            </a:extLst>
          </p:cNvPr>
          <p:cNvSpPr>
            <a:spLocks noGrp="1"/>
          </p:cNvSpPr>
          <p:nvPr>
            <p:ph sz="half" idx="22"/>
          </p:nvPr>
        </p:nvSpPr>
        <p:spPr bwMode="gray">
          <a:xfrm>
            <a:off x="6210620" y="4190512"/>
            <a:ext cx="5610480" cy="1889928"/>
          </a:xfrm>
          <a:solidFill>
            <a:schemeClr val="accent6"/>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7" name="Titel 6">
            <a:extLst>
              <a:ext uri="{FF2B5EF4-FFF2-40B4-BE49-F238E27FC236}">
                <a16:creationId xmlns:a16="http://schemas.microsoft.com/office/drawing/2014/main" id="{9E0B9734-F55C-4188-A5AC-C6AFC4762B18}"/>
              </a:ext>
            </a:extLst>
          </p:cNvPr>
          <p:cNvSpPr>
            <a:spLocks noGrp="1"/>
          </p:cNvSpPr>
          <p:nvPr>
            <p:ph type="title"/>
          </p:nvPr>
        </p:nvSpPr>
        <p:spPr/>
        <p:txBody>
          <a:bodyPr/>
          <a:lstStyle/>
          <a:p>
            <a:r>
              <a:rPr lang="de-DE"/>
              <a:t>Mastertitelformat bearbeiten</a:t>
            </a:r>
          </a:p>
        </p:txBody>
      </p:sp>
      <p:pic>
        <p:nvPicPr>
          <p:cNvPr id="6" name="Inhaltsplatzhalter 4">
            <a:extLst>
              <a:ext uri="{FF2B5EF4-FFF2-40B4-BE49-F238E27FC236}">
                <a16:creationId xmlns:a16="http://schemas.microsoft.com/office/drawing/2014/main" id="{79162A54-9A8E-EDB3-B31B-0315A2A0E7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172176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Textboxen horizontal 4">
    <p:spTree>
      <p:nvGrpSpPr>
        <p:cNvPr id="1" name=""/>
        <p:cNvGrpSpPr/>
        <p:nvPr/>
      </p:nvGrpSpPr>
      <p:grpSpPr>
        <a:xfrm>
          <a:off x="0" y="0"/>
          <a:ext cx="0" cy="0"/>
          <a:chOff x="0" y="0"/>
          <a:chExt cx="0" cy="0"/>
        </a:xfrm>
      </p:grpSpPr>
      <p:sp>
        <p:nvSpPr>
          <p:cNvPr id="27" name="Textplatzhalter 26">
            <a:extLst>
              <a:ext uri="{FF2B5EF4-FFF2-40B4-BE49-F238E27FC236}">
                <a16:creationId xmlns:a16="http://schemas.microsoft.com/office/drawing/2014/main" id="{9612A4FA-EF8E-4C6A-A2B4-34935B21EEFE}"/>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25" name="Textplatzhalter 8">
            <a:extLst>
              <a:ext uri="{FF2B5EF4-FFF2-40B4-BE49-F238E27FC236}">
                <a16:creationId xmlns:a16="http://schemas.microsoft.com/office/drawing/2014/main" id="{D39BAF4B-CAEB-45EB-A983-DB8BA126868B}"/>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6" name="Grafik 25">
            <a:extLst>
              <a:ext uri="{FF2B5EF4-FFF2-40B4-BE49-F238E27FC236}">
                <a16:creationId xmlns:a16="http://schemas.microsoft.com/office/drawing/2014/main" id="{F0B9F063-E23B-424C-BE68-CA5BC3323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3" name="Text 1"/>
          <p:cNvSpPr>
            <a:spLocks noGrp="1"/>
          </p:cNvSpPr>
          <p:nvPr>
            <p:ph type="body" idx="1" hasCustomPrompt="1"/>
          </p:nvPr>
        </p:nvSpPr>
        <p:spPr bwMode="gray">
          <a:xfrm>
            <a:off x="361950" y="1386605"/>
            <a:ext cx="5610480" cy="432000"/>
          </a:xfrm>
          <a:solidFill>
            <a:srgbClr val="ED272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4" name="Inhalt 1"/>
          <p:cNvSpPr>
            <a:spLocks noGrp="1"/>
          </p:cNvSpPr>
          <p:nvPr>
            <p:ph sz="half" idx="2"/>
          </p:nvPr>
        </p:nvSpPr>
        <p:spPr bwMode="gray">
          <a:xfrm>
            <a:off x="361950" y="1818604"/>
            <a:ext cx="5610480" cy="1877753"/>
          </a:xfrm>
          <a:solidFill>
            <a:srgbClr val="ED2722"/>
          </a:solidFill>
        </p:spPr>
        <p:txBody>
          <a:bodyPr lIns="252000" tIns="108000" rIns="252000" bIns="252000"/>
          <a:lstStyle>
            <a:lvl1pPr>
              <a:buClr>
                <a:schemeClr val="bg1"/>
              </a:buClr>
              <a:defRPr sz="1800">
                <a:solidFill>
                  <a:schemeClr val="bg2"/>
                </a:solidFill>
              </a:defRPr>
            </a:lvl1pPr>
            <a:lvl2pPr>
              <a:defRPr sz="1800"/>
            </a:lvl2pPr>
            <a:lvl3pPr>
              <a:defRPr sz="1800"/>
            </a:lvl3pPr>
            <a:lvl4pPr>
              <a:defRPr sz="1800"/>
            </a:lvl4pPr>
            <a:lvl5pPr>
              <a:defRPr sz="1100"/>
            </a:lvl5pPr>
            <a:lvl6pPr>
              <a:defRPr sz="1600"/>
            </a:lvl6pPr>
            <a:lvl7pPr>
              <a:defRPr sz="1600"/>
            </a:lvl7pPr>
            <a:lvl8pPr>
              <a:defRPr sz="1600"/>
            </a:lvl8pPr>
            <a:lvl9pPr>
              <a:defRPr sz="1600"/>
            </a:lvl9pPr>
          </a:lstStyle>
          <a:p>
            <a:pPr lvl="0"/>
            <a:r>
              <a:rPr lang="de-DE" noProof="0"/>
              <a:t>Mastertextformat bearbeiten</a:t>
            </a:r>
          </a:p>
        </p:txBody>
      </p:sp>
      <p:sp>
        <p:nvSpPr>
          <p:cNvPr id="5" name="Text 2"/>
          <p:cNvSpPr>
            <a:spLocks noGrp="1"/>
          </p:cNvSpPr>
          <p:nvPr>
            <p:ph type="body" sz="quarter" idx="3" hasCustomPrompt="1"/>
          </p:nvPr>
        </p:nvSpPr>
        <p:spPr bwMode="gray">
          <a:xfrm>
            <a:off x="6210620" y="1386605"/>
            <a:ext cx="5610480" cy="432000"/>
          </a:xfrm>
          <a:solidFill>
            <a:srgbClr val="6D0E4C"/>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5" name="Foliennummernplatzhalter 14">
            <a:extLst>
              <a:ext uri="{FF2B5EF4-FFF2-40B4-BE49-F238E27FC236}">
                <a16:creationId xmlns:a16="http://schemas.microsoft.com/office/drawing/2014/main" id="{429B8138-E5DD-46B6-B9A4-AF18C44167BC}"/>
              </a:ext>
            </a:extLst>
          </p:cNvPr>
          <p:cNvSpPr>
            <a:spLocks noGrp="1"/>
          </p:cNvSpPr>
          <p:nvPr>
            <p:ph type="sldNum" sz="quarter" idx="17"/>
          </p:nvPr>
        </p:nvSpPr>
        <p:spPr/>
        <p:txBody>
          <a:bodyPr/>
          <a:lstStyle/>
          <a:p>
            <a:fld id="{A23FFA10-0470-4638-936A-23EC73946E25}" type="slidenum">
              <a:rPr lang="de-DE" smtClean="0"/>
              <a:pPr/>
              <a:t>‹Nr.›</a:t>
            </a:fld>
            <a:endParaRPr lang="de-DE" dirty="0"/>
          </a:p>
        </p:txBody>
      </p:sp>
      <p:sp>
        <p:nvSpPr>
          <p:cNvPr id="13" name="Inhalt 1">
            <a:extLst>
              <a:ext uri="{FF2B5EF4-FFF2-40B4-BE49-F238E27FC236}">
                <a16:creationId xmlns:a16="http://schemas.microsoft.com/office/drawing/2014/main" id="{D5C550A8-162C-4719-8D4B-8CEF2443700C}"/>
              </a:ext>
            </a:extLst>
          </p:cNvPr>
          <p:cNvSpPr>
            <a:spLocks noGrp="1"/>
          </p:cNvSpPr>
          <p:nvPr>
            <p:ph sz="half" idx="18"/>
          </p:nvPr>
        </p:nvSpPr>
        <p:spPr bwMode="gray">
          <a:xfrm>
            <a:off x="6210620" y="1818604"/>
            <a:ext cx="5610480" cy="1877754"/>
          </a:xfrm>
          <a:solidFill>
            <a:srgbClr val="6D0E4C"/>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4" name="Text 1">
            <a:extLst>
              <a:ext uri="{FF2B5EF4-FFF2-40B4-BE49-F238E27FC236}">
                <a16:creationId xmlns:a16="http://schemas.microsoft.com/office/drawing/2014/main" id="{9F056043-F9B6-47D5-81A2-627568B512FF}"/>
              </a:ext>
            </a:extLst>
          </p:cNvPr>
          <p:cNvSpPr>
            <a:spLocks noGrp="1"/>
          </p:cNvSpPr>
          <p:nvPr>
            <p:ph type="body" idx="19" hasCustomPrompt="1"/>
          </p:nvPr>
        </p:nvSpPr>
        <p:spPr bwMode="gray">
          <a:xfrm>
            <a:off x="361950" y="3763064"/>
            <a:ext cx="5610480" cy="432000"/>
          </a:xfrm>
          <a:solidFill>
            <a:schemeClr val="accent3"/>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7" name="Inhalt 1">
            <a:extLst>
              <a:ext uri="{FF2B5EF4-FFF2-40B4-BE49-F238E27FC236}">
                <a16:creationId xmlns:a16="http://schemas.microsoft.com/office/drawing/2014/main" id="{3DC475D5-B991-41CB-A15E-5D5269726652}"/>
              </a:ext>
            </a:extLst>
          </p:cNvPr>
          <p:cNvSpPr>
            <a:spLocks noGrp="1"/>
          </p:cNvSpPr>
          <p:nvPr>
            <p:ph sz="half" idx="20"/>
          </p:nvPr>
        </p:nvSpPr>
        <p:spPr bwMode="gray">
          <a:xfrm>
            <a:off x="361950" y="4182887"/>
            <a:ext cx="5610480" cy="1877751"/>
          </a:xfrm>
          <a:solidFill>
            <a:schemeClr val="accent3"/>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18" name="Text 2">
            <a:extLst>
              <a:ext uri="{FF2B5EF4-FFF2-40B4-BE49-F238E27FC236}">
                <a16:creationId xmlns:a16="http://schemas.microsoft.com/office/drawing/2014/main" id="{8F12D20C-0C91-46AA-BBA3-07D110D6DD02}"/>
              </a:ext>
            </a:extLst>
          </p:cNvPr>
          <p:cNvSpPr>
            <a:spLocks noGrp="1"/>
          </p:cNvSpPr>
          <p:nvPr>
            <p:ph type="body" sz="quarter" idx="21" hasCustomPrompt="1"/>
          </p:nvPr>
        </p:nvSpPr>
        <p:spPr bwMode="gray">
          <a:xfrm>
            <a:off x="6210620" y="3763064"/>
            <a:ext cx="5610480" cy="432000"/>
          </a:xfrm>
          <a:solidFill>
            <a:schemeClr val="accent2"/>
          </a:solidFill>
        </p:spPr>
        <p:txBody>
          <a:bodyPr lIns="252000" rIns="144000" anchor="ctr"/>
          <a:lstStyle>
            <a:lvl1pPr marL="0" indent="0">
              <a:lnSpc>
                <a:spcPct val="100000"/>
              </a:lnSpc>
              <a:buNone/>
              <a:defRPr sz="16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TEXTMASTERFORMAT BEARBEITEN</a:t>
            </a:r>
          </a:p>
        </p:txBody>
      </p:sp>
      <p:sp>
        <p:nvSpPr>
          <p:cNvPr id="19" name="Inhalt 1">
            <a:extLst>
              <a:ext uri="{FF2B5EF4-FFF2-40B4-BE49-F238E27FC236}">
                <a16:creationId xmlns:a16="http://schemas.microsoft.com/office/drawing/2014/main" id="{B8B183AD-0A6C-4D18-B370-E139E907CF5F}"/>
              </a:ext>
            </a:extLst>
          </p:cNvPr>
          <p:cNvSpPr>
            <a:spLocks noGrp="1"/>
          </p:cNvSpPr>
          <p:nvPr>
            <p:ph sz="half" idx="22"/>
          </p:nvPr>
        </p:nvSpPr>
        <p:spPr bwMode="gray">
          <a:xfrm>
            <a:off x="6210620" y="4182887"/>
            <a:ext cx="5610480" cy="1889928"/>
          </a:xfrm>
          <a:solidFill>
            <a:schemeClr val="accent2"/>
          </a:solidFill>
        </p:spPr>
        <p:txBody>
          <a:bodyPr vert="horz" lIns="252000" tIns="108000" rIns="252000" bIns="252000" rtlCol="0">
            <a:noAutofit/>
          </a:bodyPr>
          <a:lstStyle>
            <a:lvl1pPr>
              <a:buClr>
                <a:schemeClr val="bg1"/>
              </a:buClr>
              <a:defRPr lang="de-DE" sz="1800" noProof="0" dirty="0">
                <a:solidFill>
                  <a:schemeClr val="bg2"/>
                </a:solidFill>
              </a:defRPr>
            </a:lvl1pPr>
          </a:lstStyle>
          <a:p>
            <a:pPr lvl="0">
              <a:buClr>
                <a:schemeClr val="bg1"/>
              </a:buClr>
            </a:pPr>
            <a:r>
              <a:rPr lang="de-DE" noProof="0"/>
              <a:t>Mastertextformat bearbeiten</a:t>
            </a:r>
          </a:p>
        </p:txBody>
      </p:sp>
      <p:sp>
        <p:nvSpPr>
          <p:cNvPr id="7" name="Titel 6">
            <a:extLst>
              <a:ext uri="{FF2B5EF4-FFF2-40B4-BE49-F238E27FC236}">
                <a16:creationId xmlns:a16="http://schemas.microsoft.com/office/drawing/2014/main" id="{9E0B9734-F55C-4188-A5AC-C6AFC4762B18}"/>
              </a:ext>
            </a:extLst>
          </p:cNvPr>
          <p:cNvSpPr>
            <a:spLocks noGrp="1"/>
          </p:cNvSpPr>
          <p:nvPr>
            <p:ph type="title"/>
          </p:nvPr>
        </p:nvSpPr>
        <p:spPr/>
        <p:txBody>
          <a:bodyPr/>
          <a:lstStyle/>
          <a:p>
            <a:r>
              <a:rPr lang="de-DE"/>
              <a:t>Mastertitelformat bearbeiten</a:t>
            </a:r>
          </a:p>
        </p:txBody>
      </p:sp>
      <p:pic>
        <p:nvPicPr>
          <p:cNvPr id="6" name="Inhaltsplatzhalter 4">
            <a:extLst>
              <a:ext uri="{FF2B5EF4-FFF2-40B4-BE49-F238E27FC236}">
                <a16:creationId xmlns:a16="http://schemas.microsoft.com/office/drawing/2014/main" id="{38FA413F-73F7-AC79-0DD0-2AD903D3E8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964016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Textboxen vertikal 2">
    <p:spTree>
      <p:nvGrpSpPr>
        <p:cNvPr id="1" name=""/>
        <p:cNvGrpSpPr/>
        <p:nvPr/>
      </p:nvGrpSpPr>
      <p:grpSpPr>
        <a:xfrm>
          <a:off x="0" y="0"/>
          <a:ext cx="0" cy="0"/>
          <a:chOff x="0" y="0"/>
          <a:chExt cx="0" cy="0"/>
        </a:xfrm>
      </p:grpSpPr>
      <p:sp>
        <p:nvSpPr>
          <p:cNvPr id="23" name="Textplatzhalter 22">
            <a:extLst>
              <a:ext uri="{FF2B5EF4-FFF2-40B4-BE49-F238E27FC236}">
                <a16:creationId xmlns:a16="http://schemas.microsoft.com/office/drawing/2014/main" id="{A70EC6E2-97CE-4014-9553-D60509EEACFB}"/>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3" name="Text 1"/>
          <p:cNvSpPr>
            <a:spLocks noGrp="1"/>
          </p:cNvSpPr>
          <p:nvPr>
            <p:ph type="body" idx="1" hasCustomPrompt="1"/>
          </p:nvPr>
        </p:nvSpPr>
        <p:spPr bwMode="gray">
          <a:xfrm>
            <a:off x="361950" y="1389973"/>
            <a:ext cx="2736000" cy="576000"/>
          </a:xfrm>
          <a:solidFill>
            <a:srgbClr val="BBB323"/>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4" name="Inhalt 1"/>
          <p:cNvSpPr>
            <a:spLocks noGrp="1"/>
          </p:cNvSpPr>
          <p:nvPr>
            <p:ph sz="half" idx="2"/>
          </p:nvPr>
        </p:nvSpPr>
        <p:spPr bwMode="gray">
          <a:xfrm>
            <a:off x="361950" y="1965973"/>
            <a:ext cx="2736000" cy="4041338"/>
          </a:xfrm>
          <a:solidFill>
            <a:srgbClr val="BBB323">
              <a:alpha val="75000"/>
            </a:srgbClr>
          </a:solidFill>
        </p:spPr>
        <p:txBody>
          <a:bodyPr lIns="252000" tIns="252000" rIns="252000" bIns="252000"/>
          <a:lstStyle>
            <a:lvl1pPr>
              <a:buClr>
                <a:schemeClr val="bg2"/>
              </a:buClr>
              <a:defRPr sz="1600">
                <a:solidFill>
                  <a:schemeClr val="bg2"/>
                </a:solidFill>
              </a:defRPr>
            </a:lvl1pPr>
            <a:lvl2pPr>
              <a:buClr>
                <a:schemeClr val="bg2"/>
              </a:buClr>
              <a:defRPr sz="1400">
                <a:solidFill>
                  <a:schemeClr val="bg2"/>
                </a:solidFill>
              </a:defRPr>
            </a:lvl2pPr>
            <a:lvl3pPr>
              <a:buClr>
                <a:schemeClr val="bg2"/>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7" name="Text 2"/>
          <p:cNvSpPr>
            <a:spLocks noGrp="1"/>
          </p:cNvSpPr>
          <p:nvPr>
            <p:ph type="body" sz="quarter" idx="16" hasCustomPrompt="1"/>
          </p:nvPr>
        </p:nvSpPr>
        <p:spPr bwMode="gray">
          <a:xfrm>
            <a:off x="3272650" y="1389973"/>
            <a:ext cx="2736000" cy="576000"/>
          </a:xfrm>
          <a:solidFill>
            <a:srgbClr val="6D0E4C"/>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8" name="Inhalt 2"/>
          <p:cNvSpPr>
            <a:spLocks noGrp="1"/>
          </p:cNvSpPr>
          <p:nvPr>
            <p:ph sz="quarter" idx="17"/>
          </p:nvPr>
        </p:nvSpPr>
        <p:spPr bwMode="gray">
          <a:xfrm>
            <a:off x="3272650" y="1965973"/>
            <a:ext cx="2736000" cy="4041338"/>
          </a:xfrm>
          <a:solidFill>
            <a:srgbClr val="6D0E4C">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5" name="Text 3"/>
          <p:cNvSpPr>
            <a:spLocks noGrp="1"/>
          </p:cNvSpPr>
          <p:nvPr>
            <p:ph type="body" sz="quarter" idx="14" hasCustomPrompt="1"/>
          </p:nvPr>
        </p:nvSpPr>
        <p:spPr bwMode="gray">
          <a:xfrm>
            <a:off x="6183350" y="1389973"/>
            <a:ext cx="2736000" cy="576000"/>
          </a:xfrm>
          <a:solidFill>
            <a:srgbClr val="F8485E"/>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6" name="Inhalt 3"/>
          <p:cNvSpPr>
            <a:spLocks noGrp="1"/>
          </p:cNvSpPr>
          <p:nvPr>
            <p:ph sz="quarter" idx="15"/>
          </p:nvPr>
        </p:nvSpPr>
        <p:spPr bwMode="gray">
          <a:xfrm>
            <a:off x="6183350" y="1965973"/>
            <a:ext cx="2736000" cy="4041338"/>
          </a:xfrm>
          <a:solidFill>
            <a:srgbClr val="F8485E">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5" name="Text 4"/>
          <p:cNvSpPr>
            <a:spLocks noGrp="1"/>
          </p:cNvSpPr>
          <p:nvPr>
            <p:ph type="body" sz="quarter" idx="3" hasCustomPrompt="1"/>
          </p:nvPr>
        </p:nvSpPr>
        <p:spPr bwMode="gray">
          <a:xfrm>
            <a:off x="9094050" y="1389973"/>
            <a:ext cx="2736000" cy="576000"/>
          </a:xfrm>
          <a:solidFill>
            <a:srgbClr val="0D5257"/>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6" name="Inhalt 4"/>
          <p:cNvSpPr>
            <a:spLocks noGrp="1"/>
          </p:cNvSpPr>
          <p:nvPr>
            <p:ph sz="quarter" idx="4"/>
          </p:nvPr>
        </p:nvSpPr>
        <p:spPr bwMode="gray">
          <a:xfrm>
            <a:off x="9094050" y="1965973"/>
            <a:ext cx="2736000" cy="4041338"/>
          </a:xfrm>
          <a:solidFill>
            <a:srgbClr val="0D5257">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10" name="Foliennummernplatzhalter 9">
            <a:extLst>
              <a:ext uri="{FF2B5EF4-FFF2-40B4-BE49-F238E27FC236}">
                <a16:creationId xmlns:a16="http://schemas.microsoft.com/office/drawing/2014/main" id="{598E6FD6-3049-4A8D-9CAA-ABB3FFB0A67B}"/>
              </a:ext>
            </a:extLst>
          </p:cNvPr>
          <p:cNvSpPr>
            <a:spLocks noGrp="1"/>
          </p:cNvSpPr>
          <p:nvPr>
            <p:ph type="sldNum" sz="quarter" idx="36"/>
          </p:nvPr>
        </p:nvSpPr>
        <p:spPr/>
        <p:txBody>
          <a:bodyPr/>
          <a:lstStyle/>
          <a:p>
            <a:fld id="{A23FFA10-0470-4638-936A-23EC73946E25}" type="slidenum">
              <a:rPr lang="de-DE" smtClean="0"/>
              <a:pPr/>
              <a:t>‹Nr.›</a:t>
            </a:fld>
            <a:endParaRPr lang="de-DE" dirty="0"/>
          </a:p>
        </p:txBody>
      </p:sp>
      <p:sp>
        <p:nvSpPr>
          <p:cNvPr id="20" name="Textplatzhalter 8">
            <a:extLst>
              <a:ext uri="{FF2B5EF4-FFF2-40B4-BE49-F238E27FC236}">
                <a16:creationId xmlns:a16="http://schemas.microsoft.com/office/drawing/2014/main" id="{024F3013-51C1-4805-970B-584CFE6A897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1" name="Grafik 20">
            <a:extLst>
              <a:ext uri="{FF2B5EF4-FFF2-40B4-BE49-F238E27FC236}">
                <a16:creationId xmlns:a16="http://schemas.microsoft.com/office/drawing/2014/main" id="{2085AEB8-9DF9-4444-8CEB-9C6189F07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13" name="Titel 12">
            <a:extLst>
              <a:ext uri="{FF2B5EF4-FFF2-40B4-BE49-F238E27FC236}">
                <a16:creationId xmlns:a16="http://schemas.microsoft.com/office/drawing/2014/main" id="{A2BC4E20-99D1-4C6F-A745-F26F1BF4F94D}"/>
              </a:ext>
            </a:extLst>
          </p:cNvPr>
          <p:cNvSpPr>
            <a:spLocks noGrp="1"/>
          </p:cNvSpPr>
          <p:nvPr>
            <p:ph type="title"/>
          </p:nvPr>
        </p:nvSpPr>
        <p:spPr/>
        <p:txBody>
          <a:bodyPr/>
          <a:lstStyle/>
          <a:p>
            <a:r>
              <a:rPr lang="de-DE"/>
              <a:t>Mastertitelformat bearbeiten</a:t>
            </a:r>
          </a:p>
        </p:txBody>
      </p:sp>
      <p:pic>
        <p:nvPicPr>
          <p:cNvPr id="7" name="Inhaltsplatzhalter 4">
            <a:extLst>
              <a:ext uri="{FF2B5EF4-FFF2-40B4-BE49-F238E27FC236}">
                <a16:creationId xmlns:a16="http://schemas.microsoft.com/office/drawing/2014/main" id="{EF1EC07A-6994-DAAC-1BE2-4345834FBB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360506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Textboxen vertikal 3">
    <p:spTree>
      <p:nvGrpSpPr>
        <p:cNvPr id="1" name=""/>
        <p:cNvGrpSpPr/>
        <p:nvPr/>
      </p:nvGrpSpPr>
      <p:grpSpPr>
        <a:xfrm>
          <a:off x="0" y="0"/>
          <a:ext cx="0" cy="0"/>
          <a:chOff x="0" y="0"/>
          <a:chExt cx="0" cy="0"/>
        </a:xfrm>
      </p:grpSpPr>
      <p:sp>
        <p:nvSpPr>
          <p:cNvPr id="23" name="Textplatzhalter 22">
            <a:extLst>
              <a:ext uri="{FF2B5EF4-FFF2-40B4-BE49-F238E27FC236}">
                <a16:creationId xmlns:a16="http://schemas.microsoft.com/office/drawing/2014/main" id="{A70EC6E2-97CE-4014-9553-D60509EEACFB}"/>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3" name="Text 1"/>
          <p:cNvSpPr>
            <a:spLocks noGrp="1"/>
          </p:cNvSpPr>
          <p:nvPr>
            <p:ph type="body" idx="1" hasCustomPrompt="1"/>
          </p:nvPr>
        </p:nvSpPr>
        <p:spPr bwMode="gray">
          <a:xfrm>
            <a:off x="361950" y="1389973"/>
            <a:ext cx="2736000" cy="576000"/>
          </a:xfrm>
          <a:solidFill>
            <a:srgbClr val="8BBF40"/>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4" name="Inhalt 1"/>
          <p:cNvSpPr>
            <a:spLocks noGrp="1"/>
          </p:cNvSpPr>
          <p:nvPr>
            <p:ph sz="half" idx="2"/>
          </p:nvPr>
        </p:nvSpPr>
        <p:spPr bwMode="gray">
          <a:xfrm>
            <a:off x="361950" y="1965973"/>
            <a:ext cx="2736000" cy="4041338"/>
          </a:xfrm>
          <a:solidFill>
            <a:srgbClr val="8BBF40">
              <a:alpha val="75000"/>
            </a:srgbClr>
          </a:solidFill>
        </p:spPr>
        <p:txBody>
          <a:bodyPr lIns="252000" tIns="252000" rIns="252000" bIns="252000"/>
          <a:lstStyle>
            <a:lvl1pPr>
              <a:buClr>
                <a:schemeClr val="bg2"/>
              </a:buClr>
              <a:defRPr sz="1600">
                <a:solidFill>
                  <a:schemeClr val="bg2"/>
                </a:solidFill>
              </a:defRPr>
            </a:lvl1pPr>
            <a:lvl2pPr>
              <a:buClr>
                <a:schemeClr val="bg2"/>
              </a:buClr>
              <a:defRPr sz="1400">
                <a:solidFill>
                  <a:schemeClr val="bg2"/>
                </a:solidFill>
              </a:defRPr>
            </a:lvl2pPr>
            <a:lvl3pPr>
              <a:buClr>
                <a:schemeClr val="bg2"/>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7" name="Text 2"/>
          <p:cNvSpPr>
            <a:spLocks noGrp="1"/>
          </p:cNvSpPr>
          <p:nvPr>
            <p:ph type="body" sz="quarter" idx="16" hasCustomPrompt="1"/>
          </p:nvPr>
        </p:nvSpPr>
        <p:spPr bwMode="gray">
          <a:xfrm>
            <a:off x="3272650" y="1389973"/>
            <a:ext cx="2736000" cy="576000"/>
          </a:xfrm>
          <a:solidFill>
            <a:schemeClr val="accent5"/>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8" name="Inhalt 2"/>
          <p:cNvSpPr>
            <a:spLocks noGrp="1"/>
          </p:cNvSpPr>
          <p:nvPr>
            <p:ph sz="quarter" idx="17"/>
          </p:nvPr>
        </p:nvSpPr>
        <p:spPr bwMode="gray">
          <a:xfrm>
            <a:off x="3272650" y="1965973"/>
            <a:ext cx="2736000" cy="4041338"/>
          </a:xfrm>
          <a:solidFill>
            <a:schemeClr val="accent5">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5" name="Text 3"/>
          <p:cNvSpPr>
            <a:spLocks noGrp="1"/>
          </p:cNvSpPr>
          <p:nvPr>
            <p:ph type="body" sz="quarter" idx="14" hasCustomPrompt="1"/>
          </p:nvPr>
        </p:nvSpPr>
        <p:spPr bwMode="gray">
          <a:xfrm>
            <a:off x="6183350" y="1389973"/>
            <a:ext cx="2736000" cy="576000"/>
          </a:xfrm>
          <a:solidFill>
            <a:schemeClr val="accent4"/>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6" name="Inhalt 3"/>
          <p:cNvSpPr>
            <a:spLocks noGrp="1"/>
          </p:cNvSpPr>
          <p:nvPr>
            <p:ph sz="quarter" idx="15"/>
          </p:nvPr>
        </p:nvSpPr>
        <p:spPr bwMode="gray">
          <a:xfrm>
            <a:off x="6183350" y="1965973"/>
            <a:ext cx="2736000" cy="4041338"/>
          </a:xfrm>
          <a:solidFill>
            <a:schemeClr val="accent4">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5" name="Text 4"/>
          <p:cNvSpPr>
            <a:spLocks noGrp="1"/>
          </p:cNvSpPr>
          <p:nvPr>
            <p:ph type="body" sz="quarter" idx="3" hasCustomPrompt="1"/>
          </p:nvPr>
        </p:nvSpPr>
        <p:spPr bwMode="gray">
          <a:xfrm>
            <a:off x="9094050" y="1389973"/>
            <a:ext cx="2736000" cy="576000"/>
          </a:xfrm>
          <a:solidFill>
            <a:schemeClr val="accent6"/>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6" name="Inhalt 4"/>
          <p:cNvSpPr>
            <a:spLocks noGrp="1"/>
          </p:cNvSpPr>
          <p:nvPr>
            <p:ph sz="quarter" idx="4"/>
          </p:nvPr>
        </p:nvSpPr>
        <p:spPr bwMode="gray">
          <a:xfrm>
            <a:off x="9094050" y="1965973"/>
            <a:ext cx="2736000" cy="4041338"/>
          </a:xfrm>
          <a:solidFill>
            <a:schemeClr val="accent6">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10" name="Foliennummernplatzhalter 9">
            <a:extLst>
              <a:ext uri="{FF2B5EF4-FFF2-40B4-BE49-F238E27FC236}">
                <a16:creationId xmlns:a16="http://schemas.microsoft.com/office/drawing/2014/main" id="{598E6FD6-3049-4A8D-9CAA-ABB3FFB0A67B}"/>
              </a:ext>
            </a:extLst>
          </p:cNvPr>
          <p:cNvSpPr>
            <a:spLocks noGrp="1"/>
          </p:cNvSpPr>
          <p:nvPr>
            <p:ph type="sldNum" sz="quarter" idx="36"/>
          </p:nvPr>
        </p:nvSpPr>
        <p:spPr/>
        <p:txBody>
          <a:bodyPr/>
          <a:lstStyle/>
          <a:p>
            <a:fld id="{A23FFA10-0470-4638-936A-23EC73946E25}" type="slidenum">
              <a:rPr lang="de-DE" smtClean="0"/>
              <a:pPr/>
              <a:t>‹Nr.›</a:t>
            </a:fld>
            <a:endParaRPr lang="de-DE" dirty="0"/>
          </a:p>
        </p:txBody>
      </p:sp>
      <p:sp>
        <p:nvSpPr>
          <p:cNvPr id="20" name="Textplatzhalter 8">
            <a:extLst>
              <a:ext uri="{FF2B5EF4-FFF2-40B4-BE49-F238E27FC236}">
                <a16:creationId xmlns:a16="http://schemas.microsoft.com/office/drawing/2014/main" id="{024F3013-51C1-4805-970B-584CFE6A897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1" name="Grafik 20">
            <a:extLst>
              <a:ext uri="{FF2B5EF4-FFF2-40B4-BE49-F238E27FC236}">
                <a16:creationId xmlns:a16="http://schemas.microsoft.com/office/drawing/2014/main" id="{2085AEB8-9DF9-4444-8CEB-9C6189F07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13" name="Titel 12">
            <a:extLst>
              <a:ext uri="{FF2B5EF4-FFF2-40B4-BE49-F238E27FC236}">
                <a16:creationId xmlns:a16="http://schemas.microsoft.com/office/drawing/2014/main" id="{A2BC4E20-99D1-4C6F-A745-F26F1BF4F94D}"/>
              </a:ext>
            </a:extLst>
          </p:cNvPr>
          <p:cNvSpPr>
            <a:spLocks noGrp="1"/>
          </p:cNvSpPr>
          <p:nvPr>
            <p:ph type="title"/>
          </p:nvPr>
        </p:nvSpPr>
        <p:spPr/>
        <p:txBody>
          <a:bodyPr/>
          <a:lstStyle/>
          <a:p>
            <a:r>
              <a:rPr lang="de-DE"/>
              <a:t>Mastertitelformat bearbeiten</a:t>
            </a:r>
          </a:p>
        </p:txBody>
      </p:sp>
      <p:pic>
        <p:nvPicPr>
          <p:cNvPr id="7" name="Inhaltsplatzhalter 4">
            <a:extLst>
              <a:ext uri="{FF2B5EF4-FFF2-40B4-BE49-F238E27FC236}">
                <a16:creationId xmlns:a16="http://schemas.microsoft.com/office/drawing/2014/main" id="{F0EB897D-3743-068C-DD59-A481BFD0575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2589859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 Textboxen vertikal 4">
    <p:spTree>
      <p:nvGrpSpPr>
        <p:cNvPr id="1" name=""/>
        <p:cNvGrpSpPr/>
        <p:nvPr/>
      </p:nvGrpSpPr>
      <p:grpSpPr>
        <a:xfrm>
          <a:off x="0" y="0"/>
          <a:ext cx="0" cy="0"/>
          <a:chOff x="0" y="0"/>
          <a:chExt cx="0" cy="0"/>
        </a:xfrm>
      </p:grpSpPr>
      <p:sp>
        <p:nvSpPr>
          <p:cNvPr id="23" name="Textplatzhalter 22">
            <a:extLst>
              <a:ext uri="{FF2B5EF4-FFF2-40B4-BE49-F238E27FC236}">
                <a16:creationId xmlns:a16="http://schemas.microsoft.com/office/drawing/2014/main" id="{A70EC6E2-97CE-4014-9553-D60509EEACFB}"/>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3" name="Text 1"/>
          <p:cNvSpPr>
            <a:spLocks noGrp="1"/>
          </p:cNvSpPr>
          <p:nvPr>
            <p:ph type="body" idx="1" hasCustomPrompt="1"/>
          </p:nvPr>
        </p:nvSpPr>
        <p:spPr bwMode="gray">
          <a:xfrm>
            <a:off x="361950" y="1389973"/>
            <a:ext cx="2736000" cy="576000"/>
          </a:xfrm>
          <a:solidFill>
            <a:srgbClr val="ED2722"/>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4" name="Inhalt 1"/>
          <p:cNvSpPr>
            <a:spLocks noGrp="1"/>
          </p:cNvSpPr>
          <p:nvPr>
            <p:ph sz="half" idx="2"/>
          </p:nvPr>
        </p:nvSpPr>
        <p:spPr bwMode="gray">
          <a:xfrm>
            <a:off x="361950" y="1965973"/>
            <a:ext cx="2736000" cy="4041338"/>
          </a:xfrm>
          <a:solidFill>
            <a:srgbClr val="ED2722">
              <a:alpha val="75000"/>
            </a:srgbClr>
          </a:solidFill>
        </p:spPr>
        <p:txBody>
          <a:bodyPr lIns="252000" tIns="252000" rIns="252000" bIns="252000"/>
          <a:lstStyle>
            <a:lvl1pPr>
              <a:buClr>
                <a:schemeClr val="bg2"/>
              </a:buClr>
              <a:defRPr sz="1600">
                <a:solidFill>
                  <a:schemeClr val="bg2"/>
                </a:solidFill>
              </a:defRPr>
            </a:lvl1pPr>
            <a:lvl2pPr>
              <a:buClr>
                <a:schemeClr val="bg2"/>
              </a:buClr>
              <a:defRPr sz="1400">
                <a:solidFill>
                  <a:schemeClr val="bg2"/>
                </a:solidFill>
              </a:defRPr>
            </a:lvl2pPr>
            <a:lvl3pPr>
              <a:buClr>
                <a:schemeClr val="bg2"/>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7" name="Text 2"/>
          <p:cNvSpPr>
            <a:spLocks noGrp="1"/>
          </p:cNvSpPr>
          <p:nvPr>
            <p:ph type="body" sz="quarter" idx="16" hasCustomPrompt="1"/>
          </p:nvPr>
        </p:nvSpPr>
        <p:spPr bwMode="gray">
          <a:xfrm>
            <a:off x="3272650" y="1389973"/>
            <a:ext cx="2736000" cy="576000"/>
          </a:xfrm>
          <a:solidFill>
            <a:srgbClr val="6D0E4C"/>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8" name="Inhalt 2"/>
          <p:cNvSpPr>
            <a:spLocks noGrp="1"/>
          </p:cNvSpPr>
          <p:nvPr>
            <p:ph sz="quarter" idx="17"/>
          </p:nvPr>
        </p:nvSpPr>
        <p:spPr bwMode="gray">
          <a:xfrm>
            <a:off x="3272650" y="1965973"/>
            <a:ext cx="2736000" cy="4041338"/>
          </a:xfrm>
          <a:solidFill>
            <a:srgbClr val="6D0E4C">
              <a:alpha val="75000"/>
            </a:srgb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25" name="Text 3"/>
          <p:cNvSpPr>
            <a:spLocks noGrp="1"/>
          </p:cNvSpPr>
          <p:nvPr>
            <p:ph type="body" sz="quarter" idx="14" hasCustomPrompt="1"/>
          </p:nvPr>
        </p:nvSpPr>
        <p:spPr bwMode="gray">
          <a:xfrm>
            <a:off x="6183350" y="1389973"/>
            <a:ext cx="2736000" cy="576000"/>
          </a:xfrm>
          <a:solidFill>
            <a:schemeClr val="accent3"/>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26" name="Inhalt 3"/>
          <p:cNvSpPr>
            <a:spLocks noGrp="1"/>
          </p:cNvSpPr>
          <p:nvPr>
            <p:ph sz="quarter" idx="15"/>
          </p:nvPr>
        </p:nvSpPr>
        <p:spPr bwMode="gray">
          <a:xfrm>
            <a:off x="6183350" y="1965973"/>
            <a:ext cx="2736000" cy="4041338"/>
          </a:xfrm>
          <a:solidFill>
            <a:schemeClr val="accent3">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5" name="Text 4"/>
          <p:cNvSpPr>
            <a:spLocks noGrp="1"/>
          </p:cNvSpPr>
          <p:nvPr>
            <p:ph type="body" sz="quarter" idx="3" hasCustomPrompt="1"/>
          </p:nvPr>
        </p:nvSpPr>
        <p:spPr bwMode="gray">
          <a:xfrm>
            <a:off x="9094050" y="1389973"/>
            <a:ext cx="2736000" cy="576000"/>
          </a:xfrm>
          <a:solidFill>
            <a:schemeClr val="accent2"/>
          </a:solidFill>
        </p:spPr>
        <p:txBody>
          <a:bodyPr lIns="252000" rIns="144000" anchor="ctr"/>
          <a:lstStyle>
            <a:lvl1pPr marL="0" indent="0">
              <a:lnSpc>
                <a:spcPct val="100000"/>
              </a:lnSpc>
              <a:buNone/>
              <a:defRPr sz="1400" b="1" cap="all" spc="0" baseline="0">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noProof="0" dirty="0"/>
              <a:t>TEXT BEARBEITEN</a:t>
            </a:r>
          </a:p>
        </p:txBody>
      </p:sp>
      <p:sp>
        <p:nvSpPr>
          <p:cNvPr id="6" name="Inhalt 4"/>
          <p:cNvSpPr>
            <a:spLocks noGrp="1"/>
          </p:cNvSpPr>
          <p:nvPr>
            <p:ph sz="quarter" idx="4"/>
          </p:nvPr>
        </p:nvSpPr>
        <p:spPr bwMode="gray">
          <a:xfrm>
            <a:off x="9094050" y="1965973"/>
            <a:ext cx="2736000" cy="4041338"/>
          </a:xfrm>
          <a:solidFill>
            <a:schemeClr val="accent2">
              <a:alpha val="75000"/>
            </a:schemeClr>
          </a:solidFill>
        </p:spPr>
        <p:txBody>
          <a:bodyPr lIns="252000" tIns="252000" rIns="252000" bIns="252000"/>
          <a:lstStyle>
            <a:lvl1pPr>
              <a:buClr>
                <a:schemeClr val="bg1"/>
              </a:buClr>
              <a:defRPr sz="1600">
                <a:solidFill>
                  <a:schemeClr val="bg2"/>
                </a:solidFill>
              </a:defRPr>
            </a:lvl1pPr>
            <a:lvl2pPr>
              <a:buClr>
                <a:schemeClr val="bg1"/>
              </a:buClr>
              <a:defRPr sz="1400">
                <a:solidFill>
                  <a:schemeClr val="bg2"/>
                </a:solidFill>
              </a:defRPr>
            </a:lvl2pPr>
            <a:lvl3pPr>
              <a:buClr>
                <a:schemeClr val="bg1"/>
              </a:buClr>
              <a:defRPr sz="1200">
                <a:solidFill>
                  <a:schemeClr val="bg2"/>
                </a:solidFill>
              </a:defRPr>
            </a:lvl3pPr>
            <a:lvl4pPr>
              <a:defRPr sz="1100"/>
            </a:lvl4pPr>
            <a:lvl5pPr>
              <a:defRPr sz="1100"/>
            </a:lvl5pPr>
            <a:lvl6pPr>
              <a:defRPr sz="1600"/>
            </a:lvl6pPr>
            <a:lvl7pPr>
              <a:defRPr sz="1600"/>
            </a:lvl7pPr>
            <a:lvl8pPr>
              <a:defRPr sz="1600"/>
            </a:lvl8pPr>
            <a:lvl9pPr>
              <a:defRPr sz="1600"/>
            </a:lvl9pPr>
          </a:lstStyle>
          <a:p>
            <a:pPr lvl="0"/>
            <a:r>
              <a:rPr lang="de-DE" noProof="0"/>
              <a:t>Mastertextformat bearbeiten</a:t>
            </a:r>
          </a:p>
          <a:p>
            <a:pPr lvl="1"/>
            <a:r>
              <a:rPr lang="de-DE" noProof="0"/>
              <a:t>Zweite Ebene</a:t>
            </a:r>
          </a:p>
          <a:p>
            <a:pPr lvl="2"/>
            <a:r>
              <a:rPr lang="de-DE" noProof="0"/>
              <a:t>Dritte Ebene</a:t>
            </a:r>
          </a:p>
        </p:txBody>
      </p:sp>
      <p:sp>
        <p:nvSpPr>
          <p:cNvPr id="10" name="Foliennummernplatzhalter 9">
            <a:extLst>
              <a:ext uri="{FF2B5EF4-FFF2-40B4-BE49-F238E27FC236}">
                <a16:creationId xmlns:a16="http://schemas.microsoft.com/office/drawing/2014/main" id="{598E6FD6-3049-4A8D-9CAA-ABB3FFB0A67B}"/>
              </a:ext>
            </a:extLst>
          </p:cNvPr>
          <p:cNvSpPr>
            <a:spLocks noGrp="1"/>
          </p:cNvSpPr>
          <p:nvPr>
            <p:ph type="sldNum" sz="quarter" idx="36"/>
          </p:nvPr>
        </p:nvSpPr>
        <p:spPr/>
        <p:txBody>
          <a:bodyPr/>
          <a:lstStyle/>
          <a:p>
            <a:fld id="{A23FFA10-0470-4638-936A-23EC73946E25}" type="slidenum">
              <a:rPr lang="de-DE" smtClean="0"/>
              <a:pPr/>
              <a:t>‹Nr.›</a:t>
            </a:fld>
            <a:endParaRPr lang="de-DE" dirty="0"/>
          </a:p>
        </p:txBody>
      </p:sp>
      <p:sp>
        <p:nvSpPr>
          <p:cNvPr id="20" name="Textplatzhalter 8">
            <a:extLst>
              <a:ext uri="{FF2B5EF4-FFF2-40B4-BE49-F238E27FC236}">
                <a16:creationId xmlns:a16="http://schemas.microsoft.com/office/drawing/2014/main" id="{024F3013-51C1-4805-970B-584CFE6A8973}"/>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21" name="Grafik 20">
            <a:extLst>
              <a:ext uri="{FF2B5EF4-FFF2-40B4-BE49-F238E27FC236}">
                <a16:creationId xmlns:a16="http://schemas.microsoft.com/office/drawing/2014/main" id="{2085AEB8-9DF9-4444-8CEB-9C6189F07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13" name="Titel 12">
            <a:extLst>
              <a:ext uri="{FF2B5EF4-FFF2-40B4-BE49-F238E27FC236}">
                <a16:creationId xmlns:a16="http://schemas.microsoft.com/office/drawing/2014/main" id="{A2BC4E20-99D1-4C6F-A745-F26F1BF4F94D}"/>
              </a:ext>
            </a:extLst>
          </p:cNvPr>
          <p:cNvSpPr>
            <a:spLocks noGrp="1"/>
          </p:cNvSpPr>
          <p:nvPr>
            <p:ph type="title"/>
          </p:nvPr>
        </p:nvSpPr>
        <p:spPr/>
        <p:txBody>
          <a:bodyPr/>
          <a:lstStyle/>
          <a:p>
            <a:r>
              <a:rPr lang="de-DE"/>
              <a:t>Mastertitelformat bearbeiten</a:t>
            </a:r>
          </a:p>
        </p:txBody>
      </p:sp>
      <p:pic>
        <p:nvPicPr>
          <p:cNvPr id="7" name="Inhaltsplatzhalter 4">
            <a:extLst>
              <a:ext uri="{FF2B5EF4-FFF2-40B4-BE49-F238E27FC236}">
                <a16:creationId xmlns:a16="http://schemas.microsoft.com/office/drawing/2014/main" id="{86078D44-B9E0-0097-0FEF-CDE60B0D05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1950" y="6154772"/>
            <a:ext cx="847090" cy="605064"/>
          </a:xfrm>
          <a:prstGeom prst="rect">
            <a:avLst/>
          </a:prstGeom>
        </p:spPr>
      </p:pic>
    </p:spTree>
    <p:extLst>
      <p:ext uri="{BB962C8B-B14F-4D97-AF65-F5344CB8AC3E}">
        <p14:creationId xmlns:p14="http://schemas.microsoft.com/office/powerpoint/2010/main" val="233044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Kapitel 1">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5" y="3429000"/>
            <a:ext cx="3608388"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12" name="Textplatzhalter 9">
            <a:extLst>
              <a:ext uri="{FF2B5EF4-FFF2-40B4-BE49-F238E27FC236}">
                <a16:creationId xmlns:a16="http://schemas.microsoft.com/office/drawing/2014/main" id="{A81420C6-C4D1-44FA-842D-1FCE355C68AC}"/>
              </a:ext>
            </a:extLst>
          </p:cNvPr>
          <p:cNvSpPr>
            <a:spLocks noGrp="1"/>
          </p:cNvSpPr>
          <p:nvPr>
            <p:ph type="body" sz="quarter" idx="18" hasCustomPrompt="1"/>
          </p:nvPr>
        </p:nvSpPr>
        <p:spPr>
          <a:xfrm>
            <a:off x="0" y="0"/>
            <a:ext cx="3049200" cy="6858000"/>
          </a:xfrm>
          <a:solidFill>
            <a:schemeClr val="accent2"/>
          </a:solidFill>
        </p:spPr>
        <p:txBody>
          <a:bodyPr/>
          <a:lstStyle>
            <a:lvl1pPr marL="0" indent="0">
              <a:buNone/>
              <a:defRPr/>
            </a:lvl1pPr>
          </a:lstStyle>
          <a:p>
            <a:pPr lvl="0"/>
            <a:r>
              <a:rPr lang="de-DE" dirty="0"/>
              <a:t> </a:t>
            </a:r>
          </a:p>
        </p:txBody>
      </p:sp>
      <p:sp>
        <p:nvSpPr>
          <p:cNvPr id="14" name="Textplatzhalter 9">
            <a:extLst>
              <a:ext uri="{FF2B5EF4-FFF2-40B4-BE49-F238E27FC236}">
                <a16:creationId xmlns:a16="http://schemas.microsoft.com/office/drawing/2014/main" id="{F0B7F28A-634C-4FDE-BC41-6E7FAF841E04}"/>
              </a:ext>
            </a:extLst>
          </p:cNvPr>
          <p:cNvSpPr>
            <a:spLocks noGrp="1"/>
          </p:cNvSpPr>
          <p:nvPr>
            <p:ph type="body" sz="quarter" idx="19" hasCustomPrompt="1"/>
          </p:nvPr>
        </p:nvSpPr>
        <p:spPr>
          <a:xfrm>
            <a:off x="3049200" y="0"/>
            <a:ext cx="3049200" cy="6858000"/>
          </a:xfrm>
          <a:solidFill>
            <a:schemeClr val="accent4"/>
          </a:solidFill>
        </p:spPr>
        <p:txBody>
          <a:bodyPr/>
          <a:lstStyle>
            <a:lvl1pPr marL="0" indent="0">
              <a:buNone/>
              <a:defRPr/>
            </a:lvl1pPr>
          </a:lstStyle>
          <a:p>
            <a:pPr lvl="0"/>
            <a:r>
              <a:rPr lang="de-DE" dirty="0"/>
              <a:t> </a:t>
            </a:r>
          </a:p>
        </p:txBody>
      </p:sp>
      <p:sp>
        <p:nvSpPr>
          <p:cNvPr id="15" name="Textplatzhalter 9">
            <a:extLst>
              <a:ext uri="{FF2B5EF4-FFF2-40B4-BE49-F238E27FC236}">
                <a16:creationId xmlns:a16="http://schemas.microsoft.com/office/drawing/2014/main" id="{25C986F5-AE26-4944-A198-BF41A0B5178E}"/>
              </a:ext>
            </a:extLst>
          </p:cNvPr>
          <p:cNvSpPr>
            <a:spLocks noGrp="1"/>
          </p:cNvSpPr>
          <p:nvPr>
            <p:ph type="body" sz="quarter" idx="20" hasCustomPrompt="1"/>
          </p:nvPr>
        </p:nvSpPr>
        <p:spPr>
          <a:xfrm>
            <a:off x="6098400" y="0"/>
            <a:ext cx="3049200" cy="6858000"/>
          </a:xfrm>
          <a:solidFill>
            <a:srgbClr val="8BBF40"/>
          </a:solidFill>
        </p:spPr>
        <p:txBody>
          <a:bodyPr/>
          <a:lstStyle>
            <a:lvl1pPr marL="0" indent="0">
              <a:buNone/>
              <a:defRPr/>
            </a:lvl1pPr>
          </a:lstStyle>
          <a:p>
            <a:pPr lvl="0"/>
            <a:r>
              <a:rPr lang="de-DE" dirty="0"/>
              <a:t> </a:t>
            </a:r>
          </a:p>
        </p:txBody>
      </p:sp>
      <p:sp>
        <p:nvSpPr>
          <p:cNvPr id="16" name="Textplatzhalter 9">
            <a:extLst>
              <a:ext uri="{FF2B5EF4-FFF2-40B4-BE49-F238E27FC236}">
                <a16:creationId xmlns:a16="http://schemas.microsoft.com/office/drawing/2014/main" id="{31EA271B-6779-4302-8204-9D8465F2564B}"/>
              </a:ext>
            </a:extLst>
          </p:cNvPr>
          <p:cNvSpPr>
            <a:spLocks noGrp="1"/>
          </p:cNvSpPr>
          <p:nvPr>
            <p:ph type="body" sz="quarter" idx="21" hasCustomPrompt="1"/>
          </p:nvPr>
        </p:nvSpPr>
        <p:spPr>
          <a:xfrm>
            <a:off x="9147600" y="0"/>
            <a:ext cx="3049200" cy="6858000"/>
          </a:xfrm>
          <a:solidFill>
            <a:schemeClr val="accent3"/>
          </a:solidFill>
        </p:spPr>
        <p:txBody>
          <a:bodyPr/>
          <a:lstStyle>
            <a:lvl1pPr marL="0" indent="0">
              <a:buNone/>
              <a:defRPr/>
            </a:lvl1pPr>
          </a:lstStyle>
          <a:p>
            <a:pPr lvl="0"/>
            <a:r>
              <a:rPr lang="de-DE" dirty="0"/>
              <a:t> </a:t>
            </a:r>
          </a:p>
        </p:txBody>
      </p:sp>
      <p:sp>
        <p:nvSpPr>
          <p:cNvPr id="18" name="Textplatzhalter 6">
            <a:extLst>
              <a:ext uri="{FF2B5EF4-FFF2-40B4-BE49-F238E27FC236}">
                <a16:creationId xmlns:a16="http://schemas.microsoft.com/office/drawing/2014/main" id="{52C8C8AF-2104-47A6-BBD7-F1B993050176}"/>
              </a:ext>
            </a:extLst>
          </p:cNvPr>
          <p:cNvSpPr>
            <a:spLocks noGrp="1"/>
          </p:cNvSpPr>
          <p:nvPr>
            <p:ph type="body" sz="quarter" idx="22" hasCustomPrompt="1"/>
          </p:nvPr>
        </p:nvSpPr>
        <p:spPr>
          <a:xfrm>
            <a:off x="260243"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6" name="Textplatzhalter 5">
            <a:extLst>
              <a:ext uri="{FF2B5EF4-FFF2-40B4-BE49-F238E27FC236}">
                <a16:creationId xmlns:a16="http://schemas.microsoft.com/office/drawing/2014/main" id="{313EF672-BFCF-40AF-908E-7CB173A550AB}"/>
              </a:ext>
            </a:extLst>
          </p:cNvPr>
          <p:cNvSpPr>
            <a:spLocks noGrp="1"/>
          </p:cNvSpPr>
          <p:nvPr>
            <p:ph type="body" sz="quarter" idx="23" hasCustomPrompt="1"/>
          </p:nvPr>
        </p:nvSpPr>
        <p:spPr>
          <a:xfrm>
            <a:off x="260243"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0" name="Textplatzhalter 6">
            <a:extLst>
              <a:ext uri="{FF2B5EF4-FFF2-40B4-BE49-F238E27FC236}">
                <a16:creationId xmlns:a16="http://schemas.microsoft.com/office/drawing/2014/main" id="{B640F05E-E104-4577-8448-7F391E08C9DC}"/>
              </a:ext>
            </a:extLst>
          </p:cNvPr>
          <p:cNvSpPr>
            <a:spLocks noGrp="1"/>
          </p:cNvSpPr>
          <p:nvPr>
            <p:ph type="body" sz="quarter" idx="24" hasCustomPrompt="1"/>
          </p:nvPr>
        </p:nvSpPr>
        <p:spPr>
          <a:xfrm>
            <a:off x="32884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1" name="Textplatzhalter 5">
            <a:extLst>
              <a:ext uri="{FF2B5EF4-FFF2-40B4-BE49-F238E27FC236}">
                <a16:creationId xmlns:a16="http://schemas.microsoft.com/office/drawing/2014/main" id="{27D222A8-3446-486D-B58A-2A30020D234A}"/>
              </a:ext>
            </a:extLst>
          </p:cNvPr>
          <p:cNvSpPr>
            <a:spLocks noGrp="1"/>
          </p:cNvSpPr>
          <p:nvPr>
            <p:ph type="body" sz="quarter" idx="25" hasCustomPrompt="1"/>
          </p:nvPr>
        </p:nvSpPr>
        <p:spPr>
          <a:xfrm>
            <a:off x="32884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2" name="Textplatzhalter 6">
            <a:extLst>
              <a:ext uri="{FF2B5EF4-FFF2-40B4-BE49-F238E27FC236}">
                <a16:creationId xmlns:a16="http://schemas.microsoft.com/office/drawing/2014/main" id="{F58D50F9-5F7D-40C5-9072-59A543A89529}"/>
              </a:ext>
            </a:extLst>
          </p:cNvPr>
          <p:cNvSpPr>
            <a:spLocks noGrp="1"/>
          </p:cNvSpPr>
          <p:nvPr>
            <p:ph type="body" sz="quarter" idx="26" hasCustomPrompt="1"/>
          </p:nvPr>
        </p:nvSpPr>
        <p:spPr>
          <a:xfrm>
            <a:off x="63376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3" name="Textplatzhalter 5">
            <a:extLst>
              <a:ext uri="{FF2B5EF4-FFF2-40B4-BE49-F238E27FC236}">
                <a16:creationId xmlns:a16="http://schemas.microsoft.com/office/drawing/2014/main" id="{CF1506C3-5E3F-49FF-AA7C-0F9ECB3136BB}"/>
              </a:ext>
            </a:extLst>
          </p:cNvPr>
          <p:cNvSpPr>
            <a:spLocks noGrp="1"/>
          </p:cNvSpPr>
          <p:nvPr>
            <p:ph type="body" sz="quarter" idx="27" hasCustomPrompt="1"/>
          </p:nvPr>
        </p:nvSpPr>
        <p:spPr>
          <a:xfrm>
            <a:off x="63376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4" name="Textplatzhalter 6">
            <a:extLst>
              <a:ext uri="{FF2B5EF4-FFF2-40B4-BE49-F238E27FC236}">
                <a16:creationId xmlns:a16="http://schemas.microsoft.com/office/drawing/2014/main" id="{1357F599-F75A-4BFD-8D0B-18DCD266AC1D}"/>
              </a:ext>
            </a:extLst>
          </p:cNvPr>
          <p:cNvSpPr>
            <a:spLocks noGrp="1"/>
          </p:cNvSpPr>
          <p:nvPr>
            <p:ph type="body" sz="quarter" idx="28" hasCustomPrompt="1"/>
          </p:nvPr>
        </p:nvSpPr>
        <p:spPr>
          <a:xfrm>
            <a:off x="9356258"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5" name="Textplatzhalter 5">
            <a:extLst>
              <a:ext uri="{FF2B5EF4-FFF2-40B4-BE49-F238E27FC236}">
                <a16:creationId xmlns:a16="http://schemas.microsoft.com/office/drawing/2014/main" id="{F0EC3CF1-6D82-417C-B0CC-6106B9E9ACF0}"/>
              </a:ext>
            </a:extLst>
          </p:cNvPr>
          <p:cNvSpPr>
            <a:spLocks noGrp="1"/>
          </p:cNvSpPr>
          <p:nvPr>
            <p:ph type="body" sz="quarter" idx="29" hasCustomPrompt="1"/>
          </p:nvPr>
        </p:nvSpPr>
        <p:spPr>
          <a:xfrm>
            <a:off x="9356258"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7" name="Textplatzhalter 26">
            <a:extLst>
              <a:ext uri="{FF2B5EF4-FFF2-40B4-BE49-F238E27FC236}">
                <a16:creationId xmlns:a16="http://schemas.microsoft.com/office/drawing/2014/main" id="{F762959A-0E63-44BA-A970-0EB46A021683}"/>
              </a:ext>
            </a:extLst>
          </p:cNvPr>
          <p:cNvSpPr>
            <a:spLocks noGrp="1"/>
          </p:cNvSpPr>
          <p:nvPr>
            <p:ph type="body" sz="quarter" idx="30" hasCustomPrompt="1"/>
          </p:nvPr>
        </p:nvSpPr>
        <p:spPr>
          <a:xfrm>
            <a:off x="260350"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29" name="Textplatzhalter 26">
            <a:extLst>
              <a:ext uri="{FF2B5EF4-FFF2-40B4-BE49-F238E27FC236}">
                <a16:creationId xmlns:a16="http://schemas.microsoft.com/office/drawing/2014/main" id="{A855F28D-0816-4138-96AE-A04FD07A6A3E}"/>
              </a:ext>
            </a:extLst>
          </p:cNvPr>
          <p:cNvSpPr>
            <a:spLocks noGrp="1"/>
          </p:cNvSpPr>
          <p:nvPr>
            <p:ph type="body" sz="quarter" idx="31" hasCustomPrompt="1"/>
          </p:nvPr>
        </p:nvSpPr>
        <p:spPr>
          <a:xfrm>
            <a:off x="3267518"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0" name="Textplatzhalter 26">
            <a:extLst>
              <a:ext uri="{FF2B5EF4-FFF2-40B4-BE49-F238E27FC236}">
                <a16:creationId xmlns:a16="http://schemas.microsoft.com/office/drawing/2014/main" id="{170C8713-8539-459D-B996-11CFD47DCA84}"/>
              </a:ext>
            </a:extLst>
          </p:cNvPr>
          <p:cNvSpPr>
            <a:spLocks noGrp="1"/>
          </p:cNvSpPr>
          <p:nvPr>
            <p:ph type="body" sz="quarter" idx="32" hasCustomPrompt="1"/>
          </p:nvPr>
        </p:nvSpPr>
        <p:spPr>
          <a:xfrm>
            <a:off x="6349594"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1" name="Textplatzhalter 26">
            <a:extLst>
              <a:ext uri="{FF2B5EF4-FFF2-40B4-BE49-F238E27FC236}">
                <a16:creationId xmlns:a16="http://schemas.microsoft.com/office/drawing/2014/main" id="{A587EFD5-BCB1-43B5-8526-205F8B7B2A45}"/>
              </a:ext>
            </a:extLst>
          </p:cNvPr>
          <p:cNvSpPr>
            <a:spLocks noGrp="1"/>
          </p:cNvSpPr>
          <p:nvPr>
            <p:ph type="body" sz="quarter" idx="33" hasCustomPrompt="1"/>
          </p:nvPr>
        </p:nvSpPr>
        <p:spPr>
          <a:xfrm>
            <a:off x="9335656"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Tree>
    <p:extLst>
      <p:ext uri="{BB962C8B-B14F-4D97-AF65-F5344CB8AC3E}">
        <p14:creationId xmlns:p14="http://schemas.microsoft.com/office/powerpoint/2010/main" val="25419428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Kapitel 2">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5" y="3429000"/>
            <a:ext cx="3608388"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pic>
        <p:nvPicPr>
          <p:cNvPr id="13" name="Grafik 12">
            <a:extLst>
              <a:ext uri="{FF2B5EF4-FFF2-40B4-BE49-F238E27FC236}">
                <a16:creationId xmlns:a16="http://schemas.microsoft.com/office/drawing/2014/main" id="{4444A58E-6BD3-4C5C-8D0D-695678E581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268975" y="6352507"/>
            <a:ext cx="407088" cy="407088"/>
          </a:xfrm>
          <a:prstGeom prst="rect">
            <a:avLst/>
          </a:prstGeom>
        </p:spPr>
      </p:pic>
      <p:sp>
        <p:nvSpPr>
          <p:cNvPr id="12" name="Textplatzhalter 9">
            <a:extLst>
              <a:ext uri="{FF2B5EF4-FFF2-40B4-BE49-F238E27FC236}">
                <a16:creationId xmlns:a16="http://schemas.microsoft.com/office/drawing/2014/main" id="{A81420C6-C4D1-44FA-842D-1FCE355C68AC}"/>
              </a:ext>
            </a:extLst>
          </p:cNvPr>
          <p:cNvSpPr>
            <a:spLocks noGrp="1"/>
          </p:cNvSpPr>
          <p:nvPr>
            <p:ph type="body" sz="quarter" idx="18" hasCustomPrompt="1"/>
          </p:nvPr>
        </p:nvSpPr>
        <p:spPr>
          <a:xfrm>
            <a:off x="0" y="0"/>
            <a:ext cx="3049200" cy="6858000"/>
          </a:xfrm>
          <a:solidFill>
            <a:srgbClr val="BBB323"/>
          </a:solidFill>
        </p:spPr>
        <p:txBody>
          <a:bodyPr/>
          <a:lstStyle>
            <a:lvl1pPr marL="0" indent="0">
              <a:buNone/>
              <a:defRPr/>
            </a:lvl1pPr>
          </a:lstStyle>
          <a:p>
            <a:pPr lvl="0"/>
            <a:r>
              <a:rPr lang="de-DE" dirty="0"/>
              <a:t> </a:t>
            </a:r>
          </a:p>
        </p:txBody>
      </p:sp>
      <p:sp>
        <p:nvSpPr>
          <p:cNvPr id="14" name="Textplatzhalter 9">
            <a:extLst>
              <a:ext uri="{FF2B5EF4-FFF2-40B4-BE49-F238E27FC236}">
                <a16:creationId xmlns:a16="http://schemas.microsoft.com/office/drawing/2014/main" id="{F0B7F28A-634C-4FDE-BC41-6E7FAF841E04}"/>
              </a:ext>
            </a:extLst>
          </p:cNvPr>
          <p:cNvSpPr>
            <a:spLocks noGrp="1"/>
          </p:cNvSpPr>
          <p:nvPr>
            <p:ph type="body" sz="quarter" idx="19" hasCustomPrompt="1"/>
          </p:nvPr>
        </p:nvSpPr>
        <p:spPr>
          <a:xfrm>
            <a:off x="3049200" y="0"/>
            <a:ext cx="3049200" cy="6858000"/>
          </a:xfrm>
          <a:solidFill>
            <a:srgbClr val="6D0E4C"/>
          </a:solidFill>
        </p:spPr>
        <p:txBody>
          <a:bodyPr/>
          <a:lstStyle>
            <a:lvl1pPr marL="0" indent="0">
              <a:buNone/>
              <a:defRPr/>
            </a:lvl1pPr>
          </a:lstStyle>
          <a:p>
            <a:pPr lvl="0"/>
            <a:r>
              <a:rPr lang="de-DE" dirty="0"/>
              <a:t> </a:t>
            </a:r>
          </a:p>
        </p:txBody>
      </p:sp>
      <p:sp>
        <p:nvSpPr>
          <p:cNvPr id="15" name="Textplatzhalter 9">
            <a:extLst>
              <a:ext uri="{FF2B5EF4-FFF2-40B4-BE49-F238E27FC236}">
                <a16:creationId xmlns:a16="http://schemas.microsoft.com/office/drawing/2014/main" id="{25C986F5-AE26-4944-A198-BF41A0B5178E}"/>
              </a:ext>
            </a:extLst>
          </p:cNvPr>
          <p:cNvSpPr>
            <a:spLocks noGrp="1"/>
          </p:cNvSpPr>
          <p:nvPr>
            <p:ph type="body" sz="quarter" idx="20" hasCustomPrompt="1"/>
          </p:nvPr>
        </p:nvSpPr>
        <p:spPr>
          <a:xfrm>
            <a:off x="6098400" y="0"/>
            <a:ext cx="3049200" cy="6858000"/>
          </a:xfrm>
          <a:solidFill>
            <a:srgbClr val="F8485E"/>
          </a:solidFill>
        </p:spPr>
        <p:txBody>
          <a:bodyPr/>
          <a:lstStyle>
            <a:lvl1pPr marL="0" indent="0">
              <a:buNone/>
              <a:defRPr/>
            </a:lvl1pPr>
          </a:lstStyle>
          <a:p>
            <a:pPr lvl="0"/>
            <a:r>
              <a:rPr lang="de-DE" dirty="0"/>
              <a:t> </a:t>
            </a:r>
          </a:p>
        </p:txBody>
      </p:sp>
      <p:sp>
        <p:nvSpPr>
          <p:cNvPr id="16" name="Textplatzhalter 9">
            <a:extLst>
              <a:ext uri="{FF2B5EF4-FFF2-40B4-BE49-F238E27FC236}">
                <a16:creationId xmlns:a16="http://schemas.microsoft.com/office/drawing/2014/main" id="{31EA271B-6779-4302-8204-9D8465F2564B}"/>
              </a:ext>
            </a:extLst>
          </p:cNvPr>
          <p:cNvSpPr>
            <a:spLocks noGrp="1"/>
          </p:cNvSpPr>
          <p:nvPr>
            <p:ph type="body" sz="quarter" idx="21" hasCustomPrompt="1"/>
          </p:nvPr>
        </p:nvSpPr>
        <p:spPr>
          <a:xfrm>
            <a:off x="9147600" y="0"/>
            <a:ext cx="3049200" cy="6858000"/>
          </a:xfrm>
          <a:solidFill>
            <a:srgbClr val="0D5257"/>
          </a:solidFill>
        </p:spPr>
        <p:txBody>
          <a:bodyPr/>
          <a:lstStyle>
            <a:lvl1pPr marL="0" indent="0">
              <a:buNone/>
              <a:defRPr/>
            </a:lvl1pPr>
          </a:lstStyle>
          <a:p>
            <a:pPr lvl="0"/>
            <a:r>
              <a:rPr lang="de-DE" dirty="0"/>
              <a:t> </a:t>
            </a:r>
          </a:p>
        </p:txBody>
      </p:sp>
      <p:sp>
        <p:nvSpPr>
          <p:cNvPr id="18" name="Textplatzhalter 6">
            <a:extLst>
              <a:ext uri="{FF2B5EF4-FFF2-40B4-BE49-F238E27FC236}">
                <a16:creationId xmlns:a16="http://schemas.microsoft.com/office/drawing/2014/main" id="{52C8C8AF-2104-47A6-BBD7-F1B993050176}"/>
              </a:ext>
            </a:extLst>
          </p:cNvPr>
          <p:cNvSpPr>
            <a:spLocks noGrp="1"/>
          </p:cNvSpPr>
          <p:nvPr>
            <p:ph type="body" sz="quarter" idx="22" hasCustomPrompt="1"/>
          </p:nvPr>
        </p:nvSpPr>
        <p:spPr>
          <a:xfrm>
            <a:off x="260243"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6" name="Textplatzhalter 5">
            <a:extLst>
              <a:ext uri="{FF2B5EF4-FFF2-40B4-BE49-F238E27FC236}">
                <a16:creationId xmlns:a16="http://schemas.microsoft.com/office/drawing/2014/main" id="{313EF672-BFCF-40AF-908E-7CB173A550AB}"/>
              </a:ext>
            </a:extLst>
          </p:cNvPr>
          <p:cNvSpPr>
            <a:spLocks noGrp="1"/>
          </p:cNvSpPr>
          <p:nvPr>
            <p:ph type="body" sz="quarter" idx="23" hasCustomPrompt="1"/>
          </p:nvPr>
        </p:nvSpPr>
        <p:spPr>
          <a:xfrm>
            <a:off x="260243"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0" name="Textplatzhalter 6">
            <a:extLst>
              <a:ext uri="{FF2B5EF4-FFF2-40B4-BE49-F238E27FC236}">
                <a16:creationId xmlns:a16="http://schemas.microsoft.com/office/drawing/2014/main" id="{B640F05E-E104-4577-8448-7F391E08C9DC}"/>
              </a:ext>
            </a:extLst>
          </p:cNvPr>
          <p:cNvSpPr>
            <a:spLocks noGrp="1"/>
          </p:cNvSpPr>
          <p:nvPr>
            <p:ph type="body" sz="quarter" idx="24" hasCustomPrompt="1"/>
          </p:nvPr>
        </p:nvSpPr>
        <p:spPr>
          <a:xfrm>
            <a:off x="32884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1" name="Textplatzhalter 5">
            <a:extLst>
              <a:ext uri="{FF2B5EF4-FFF2-40B4-BE49-F238E27FC236}">
                <a16:creationId xmlns:a16="http://schemas.microsoft.com/office/drawing/2014/main" id="{27D222A8-3446-486D-B58A-2A30020D234A}"/>
              </a:ext>
            </a:extLst>
          </p:cNvPr>
          <p:cNvSpPr>
            <a:spLocks noGrp="1"/>
          </p:cNvSpPr>
          <p:nvPr>
            <p:ph type="body" sz="quarter" idx="25" hasCustomPrompt="1"/>
          </p:nvPr>
        </p:nvSpPr>
        <p:spPr>
          <a:xfrm>
            <a:off x="32884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2" name="Textplatzhalter 6">
            <a:extLst>
              <a:ext uri="{FF2B5EF4-FFF2-40B4-BE49-F238E27FC236}">
                <a16:creationId xmlns:a16="http://schemas.microsoft.com/office/drawing/2014/main" id="{F58D50F9-5F7D-40C5-9072-59A543A89529}"/>
              </a:ext>
            </a:extLst>
          </p:cNvPr>
          <p:cNvSpPr>
            <a:spLocks noGrp="1"/>
          </p:cNvSpPr>
          <p:nvPr>
            <p:ph type="body" sz="quarter" idx="26" hasCustomPrompt="1"/>
          </p:nvPr>
        </p:nvSpPr>
        <p:spPr>
          <a:xfrm>
            <a:off x="63376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3" name="Textplatzhalter 5">
            <a:extLst>
              <a:ext uri="{FF2B5EF4-FFF2-40B4-BE49-F238E27FC236}">
                <a16:creationId xmlns:a16="http://schemas.microsoft.com/office/drawing/2014/main" id="{CF1506C3-5E3F-49FF-AA7C-0F9ECB3136BB}"/>
              </a:ext>
            </a:extLst>
          </p:cNvPr>
          <p:cNvSpPr>
            <a:spLocks noGrp="1"/>
          </p:cNvSpPr>
          <p:nvPr>
            <p:ph type="body" sz="quarter" idx="27" hasCustomPrompt="1"/>
          </p:nvPr>
        </p:nvSpPr>
        <p:spPr>
          <a:xfrm>
            <a:off x="63376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4" name="Textplatzhalter 6">
            <a:extLst>
              <a:ext uri="{FF2B5EF4-FFF2-40B4-BE49-F238E27FC236}">
                <a16:creationId xmlns:a16="http://schemas.microsoft.com/office/drawing/2014/main" id="{1357F599-F75A-4BFD-8D0B-18DCD266AC1D}"/>
              </a:ext>
            </a:extLst>
          </p:cNvPr>
          <p:cNvSpPr>
            <a:spLocks noGrp="1"/>
          </p:cNvSpPr>
          <p:nvPr>
            <p:ph type="body" sz="quarter" idx="28" hasCustomPrompt="1"/>
          </p:nvPr>
        </p:nvSpPr>
        <p:spPr>
          <a:xfrm>
            <a:off x="9356258"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5" name="Textplatzhalter 5">
            <a:extLst>
              <a:ext uri="{FF2B5EF4-FFF2-40B4-BE49-F238E27FC236}">
                <a16:creationId xmlns:a16="http://schemas.microsoft.com/office/drawing/2014/main" id="{F0EC3CF1-6D82-417C-B0CC-6106B9E9ACF0}"/>
              </a:ext>
            </a:extLst>
          </p:cNvPr>
          <p:cNvSpPr>
            <a:spLocks noGrp="1"/>
          </p:cNvSpPr>
          <p:nvPr>
            <p:ph type="body" sz="quarter" idx="29" hasCustomPrompt="1"/>
          </p:nvPr>
        </p:nvSpPr>
        <p:spPr>
          <a:xfrm>
            <a:off x="9356258"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7" name="Textplatzhalter 26">
            <a:extLst>
              <a:ext uri="{FF2B5EF4-FFF2-40B4-BE49-F238E27FC236}">
                <a16:creationId xmlns:a16="http://schemas.microsoft.com/office/drawing/2014/main" id="{F762959A-0E63-44BA-A970-0EB46A021683}"/>
              </a:ext>
            </a:extLst>
          </p:cNvPr>
          <p:cNvSpPr>
            <a:spLocks noGrp="1"/>
          </p:cNvSpPr>
          <p:nvPr>
            <p:ph type="body" sz="quarter" idx="30" hasCustomPrompt="1"/>
          </p:nvPr>
        </p:nvSpPr>
        <p:spPr>
          <a:xfrm>
            <a:off x="260350"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29" name="Textplatzhalter 26">
            <a:extLst>
              <a:ext uri="{FF2B5EF4-FFF2-40B4-BE49-F238E27FC236}">
                <a16:creationId xmlns:a16="http://schemas.microsoft.com/office/drawing/2014/main" id="{A855F28D-0816-4138-96AE-A04FD07A6A3E}"/>
              </a:ext>
            </a:extLst>
          </p:cNvPr>
          <p:cNvSpPr>
            <a:spLocks noGrp="1"/>
          </p:cNvSpPr>
          <p:nvPr>
            <p:ph type="body" sz="quarter" idx="31" hasCustomPrompt="1"/>
          </p:nvPr>
        </p:nvSpPr>
        <p:spPr>
          <a:xfrm>
            <a:off x="3267518"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0" name="Textplatzhalter 26">
            <a:extLst>
              <a:ext uri="{FF2B5EF4-FFF2-40B4-BE49-F238E27FC236}">
                <a16:creationId xmlns:a16="http://schemas.microsoft.com/office/drawing/2014/main" id="{170C8713-8539-459D-B996-11CFD47DCA84}"/>
              </a:ext>
            </a:extLst>
          </p:cNvPr>
          <p:cNvSpPr>
            <a:spLocks noGrp="1"/>
          </p:cNvSpPr>
          <p:nvPr>
            <p:ph type="body" sz="quarter" idx="32" hasCustomPrompt="1"/>
          </p:nvPr>
        </p:nvSpPr>
        <p:spPr>
          <a:xfrm>
            <a:off x="6349594"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1" name="Textplatzhalter 26">
            <a:extLst>
              <a:ext uri="{FF2B5EF4-FFF2-40B4-BE49-F238E27FC236}">
                <a16:creationId xmlns:a16="http://schemas.microsoft.com/office/drawing/2014/main" id="{A587EFD5-BCB1-43B5-8526-205F8B7B2A45}"/>
              </a:ext>
            </a:extLst>
          </p:cNvPr>
          <p:cNvSpPr>
            <a:spLocks noGrp="1"/>
          </p:cNvSpPr>
          <p:nvPr>
            <p:ph type="body" sz="quarter" idx="33" hasCustomPrompt="1"/>
          </p:nvPr>
        </p:nvSpPr>
        <p:spPr>
          <a:xfrm>
            <a:off x="9335656"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Tree>
    <p:extLst>
      <p:ext uri="{BB962C8B-B14F-4D97-AF65-F5344CB8AC3E}">
        <p14:creationId xmlns:p14="http://schemas.microsoft.com/office/powerpoint/2010/main" val="5632859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Kapitel 3">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5" y="3429000"/>
            <a:ext cx="3608388"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pic>
        <p:nvPicPr>
          <p:cNvPr id="13" name="Grafik 12">
            <a:extLst>
              <a:ext uri="{FF2B5EF4-FFF2-40B4-BE49-F238E27FC236}">
                <a16:creationId xmlns:a16="http://schemas.microsoft.com/office/drawing/2014/main" id="{4444A58E-6BD3-4C5C-8D0D-695678E581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268975" y="6352507"/>
            <a:ext cx="407088" cy="407088"/>
          </a:xfrm>
          <a:prstGeom prst="rect">
            <a:avLst/>
          </a:prstGeom>
        </p:spPr>
      </p:pic>
      <p:sp>
        <p:nvSpPr>
          <p:cNvPr id="12" name="Textplatzhalter 9">
            <a:extLst>
              <a:ext uri="{FF2B5EF4-FFF2-40B4-BE49-F238E27FC236}">
                <a16:creationId xmlns:a16="http://schemas.microsoft.com/office/drawing/2014/main" id="{A81420C6-C4D1-44FA-842D-1FCE355C68AC}"/>
              </a:ext>
            </a:extLst>
          </p:cNvPr>
          <p:cNvSpPr>
            <a:spLocks noGrp="1"/>
          </p:cNvSpPr>
          <p:nvPr>
            <p:ph type="body" sz="quarter" idx="18" hasCustomPrompt="1"/>
          </p:nvPr>
        </p:nvSpPr>
        <p:spPr>
          <a:xfrm>
            <a:off x="0" y="0"/>
            <a:ext cx="3049200" cy="6858000"/>
          </a:xfrm>
          <a:solidFill>
            <a:srgbClr val="8BBF40"/>
          </a:solidFill>
        </p:spPr>
        <p:txBody>
          <a:bodyPr/>
          <a:lstStyle>
            <a:lvl1pPr marL="0" indent="0">
              <a:buNone/>
              <a:defRPr/>
            </a:lvl1pPr>
          </a:lstStyle>
          <a:p>
            <a:pPr lvl="0"/>
            <a:r>
              <a:rPr lang="de-DE" dirty="0"/>
              <a:t> </a:t>
            </a:r>
          </a:p>
        </p:txBody>
      </p:sp>
      <p:sp>
        <p:nvSpPr>
          <p:cNvPr id="14" name="Textplatzhalter 9">
            <a:extLst>
              <a:ext uri="{FF2B5EF4-FFF2-40B4-BE49-F238E27FC236}">
                <a16:creationId xmlns:a16="http://schemas.microsoft.com/office/drawing/2014/main" id="{F0B7F28A-634C-4FDE-BC41-6E7FAF841E04}"/>
              </a:ext>
            </a:extLst>
          </p:cNvPr>
          <p:cNvSpPr>
            <a:spLocks noGrp="1"/>
          </p:cNvSpPr>
          <p:nvPr>
            <p:ph type="body" sz="quarter" idx="19" hasCustomPrompt="1"/>
          </p:nvPr>
        </p:nvSpPr>
        <p:spPr>
          <a:xfrm>
            <a:off x="3049200" y="0"/>
            <a:ext cx="3049200" cy="6858000"/>
          </a:xfrm>
          <a:solidFill>
            <a:schemeClr val="accent5"/>
          </a:solidFill>
        </p:spPr>
        <p:txBody>
          <a:bodyPr/>
          <a:lstStyle>
            <a:lvl1pPr marL="0" indent="0">
              <a:buNone/>
              <a:defRPr/>
            </a:lvl1pPr>
          </a:lstStyle>
          <a:p>
            <a:pPr lvl="0"/>
            <a:r>
              <a:rPr lang="de-DE" dirty="0"/>
              <a:t> </a:t>
            </a:r>
          </a:p>
        </p:txBody>
      </p:sp>
      <p:sp>
        <p:nvSpPr>
          <p:cNvPr id="15" name="Textplatzhalter 9">
            <a:extLst>
              <a:ext uri="{FF2B5EF4-FFF2-40B4-BE49-F238E27FC236}">
                <a16:creationId xmlns:a16="http://schemas.microsoft.com/office/drawing/2014/main" id="{25C986F5-AE26-4944-A198-BF41A0B5178E}"/>
              </a:ext>
            </a:extLst>
          </p:cNvPr>
          <p:cNvSpPr>
            <a:spLocks noGrp="1"/>
          </p:cNvSpPr>
          <p:nvPr>
            <p:ph type="body" sz="quarter" idx="20" hasCustomPrompt="1"/>
          </p:nvPr>
        </p:nvSpPr>
        <p:spPr>
          <a:xfrm>
            <a:off x="6098400" y="0"/>
            <a:ext cx="3049200" cy="6858000"/>
          </a:xfrm>
          <a:solidFill>
            <a:schemeClr val="accent4"/>
          </a:solidFill>
        </p:spPr>
        <p:txBody>
          <a:bodyPr/>
          <a:lstStyle>
            <a:lvl1pPr marL="0" indent="0">
              <a:buNone/>
              <a:defRPr/>
            </a:lvl1pPr>
          </a:lstStyle>
          <a:p>
            <a:pPr lvl="0"/>
            <a:r>
              <a:rPr lang="de-DE" dirty="0"/>
              <a:t> </a:t>
            </a:r>
          </a:p>
        </p:txBody>
      </p:sp>
      <p:sp>
        <p:nvSpPr>
          <p:cNvPr id="16" name="Textplatzhalter 9">
            <a:extLst>
              <a:ext uri="{FF2B5EF4-FFF2-40B4-BE49-F238E27FC236}">
                <a16:creationId xmlns:a16="http://schemas.microsoft.com/office/drawing/2014/main" id="{31EA271B-6779-4302-8204-9D8465F2564B}"/>
              </a:ext>
            </a:extLst>
          </p:cNvPr>
          <p:cNvSpPr>
            <a:spLocks noGrp="1"/>
          </p:cNvSpPr>
          <p:nvPr>
            <p:ph type="body" sz="quarter" idx="21" hasCustomPrompt="1"/>
          </p:nvPr>
        </p:nvSpPr>
        <p:spPr>
          <a:xfrm>
            <a:off x="9147600" y="0"/>
            <a:ext cx="3049200" cy="6858000"/>
          </a:xfrm>
          <a:solidFill>
            <a:schemeClr val="accent6"/>
          </a:solidFill>
        </p:spPr>
        <p:txBody>
          <a:bodyPr/>
          <a:lstStyle>
            <a:lvl1pPr marL="0" indent="0">
              <a:buNone/>
              <a:defRPr/>
            </a:lvl1pPr>
          </a:lstStyle>
          <a:p>
            <a:pPr lvl="0"/>
            <a:r>
              <a:rPr lang="de-DE" dirty="0"/>
              <a:t> </a:t>
            </a:r>
          </a:p>
        </p:txBody>
      </p:sp>
      <p:sp>
        <p:nvSpPr>
          <p:cNvPr id="18" name="Textplatzhalter 6">
            <a:extLst>
              <a:ext uri="{FF2B5EF4-FFF2-40B4-BE49-F238E27FC236}">
                <a16:creationId xmlns:a16="http://schemas.microsoft.com/office/drawing/2014/main" id="{52C8C8AF-2104-47A6-BBD7-F1B993050176}"/>
              </a:ext>
            </a:extLst>
          </p:cNvPr>
          <p:cNvSpPr>
            <a:spLocks noGrp="1"/>
          </p:cNvSpPr>
          <p:nvPr>
            <p:ph type="body" sz="quarter" idx="22" hasCustomPrompt="1"/>
          </p:nvPr>
        </p:nvSpPr>
        <p:spPr>
          <a:xfrm>
            <a:off x="260243"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6" name="Textplatzhalter 5">
            <a:extLst>
              <a:ext uri="{FF2B5EF4-FFF2-40B4-BE49-F238E27FC236}">
                <a16:creationId xmlns:a16="http://schemas.microsoft.com/office/drawing/2014/main" id="{313EF672-BFCF-40AF-908E-7CB173A550AB}"/>
              </a:ext>
            </a:extLst>
          </p:cNvPr>
          <p:cNvSpPr>
            <a:spLocks noGrp="1"/>
          </p:cNvSpPr>
          <p:nvPr>
            <p:ph type="body" sz="quarter" idx="23" hasCustomPrompt="1"/>
          </p:nvPr>
        </p:nvSpPr>
        <p:spPr>
          <a:xfrm>
            <a:off x="260243"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0" name="Textplatzhalter 6">
            <a:extLst>
              <a:ext uri="{FF2B5EF4-FFF2-40B4-BE49-F238E27FC236}">
                <a16:creationId xmlns:a16="http://schemas.microsoft.com/office/drawing/2014/main" id="{B640F05E-E104-4577-8448-7F391E08C9DC}"/>
              </a:ext>
            </a:extLst>
          </p:cNvPr>
          <p:cNvSpPr>
            <a:spLocks noGrp="1"/>
          </p:cNvSpPr>
          <p:nvPr>
            <p:ph type="body" sz="quarter" idx="24" hasCustomPrompt="1"/>
          </p:nvPr>
        </p:nvSpPr>
        <p:spPr>
          <a:xfrm>
            <a:off x="32884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1" name="Textplatzhalter 5">
            <a:extLst>
              <a:ext uri="{FF2B5EF4-FFF2-40B4-BE49-F238E27FC236}">
                <a16:creationId xmlns:a16="http://schemas.microsoft.com/office/drawing/2014/main" id="{27D222A8-3446-486D-B58A-2A30020D234A}"/>
              </a:ext>
            </a:extLst>
          </p:cNvPr>
          <p:cNvSpPr>
            <a:spLocks noGrp="1"/>
          </p:cNvSpPr>
          <p:nvPr>
            <p:ph type="body" sz="quarter" idx="25" hasCustomPrompt="1"/>
          </p:nvPr>
        </p:nvSpPr>
        <p:spPr>
          <a:xfrm>
            <a:off x="32884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2" name="Textplatzhalter 6">
            <a:extLst>
              <a:ext uri="{FF2B5EF4-FFF2-40B4-BE49-F238E27FC236}">
                <a16:creationId xmlns:a16="http://schemas.microsoft.com/office/drawing/2014/main" id="{F58D50F9-5F7D-40C5-9072-59A543A89529}"/>
              </a:ext>
            </a:extLst>
          </p:cNvPr>
          <p:cNvSpPr>
            <a:spLocks noGrp="1"/>
          </p:cNvSpPr>
          <p:nvPr>
            <p:ph type="body" sz="quarter" idx="26" hasCustomPrompt="1"/>
          </p:nvPr>
        </p:nvSpPr>
        <p:spPr>
          <a:xfrm>
            <a:off x="63376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3" name="Textplatzhalter 5">
            <a:extLst>
              <a:ext uri="{FF2B5EF4-FFF2-40B4-BE49-F238E27FC236}">
                <a16:creationId xmlns:a16="http://schemas.microsoft.com/office/drawing/2014/main" id="{CF1506C3-5E3F-49FF-AA7C-0F9ECB3136BB}"/>
              </a:ext>
            </a:extLst>
          </p:cNvPr>
          <p:cNvSpPr>
            <a:spLocks noGrp="1"/>
          </p:cNvSpPr>
          <p:nvPr>
            <p:ph type="body" sz="quarter" idx="27" hasCustomPrompt="1"/>
          </p:nvPr>
        </p:nvSpPr>
        <p:spPr>
          <a:xfrm>
            <a:off x="63376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4" name="Textplatzhalter 6">
            <a:extLst>
              <a:ext uri="{FF2B5EF4-FFF2-40B4-BE49-F238E27FC236}">
                <a16:creationId xmlns:a16="http://schemas.microsoft.com/office/drawing/2014/main" id="{1357F599-F75A-4BFD-8D0B-18DCD266AC1D}"/>
              </a:ext>
            </a:extLst>
          </p:cNvPr>
          <p:cNvSpPr>
            <a:spLocks noGrp="1"/>
          </p:cNvSpPr>
          <p:nvPr>
            <p:ph type="body" sz="quarter" idx="28" hasCustomPrompt="1"/>
          </p:nvPr>
        </p:nvSpPr>
        <p:spPr>
          <a:xfrm>
            <a:off x="9356258"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5" name="Textplatzhalter 5">
            <a:extLst>
              <a:ext uri="{FF2B5EF4-FFF2-40B4-BE49-F238E27FC236}">
                <a16:creationId xmlns:a16="http://schemas.microsoft.com/office/drawing/2014/main" id="{F0EC3CF1-6D82-417C-B0CC-6106B9E9ACF0}"/>
              </a:ext>
            </a:extLst>
          </p:cNvPr>
          <p:cNvSpPr>
            <a:spLocks noGrp="1"/>
          </p:cNvSpPr>
          <p:nvPr>
            <p:ph type="body" sz="quarter" idx="29" hasCustomPrompt="1"/>
          </p:nvPr>
        </p:nvSpPr>
        <p:spPr>
          <a:xfrm>
            <a:off x="9356258"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7" name="Textplatzhalter 26">
            <a:extLst>
              <a:ext uri="{FF2B5EF4-FFF2-40B4-BE49-F238E27FC236}">
                <a16:creationId xmlns:a16="http://schemas.microsoft.com/office/drawing/2014/main" id="{F762959A-0E63-44BA-A970-0EB46A021683}"/>
              </a:ext>
            </a:extLst>
          </p:cNvPr>
          <p:cNvSpPr>
            <a:spLocks noGrp="1"/>
          </p:cNvSpPr>
          <p:nvPr>
            <p:ph type="body" sz="quarter" idx="30" hasCustomPrompt="1"/>
          </p:nvPr>
        </p:nvSpPr>
        <p:spPr>
          <a:xfrm>
            <a:off x="260350"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29" name="Textplatzhalter 26">
            <a:extLst>
              <a:ext uri="{FF2B5EF4-FFF2-40B4-BE49-F238E27FC236}">
                <a16:creationId xmlns:a16="http://schemas.microsoft.com/office/drawing/2014/main" id="{A855F28D-0816-4138-96AE-A04FD07A6A3E}"/>
              </a:ext>
            </a:extLst>
          </p:cNvPr>
          <p:cNvSpPr>
            <a:spLocks noGrp="1"/>
          </p:cNvSpPr>
          <p:nvPr>
            <p:ph type="body" sz="quarter" idx="31" hasCustomPrompt="1"/>
          </p:nvPr>
        </p:nvSpPr>
        <p:spPr>
          <a:xfrm>
            <a:off x="3267518"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0" name="Textplatzhalter 26">
            <a:extLst>
              <a:ext uri="{FF2B5EF4-FFF2-40B4-BE49-F238E27FC236}">
                <a16:creationId xmlns:a16="http://schemas.microsoft.com/office/drawing/2014/main" id="{170C8713-8539-459D-B996-11CFD47DCA84}"/>
              </a:ext>
            </a:extLst>
          </p:cNvPr>
          <p:cNvSpPr>
            <a:spLocks noGrp="1"/>
          </p:cNvSpPr>
          <p:nvPr>
            <p:ph type="body" sz="quarter" idx="32" hasCustomPrompt="1"/>
          </p:nvPr>
        </p:nvSpPr>
        <p:spPr>
          <a:xfrm>
            <a:off x="6349594"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1" name="Textplatzhalter 26">
            <a:extLst>
              <a:ext uri="{FF2B5EF4-FFF2-40B4-BE49-F238E27FC236}">
                <a16:creationId xmlns:a16="http://schemas.microsoft.com/office/drawing/2014/main" id="{A587EFD5-BCB1-43B5-8526-205F8B7B2A45}"/>
              </a:ext>
            </a:extLst>
          </p:cNvPr>
          <p:cNvSpPr>
            <a:spLocks noGrp="1"/>
          </p:cNvSpPr>
          <p:nvPr>
            <p:ph type="body" sz="quarter" idx="33" hasCustomPrompt="1"/>
          </p:nvPr>
        </p:nvSpPr>
        <p:spPr>
          <a:xfrm>
            <a:off x="9335656"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Tree>
    <p:extLst>
      <p:ext uri="{BB962C8B-B14F-4D97-AF65-F5344CB8AC3E}">
        <p14:creationId xmlns:p14="http://schemas.microsoft.com/office/powerpoint/2010/main" val="27177780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Kapitel 4">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E95B72B5-7F27-4E92-B885-C9274AA6E8B7}"/>
              </a:ext>
            </a:extLst>
          </p:cNvPr>
          <p:cNvSpPr>
            <a:spLocks noGrp="1"/>
          </p:cNvSpPr>
          <p:nvPr>
            <p:ph type="body" sz="quarter" idx="15" hasCustomPrompt="1"/>
          </p:nvPr>
        </p:nvSpPr>
        <p:spPr>
          <a:xfrm>
            <a:off x="8067675" y="3429000"/>
            <a:ext cx="3608388"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pic>
        <p:nvPicPr>
          <p:cNvPr id="13" name="Grafik 12">
            <a:extLst>
              <a:ext uri="{FF2B5EF4-FFF2-40B4-BE49-F238E27FC236}">
                <a16:creationId xmlns:a16="http://schemas.microsoft.com/office/drawing/2014/main" id="{4444A58E-6BD3-4C5C-8D0D-695678E581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268975" y="6352507"/>
            <a:ext cx="407088" cy="407088"/>
          </a:xfrm>
          <a:prstGeom prst="rect">
            <a:avLst/>
          </a:prstGeom>
        </p:spPr>
      </p:pic>
      <p:sp>
        <p:nvSpPr>
          <p:cNvPr id="12" name="Textplatzhalter 9">
            <a:extLst>
              <a:ext uri="{FF2B5EF4-FFF2-40B4-BE49-F238E27FC236}">
                <a16:creationId xmlns:a16="http://schemas.microsoft.com/office/drawing/2014/main" id="{A81420C6-C4D1-44FA-842D-1FCE355C68AC}"/>
              </a:ext>
            </a:extLst>
          </p:cNvPr>
          <p:cNvSpPr>
            <a:spLocks noGrp="1"/>
          </p:cNvSpPr>
          <p:nvPr>
            <p:ph type="body" sz="quarter" idx="18" hasCustomPrompt="1"/>
          </p:nvPr>
        </p:nvSpPr>
        <p:spPr>
          <a:xfrm>
            <a:off x="0" y="0"/>
            <a:ext cx="3049200" cy="6858000"/>
          </a:xfrm>
          <a:solidFill>
            <a:srgbClr val="ED2722"/>
          </a:solidFill>
        </p:spPr>
        <p:txBody>
          <a:bodyPr/>
          <a:lstStyle>
            <a:lvl1pPr marL="0" indent="0">
              <a:buNone/>
              <a:defRPr/>
            </a:lvl1pPr>
          </a:lstStyle>
          <a:p>
            <a:pPr lvl="0"/>
            <a:r>
              <a:rPr lang="de-DE" dirty="0"/>
              <a:t> </a:t>
            </a:r>
          </a:p>
        </p:txBody>
      </p:sp>
      <p:sp>
        <p:nvSpPr>
          <p:cNvPr id="14" name="Textplatzhalter 9">
            <a:extLst>
              <a:ext uri="{FF2B5EF4-FFF2-40B4-BE49-F238E27FC236}">
                <a16:creationId xmlns:a16="http://schemas.microsoft.com/office/drawing/2014/main" id="{F0B7F28A-634C-4FDE-BC41-6E7FAF841E04}"/>
              </a:ext>
            </a:extLst>
          </p:cNvPr>
          <p:cNvSpPr>
            <a:spLocks noGrp="1"/>
          </p:cNvSpPr>
          <p:nvPr>
            <p:ph type="body" sz="quarter" idx="19" hasCustomPrompt="1"/>
          </p:nvPr>
        </p:nvSpPr>
        <p:spPr>
          <a:xfrm>
            <a:off x="3049200" y="0"/>
            <a:ext cx="3049200" cy="6858000"/>
          </a:xfrm>
          <a:solidFill>
            <a:srgbClr val="6D0E4C"/>
          </a:solidFill>
        </p:spPr>
        <p:txBody>
          <a:bodyPr/>
          <a:lstStyle>
            <a:lvl1pPr marL="0" indent="0">
              <a:buNone/>
              <a:defRPr/>
            </a:lvl1pPr>
          </a:lstStyle>
          <a:p>
            <a:pPr lvl="0"/>
            <a:r>
              <a:rPr lang="de-DE" dirty="0"/>
              <a:t> </a:t>
            </a:r>
          </a:p>
        </p:txBody>
      </p:sp>
      <p:sp>
        <p:nvSpPr>
          <p:cNvPr id="15" name="Textplatzhalter 9">
            <a:extLst>
              <a:ext uri="{FF2B5EF4-FFF2-40B4-BE49-F238E27FC236}">
                <a16:creationId xmlns:a16="http://schemas.microsoft.com/office/drawing/2014/main" id="{25C986F5-AE26-4944-A198-BF41A0B5178E}"/>
              </a:ext>
            </a:extLst>
          </p:cNvPr>
          <p:cNvSpPr>
            <a:spLocks noGrp="1"/>
          </p:cNvSpPr>
          <p:nvPr>
            <p:ph type="body" sz="quarter" idx="20" hasCustomPrompt="1"/>
          </p:nvPr>
        </p:nvSpPr>
        <p:spPr>
          <a:xfrm>
            <a:off x="6098400" y="0"/>
            <a:ext cx="3049200" cy="6858000"/>
          </a:xfrm>
          <a:solidFill>
            <a:schemeClr val="accent3"/>
          </a:solidFill>
        </p:spPr>
        <p:txBody>
          <a:bodyPr/>
          <a:lstStyle>
            <a:lvl1pPr marL="0" indent="0">
              <a:buNone/>
              <a:defRPr/>
            </a:lvl1pPr>
          </a:lstStyle>
          <a:p>
            <a:pPr lvl="0"/>
            <a:r>
              <a:rPr lang="de-DE" dirty="0"/>
              <a:t> </a:t>
            </a:r>
          </a:p>
        </p:txBody>
      </p:sp>
      <p:sp>
        <p:nvSpPr>
          <p:cNvPr id="16" name="Textplatzhalter 9">
            <a:extLst>
              <a:ext uri="{FF2B5EF4-FFF2-40B4-BE49-F238E27FC236}">
                <a16:creationId xmlns:a16="http://schemas.microsoft.com/office/drawing/2014/main" id="{31EA271B-6779-4302-8204-9D8465F2564B}"/>
              </a:ext>
            </a:extLst>
          </p:cNvPr>
          <p:cNvSpPr>
            <a:spLocks noGrp="1"/>
          </p:cNvSpPr>
          <p:nvPr>
            <p:ph type="body" sz="quarter" idx="21" hasCustomPrompt="1"/>
          </p:nvPr>
        </p:nvSpPr>
        <p:spPr>
          <a:xfrm>
            <a:off x="9147600" y="0"/>
            <a:ext cx="3049200" cy="6858000"/>
          </a:xfrm>
          <a:solidFill>
            <a:schemeClr val="accent2"/>
          </a:solidFill>
        </p:spPr>
        <p:txBody>
          <a:bodyPr/>
          <a:lstStyle>
            <a:lvl1pPr marL="0" indent="0">
              <a:buNone/>
              <a:defRPr/>
            </a:lvl1pPr>
          </a:lstStyle>
          <a:p>
            <a:pPr lvl="0"/>
            <a:r>
              <a:rPr lang="de-DE" dirty="0"/>
              <a:t> </a:t>
            </a:r>
          </a:p>
        </p:txBody>
      </p:sp>
      <p:sp>
        <p:nvSpPr>
          <p:cNvPr id="18" name="Textplatzhalter 6">
            <a:extLst>
              <a:ext uri="{FF2B5EF4-FFF2-40B4-BE49-F238E27FC236}">
                <a16:creationId xmlns:a16="http://schemas.microsoft.com/office/drawing/2014/main" id="{52C8C8AF-2104-47A6-BBD7-F1B993050176}"/>
              </a:ext>
            </a:extLst>
          </p:cNvPr>
          <p:cNvSpPr>
            <a:spLocks noGrp="1"/>
          </p:cNvSpPr>
          <p:nvPr>
            <p:ph type="body" sz="quarter" idx="22" hasCustomPrompt="1"/>
          </p:nvPr>
        </p:nvSpPr>
        <p:spPr>
          <a:xfrm>
            <a:off x="260243"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6" name="Textplatzhalter 5">
            <a:extLst>
              <a:ext uri="{FF2B5EF4-FFF2-40B4-BE49-F238E27FC236}">
                <a16:creationId xmlns:a16="http://schemas.microsoft.com/office/drawing/2014/main" id="{313EF672-BFCF-40AF-908E-7CB173A550AB}"/>
              </a:ext>
            </a:extLst>
          </p:cNvPr>
          <p:cNvSpPr>
            <a:spLocks noGrp="1"/>
          </p:cNvSpPr>
          <p:nvPr>
            <p:ph type="body" sz="quarter" idx="23" hasCustomPrompt="1"/>
          </p:nvPr>
        </p:nvSpPr>
        <p:spPr>
          <a:xfrm>
            <a:off x="260243"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0" name="Textplatzhalter 6">
            <a:extLst>
              <a:ext uri="{FF2B5EF4-FFF2-40B4-BE49-F238E27FC236}">
                <a16:creationId xmlns:a16="http://schemas.microsoft.com/office/drawing/2014/main" id="{B640F05E-E104-4577-8448-7F391E08C9DC}"/>
              </a:ext>
            </a:extLst>
          </p:cNvPr>
          <p:cNvSpPr>
            <a:spLocks noGrp="1"/>
          </p:cNvSpPr>
          <p:nvPr>
            <p:ph type="body" sz="quarter" idx="24" hasCustomPrompt="1"/>
          </p:nvPr>
        </p:nvSpPr>
        <p:spPr>
          <a:xfrm>
            <a:off x="32884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1" name="Textplatzhalter 5">
            <a:extLst>
              <a:ext uri="{FF2B5EF4-FFF2-40B4-BE49-F238E27FC236}">
                <a16:creationId xmlns:a16="http://schemas.microsoft.com/office/drawing/2014/main" id="{27D222A8-3446-486D-B58A-2A30020D234A}"/>
              </a:ext>
            </a:extLst>
          </p:cNvPr>
          <p:cNvSpPr>
            <a:spLocks noGrp="1"/>
          </p:cNvSpPr>
          <p:nvPr>
            <p:ph type="body" sz="quarter" idx="25" hasCustomPrompt="1"/>
          </p:nvPr>
        </p:nvSpPr>
        <p:spPr>
          <a:xfrm>
            <a:off x="32884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2" name="Textplatzhalter 6">
            <a:extLst>
              <a:ext uri="{FF2B5EF4-FFF2-40B4-BE49-F238E27FC236}">
                <a16:creationId xmlns:a16="http://schemas.microsoft.com/office/drawing/2014/main" id="{F58D50F9-5F7D-40C5-9072-59A543A89529}"/>
              </a:ext>
            </a:extLst>
          </p:cNvPr>
          <p:cNvSpPr>
            <a:spLocks noGrp="1"/>
          </p:cNvSpPr>
          <p:nvPr>
            <p:ph type="body" sz="quarter" idx="26" hasCustomPrompt="1"/>
          </p:nvPr>
        </p:nvSpPr>
        <p:spPr>
          <a:xfrm>
            <a:off x="6337680"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3" name="Textplatzhalter 5">
            <a:extLst>
              <a:ext uri="{FF2B5EF4-FFF2-40B4-BE49-F238E27FC236}">
                <a16:creationId xmlns:a16="http://schemas.microsoft.com/office/drawing/2014/main" id="{CF1506C3-5E3F-49FF-AA7C-0F9ECB3136BB}"/>
              </a:ext>
            </a:extLst>
          </p:cNvPr>
          <p:cNvSpPr>
            <a:spLocks noGrp="1"/>
          </p:cNvSpPr>
          <p:nvPr>
            <p:ph type="body" sz="quarter" idx="27" hasCustomPrompt="1"/>
          </p:nvPr>
        </p:nvSpPr>
        <p:spPr>
          <a:xfrm>
            <a:off x="6337680"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4" name="Textplatzhalter 6">
            <a:extLst>
              <a:ext uri="{FF2B5EF4-FFF2-40B4-BE49-F238E27FC236}">
                <a16:creationId xmlns:a16="http://schemas.microsoft.com/office/drawing/2014/main" id="{1357F599-F75A-4BFD-8D0B-18DCD266AC1D}"/>
              </a:ext>
            </a:extLst>
          </p:cNvPr>
          <p:cNvSpPr>
            <a:spLocks noGrp="1"/>
          </p:cNvSpPr>
          <p:nvPr>
            <p:ph type="body" sz="quarter" idx="28" hasCustomPrompt="1"/>
          </p:nvPr>
        </p:nvSpPr>
        <p:spPr>
          <a:xfrm>
            <a:off x="9356258" y="853870"/>
            <a:ext cx="2570639" cy="1482725"/>
          </a:xfrm>
        </p:spPr>
        <p:txBody>
          <a:bodyPr lIns="0" tIns="0" rIns="0" bIns="0">
            <a:noAutofit/>
          </a:bodyPr>
          <a:lstStyle>
            <a:lvl1pPr marL="0" indent="0">
              <a:buNone/>
              <a:defRPr sz="6600" b="1" cap="all" baseline="0">
                <a:solidFill>
                  <a:schemeClr val="bg1"/>
                </a:solidFill>
              </a:defRPr>
            </a:lvl1pPr>
          </a:lstStyle>
          <a:p>
            <a:pPr lvl="0"/>
            <a:r>
              <a:rPr lang="de-DE" dirty="0"/>
              <a:t>Text</a:t>
            </a:r>
          </a:p>
        </p:txBody>
      </p:sp>
      <p:sp>
        <p:nvSpPr>
          <p:cNvPr id="25" name="Textplatzhalter 5">
            <a:extLst>
              <a:ext uri="{FF2B5EF4-FFF2-40B4-BE49-F238E27FC236}">
                <a16:creationId xmlns:a16="http://schemas.microsoft.com/office/drawing/2014/main" id="{F0EC3CF1-6D82-417C-B0CC-6106B9E9ACF0}"/>
              </a:ext>
            </a:extLst>
          </p:cNvPr>
          <p:cNvSpPr>
            <a:spLocks noGrp="1"/>
          </p:cNvSpPr>
          <p:nvPr>
            <p:ph type="body" sz="quarter" idx="29" hasCustomPrompt="1"/>
          </p:nvPr>
        </p:nvSpPr>
        <p:spPr>
          <a:xfrm>
            <a:off x="9356258" y="476250"/>
            <a:ext cx="2570639" cy="340042"/>
          </a:xfrm>
        </p:spPr>
        <p:txBody>
          <a:bodyPr lIns="0" tIns="0" rIns="0" bIns="36000" anchor="ctr"/>
          <a:lstStyle>
            <a:lvl1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1pPr>
            <a:lvl2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2pPr>
            <a:lvl3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3pPr>
            <a:lvl4pPr marL="0" indent="0" algn="l" defTabSz="914400" rtl="0" eaLnBrk="1" latinLnBrk="0" hangingPunct="1">
              <a:lnSpc>
                <a:spcPct val="90000"/>
              </a:lnSpc>
              <a:spcBef>
                <a:spcPct val="0"/>
              </a:spcBef>
              <a:buNone/>
              <a:defRPr lang="de-DE" sz="2400" kern="1200" cap="all" baseline="0" smtClean="0">
                <a:solidFill>
                  <a:schemeClr val="bg1"/>
                </a:solidFill>
                <a:latin typeface="+mj-lt"/>
                <a:ea typeface="+mj-ea"/>
                <a:cs typeface="+mj-cs"/>
              </a:defRPr>
            </a:lvl4pPr>
            <a:lvl5pPr marL="0" indent="0" algn="l" defTabSz="914400" rtl="0" eaLnBrk="1" latinLnBrk="0" hangingPunct="1">
              <a:lnSpc>
                <a:spcPct val="90000"/>
              </a:lnSpc>
              <a:spcBef>
                <a:spcPct val="0"/>
              </a:spcBef>
              <a:buNone/>
              <a:defRPr lang="de-DE" sz="2400" kern="1200" cap="all" baseline="0">
                <a:solidFill>
                  <a:schemeClr val="bg1"/>
                </a:solidFill>
                <a:latin typeface="+mj-lt"/>
                <a:ea typeface="+mj-ea"/>
                <a:cs typeface="+mj-cs"/>
              </a:defRPr>
            </a:lvl5pPr>
          </a:lstStyle>
          <a:p>
            <a:pPr lvl="0"/>
            <a:r>
              <a:rPr lang="de-DE" dirty="0"/>
              <a:t>Kapitel</a:t>
            </a:r>
          </a:p>
        </p:txBody>
      </p:sp>
      <p:sp>
        <p:nvSpPr>
          <p:cNvPr id="27" name="Textplatzhalter 26">
            <a:extLst>
              <a:ext uri="{FF2B5EF4-FFF2-40B4-BE49-F238E27FC236}">
                <a16:creationId xmlns:a16="http://schemas.microsoft.com/office/drawing/2014/main" id="{F762959A-0E63-44BA-A970-0EB46A021683}"/>
              </a:ext>
            </a:extLst>
          </p:cNvPr>
          <p:cNvSpPr>
            <a:spLocks noGrp="1"/>
          </p:cNvSpPr>
          <p:nvPr>
            <p:ph type="body" sz="quarter" idx="30" hasCustomPrompt="1"/>
          </p:nvPr>
        </p:nvSpPr>
        <p:spPr>
          <a:xfrm>
            <a:off x="260350"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29" name="Textplatzhalter 26">
            <a:extLst>
              <a:ext uri="{FF2B5EF4-FFF2-40B4-BE49-F238E27FC236}">
                <a16:creationId xmlns:a16="http://schemas.microsoft.com/office/drawing/2014/main" id="{A855F28D-0816-4138-96AE-A04FD07A6A3E}"/>
              </a:ext>
            </a:extLst>
          </p:cNvPr>
          <p:cNvSpPr>
            <a:spLocks noGrp="1"/>
          </p:cNvSpPr>
          <p:nvPr>
            <p:ph type="body" sz="quarter" idx="31" hasCustomPrompt="1"/>
          </p:nvPr>
        </p:nvSpPr>
        <p:spPr>
          <a:xfrm>
            <a:off x="3267518"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0" name="Textplatzhalter 26">
            <a:extLst>
              <a:ext uri="{FF2B5EF4-FFF2-40B4-BE49-F238E27FC236}">
                <a16:creationId xmlns:a16="http://schemas.microsoft.com/office/drawing/2014/main" id="{170C8713-8539-459D-B996-11CFD47DCA84}"/>
              </a:ext>
            </a:extLst>
          </p:cNvPr>
          <p:cNvSpPr>
            <a:spLocks noGrp="1"/>
          </p:cNvSpPr>
          <p:nvPr>
            <p:ph type="body" sz="quarter" idx="32" hasCustomPrompt="1"/>
          </p:nvPr>
        </p:nvSpPr>
        <p:spPr>
          <a:xfrm>
            <a:off x="6349594"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
        <p:nvSpPr>
          <p:cNvPr id="31" name="Textplatzhalter 26">
            <a:extLst>
              <a:ext uri="{FF2B5EF4-FFF2-40B4-BE49-F238E27FC236}">
                <a16:creationId xmlns:a16="http://schemas.microsoft.com/office/drawing/2014/main" id="{A587EFD5-BCB1-43B5-8526-205F8B7B2A45}"/>
              </a:ext>
            </a:extLst>
          </p:cNvPr>
          <p:cNvSpPr>
            <a:spLocks noGrp="1"/>
          </p:cNvSpPr>
          <p:nvPr>
            <p:ph type="body" sz="quarter" idx="33" hasCustomPrompt="1"/>
          </p:nvPr>
        </p:nvSpPr>
        <p:spPr>
          <a:xfrm>
            <a:off x="9335656" y="2455863"/>
            <a:ext cx="2579688" cy="3673475"/>
          </a:xfrm>
        </p:spPr>
        <p:txBody>
          <a:bodyPr/>
          <a:lstStyle>
            <a:lvl1pPr>
              <a:buClr>
                <a:schemeClr val="bg1"/>
              </a:buClr>
              <a:defRPr sz="20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dirty="0"/>
              <a:t>Text</a:t>
            </a:r>
          </a:p>
        </p:txBody>
      </p:sp>
    </p:spTree>
    <p:extLst>
      <p:ext uri="{BB962C8B-B14F-4D97-AF65-F5344CB8AC3E}">
        <p14:creationId xmlns:p14="http://schemas.microsoft.com/office/powerpoint/2010/main" val="41196333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F3803B84-C617-4F86-880D-BA48ECECA898}"/>
              </a:ext>
            </a:extLst>
          </p:cNvPr>
          <p:cNvSpPr>
            <a:spLocks noGrp="1"/>
          </p:cNvSpPr>
          <p:nvPr>
            <p:ph type="body" sz="quarter" idx="14" hasCustomPrompt="1"/>
          </p:nvPr>
        </p:nvSpPr>
        <p:spPr>
          <a:xfrm>
            <a:off x="0" y="0"/>
            <a:ext cx="12191999" cy="6858000"/>
          </a:xfrm>
          <a:solidFill>
            <a:schemeClr val="accent5"/>
          </a:solidFill>
        </p:spPr>
        <p:txBody>
          <a:bodyPr lIns="504000" tIns="504000" rIns="504000" bIns="504000" anchor="ctr">
            <a:normAutofit/>
          </a:bodyPr>
          <a:lstStyle>
            <a:lvl1pPr marL="0" indent="0" algn="ctr">
              <a:buNone/>
              <a:defRPr sz="4000">
                <a:solidFill>
                  <a:schemeClr val="bg1"/>
                </a:solidFill>
              </a:defRPr>
            </a:lvl1pPr>
          </a:lstStyle>
          <a:p>
            <a:pPr lvl="0"/>
            <a:r>
              <a:rPr lang="de-DE" dirty="0"/>
              <a:t> Zitat</a:t>
            </a:r>
          </a:p>
        </p:txBody>
      </p:sp>
      <p:sp>
        <p:nvSpPr>
          <p:cNvPr id="4" name="Textplatzhalter 12">
            <a:extLst>
              <a:ext uri="{FF2B5EF4-FFF2-40B4-BE49-F238E27FC236}">
                <a16:creationId xmlns:a16="http://schemas.microsoft.com/office/drawing/2014/main" id="{E720FE1A-2D50-4223-921A-F574BB4A0CD0}"/>
              </a:ext>
            </a:extLst>
          </p:cNvPr>
          <p:cNvSpPr>
            <a:spLocks noGrp="1"/>
          </p:cNvSpPr>
          <p:nvPr>
            <p:ph type="body" sz="quarter" idx="35" hasCustomPrompt="1"/>
          </p:nvPr>
        </p:nvSpPr>
        <p:spPr>
          <a:xfrm>
            <a:off x="11311650" y="263961"/>
            <a:ext cx="518400" cy="518400"/>
          </a:xfrm>
          <a:blipFill dpi="0" rotWithShape="1">
            <a:blip r:embed="rId2" cstate="screen">
              <a:extLst>
                <a:ext uri="{28A0092B-C50C-407E-A947-70E740481C1C}">
                  <a14:useLocalDpi xmlns:a14="http://schemas.microsoft.com/office/drawing/2010/main"/>
                </a:ext>
              </a:extLst>
            </a:blip>
            <a:srcRect/>
            <a:stretch>
              <a:fillRect/>
            </a:stretch>
          </a:blipFill>
        </p:spPr>
        <p:txBody>
          <a:bodyPr>
            <a:normAutofit/>
          </a:bodyPr>
          <a:lstStyle>
            <a:lvl1pPr marL="0" indent="0">
              <a:buNone/>
              <a:defRPr sz="100"/>
            </a:lvl1pPr>
          </a:lstStyle>
          <a:p>
            <a:pPr lvl="0"/>
            <a:r>
              <a:rPr lang="de-DE" dirty="0"/>
              <a:t> </a:t>
            </a:r>
          </a:p>
        </p:txBody>
      </p:sp>
      <p:pic>
        <p:nvPicPr>
          <p:cNvPr id="2" name="Inhaltsplatzhalter 4">
            <a:extLst>
              <a:ext uri="{FF2B5EF4-FFF2-40B4-BE49-F238E27FC236}">
                <a16:creationId xmlns:a16="http://schemas.microsoft.com/office/drawing/2014/main" id="{480EEFE3-DCB9-50E1-9CBE-0DC5B604A74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941752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nhalt / Bild">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F3803B84-C617-4F86-880D-BA48ECECA898}"/>
              </a:ext>
            </a:extLst>
          </p:cNvPr>
          <p:cNvSpPr>
            <a:spLocks noGrp="1"/>
          </p:cNvSpPr>
          <p:nvPr>
            <p:ph type="body" sz="quarter" idx="14" hasCustomPrompt="1"/>
          </p:nvPr>
        </p:nvSpPr>
        <p:spPr>
          <a:xfrm>
            <a:off x="0" y="0"/>
            <a:ext cx="6096000" cy="6858000"/>
          </a:xfrm>
          <a:solidFill>
            <a:schemeClr val="tx2"/>
          </a:solidFill>
        </p:spPr>
        <p:txBody>
          <a:bodyPr/>
          <a:lstStyle>
            <a:lvl1pPr marL="0" indent="0">
              <a:buNone/>
              <a:defRPr/>
            </a:lvl1pPr>
          </a:lstStyle>
          <a:p>
            <a:pPr lvl="0"/>
            <a:r>
              <a:rPr lang="de-DE" dirty="0"/>
              <a:t> </a:t>
            </a:r>
          </a:p>
        </p:txBody>
      </p:sp>
      <p:sp>
        <p:nvSpPr>
          <p:cNvPr id="8" name="Bildplatzhalter 7">
            <a:extLst>
              <a:ext uri="{FF2B5EF4-FFF2-40B4-BE49-F238E27FC236}">
                <a16:creationId xmlns:a16="http://schemas.microsoft.com/office/drawing/2014/main" id="{16AF22B2-75C2-4A7F-98F1-C8E4B4A05D32}"/>
              </a:ext>
            </a:extLst>
          </p:cNvPr>
          <p:cNvSpPr>
            <a:spLocks noGrp="1"/>
          </p:cNvSpPr>
          <p:nvPr>
            <p:ph type="pic" sz="quarter" idx="13"/>
          </p:nvPr>
        </p:nvSpPr>
        <p:spPr>
          <a:xfrm>
            <a:off x="6096000" y="0"/>
            <a:ext cx="6096000"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200" dirty="0"/>
            </a:lvl1pPr>
          </a:lstStyle>
          <a:p>
            <a:pPr marL="72000" lvl="0" indent="-72000"/>
            <a:r>
              <a:rPr lang="de-DE"/>
              <a:t>Bild durch Klicken auf Symbol hinzufügen</a:t>
            </a:r>
            <a:endParaRPr lang="de-DE" dirty="0"/>
          </a:p>
        </p:txBody>
      </p:sp>
      <p:sp>
        <p:nvSpPr>
          <p:cNvPr id="12" name="Textplatzhalter 10">
            <a:extLst>
              <a:ext uri="{FF2B5EF4-FFF2-40B4-BE49-F238E27FC236}">
                <a16:creationId xmlns:a16="http://schemas.microsoft.com/office/drawing/2014/main" id="{F2F4F883-A7B8-4F38-94BE-F7E28BCD3A17}"/>
              </a:ext>
            </a:extLst>
          </p:cNvPr>
          <p:cNvSpPr>
            <a:spLocks noGrp="1"/>
          </p:cNvSpPr>
          <p:nvPr>
            <p:ph type="body" sz="quarter" idx="15" hasCustomPrompt="1"/>
          </p:nvPr>
        </p:nvSpPr>
        <p:spPr>
          <a:xfrm>
            <a:off x="361950" y="1376363"/>
            <a:ext cx="5449303" cy="4644875"/>
          </a:xfrm>
        </p:spPr>
        <p:txBody>
          <a:bodyPr>
            <a:noAutofit/>
          </a:bodyPr>
          <a:lstStyle>
            <a:lvl1pPr marL="0" indent="0">
              <a:buNone/>
              <a:defRPr sz="2400">
                <a:solidFill>
                  <a:schemeClr val="bg1"/>
                </a:solidFill>
              </a:defRPr>
            </a:lvl1pPr>
          </a:lstStyle>
          <a:p>
            <a:pPr lvl="0"/>
            <a:r>
              <a:rPr lang="de-DE" dirty="0"/>
              <a:t>Text</a:t>
            </a:r>
          </a:p>
        </p:txBody>
      </p:sp>
      <p:sp>
        <p:nvSpPr>
          <p:cNvPr id="5" name="Foliennummernplatzhalter 4">
            <a:extLst>
              <a:ext uri="{FF2B5EF4-FFF2-40B4-BE49-F238E27FC236}">
                <a16:creationId xmlns:a16="http://schemas.microsoft.com/office/drawing/2014/main" id="{1AAB9FD5-B1A6-48FF-937A-58E92946ACD6}"/>
              </a:ext>
            </a:extLst>
          </p:cNvPr>
          <p:cNvSpPr>
            <a:spLocks noGrp="1"/>
          </p:cNvSpPr>
          <p:nvPr>
            <p:ph type="sldNum" sz="quarter" idx="18"/>
          </p:nvPr>
        </p:nvSpPr>
        <p:spPr/>
        <p:txBody>
          <a:bodyPr/>
          <a:lstStyle/>
          <a:p>
            <a:fld id="{A23FFA10-0470-4638-936A-23EC73946E25}" type="slidenum">
              <a:rPr lang="de-DE" smtClean="0"/>
              <a:pPr/>
              <a:t>‹Nr.›</a:t>
            </a:fld>
            <a:endParaRPr lang="de-DE" dirty="0"/>
          </a:p>
        </p:txBody>
      </p:sp>
      <p:sp>
        <p:nvSpPr>
          <p:cNvPr id="6" name="Titel 5">
            <a:extLst>
              <a:ext uri="{FF2B5EF4-FFF2-40B4-BE49-F238E27FC236}">
                <a16:creationId xmlns:a16="http://schemas.microsoft.com/office/drawing/2014/main" id="{428BE239-61F1-474C-97BF-1D6210D17849}"/>
              </a:ext>
            </a:extLst>
          </p:cNvPr>
          <p:cNvSpPr>
            <a:spLocks noGrp="1"/>
          </p:cNvSpPr>
          <p:nvPr>
            <p:ph type="title"/>
          </p:nvPr>
        </p:nvSpPr>
        <p:spPr>
          <a:xfrm>
            <a:off x="361950" y="263961"/>
            <a:ext cx="5449303" cy="511175"/>
          </a:xfrm>
        </p:spPr>
        <p:txBody>
          <a:bodyPr/>
          <a:lstStyle>
            <a:lvl1pPr>
              <a:defRPr>
                <a:solidFill>
                  <a:schemeClr val="bg1"/>
                </a:solidFill>
              </a:defRPr>
            </a:lvl1pPr>
          </a:lstStyle>
          <a:p>
            <a:r>
              <a:rPr lang="de-DE"/>
              <a:t>Mastertitelformat bearbeiten</a:t>
            </a:r>
            <a:endParaRPr lang="de-DE" dirty="0"/>
          </a:p>
        </p:txBody>
      </p:sp>
      <p:sp>
        <p:nvSpPr>
          <p:cNvPr id="11" name="Textplatzhalter 12">
            <a:extLst>
              <a:ext uri="{FF2B5EF4-FFF2-40B4-BE49-F238E27FC236}">
                <a16:creationId xmlns:a16="http://schemas.microsoft.com/office/drawing/2014/main" id="{C944FC87-564B-4B5C-9DD6-814470FBDBF8}"/>
              </a:ext>
            </a:extLst>
          </p:cNvPr>
          <p:cNvSpPr>
            <a:spLocks noGrp="1"/>
          </p:cNvSpPr>
          <p:nvPr>
            <p:ph type="body" sz="quarter" idx="35" hasCustomPrompt="1"/>
          </p:nvPr>
        </p:nvSpPr>
        <p:spPr>
          <a:xfrm>
            <a:off x="11311650" y="263961"/>
            <a:ext cx="518400" cy="518400"/>
          </a:xfrm>
          <a:blipFill dpi="0" rotWithShape="1">
            <a:blip r:embed="rId2" cstate="screen">
              <a:extLst>
                <a:ext uri="{28A0092B-C50C-407E-A947-70E740481C1C}">
                  <a14:useLocalDpi xmlns:a14="http://schemas.microsoft.com/office/drawing/2010/main"/>
                </a:ext>
              </a:extLst>
            </a:blip>
            <a:srcRect/>
            <a:stretch>
              <a:fillRect/>
            </a:stretch>
          </a:blipFill>
        </p:spPr>
        <p:txBody>
          <a:bodyPr>
            <a:normAutofit/>
          </a:bodyPr>
          <a:lstStyle>
            <a:lvl1pPr marL="0" indent="0">
              <a:buNone/>
              <a:defRPr sz="100"/>
            </a:lvl1pPr>
          </a:lstStyle>
          <a:p>
            <a:pPr lvl="0"/>
            <a:r>
              <a:rPr lang="de-DE" dirty="0"/>
              <a:t> </a:t>
            </a:r>
          </a:p>
        </p:txBody>
      </p:sp>
      <p:pic>
        <p:nvPicPr>
          <p:cNvPr id="3" name="Inhaltsplatzhalter 4">
            <a:extLst>
              <a:ext uri="{FF2B5EF4-FFF2-40B4-BE49-F238E27FC236}">
                <a16:creationId xmlns:a16="http://schemas.microsoft.com/office/drawing/2014/main" id="{2D160FDE-F1AC-3652-CB85-765A78A74DB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9353804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Vollbild">
    <p:spTree>
      <p:nvGrpSpPr>
        <p:cNvPr id="1" name=""/>
        <p:cNvGrpSpPr/>
        <p:nvPr/>
      </p:nvGrpSpPr>
      <p:grpSpPr>
        <a:xfrm>
          <a:off x="0" y="0"/>
          <a:ext cx="0" cy="0"/>
          <a:chOff x="0" y="0"/>
          <a:chExt cx="0" cy="0"/>
        </a:xfrm>
      </p:grpSpPr>
      <p:sp>
        <p:nvSpPr>
          <p:cNvPr id="16" name="Textplatzhalter 15">
            <a:extLst>
              <a:ext uri="{FF2B5EF4-FFF2-40B4-BE49-F238E27FC236}">
                <a16:creationId xmlns:a16="http://schemas.microsoft.com/office/drawing/2014/main" id="{66C700A6-07A4-4BB1-805E-2005BA268E02}"/>
              </a:ext>
            </a:extLst>
          </p:cNvPr>
          <p:cNvSpPr>
            <a:spLocks noGrp="1"/>
          </p:cNvSpPr>
          <p:nvPr>
            <p:ph type="body" sz="quarter" idx="13" hasCustomPrompt="1"/>
          </p:nvPr>
        </p:nvSpPr>
        <p:spPr>
          <a:xfrm>
            <a:off x="0" y="0"/>
            <a:ext cx="12192000" cy="1132596"/>
          </a:xfrm>
          <a:custGeom>
            <a:avLst/>
            <a:gdLst>
              <a:gd name="connsiteX0" fmla="*/ 11311650 w 12192000"/>
              <a:gd name="connsiteY0" fmla="*/ 263961 h 1132596"/>
              <a:gd name="connsiteX1" fmla="*/ 11311650 w 12192000"/>
              <a:gd name="connsiteY1" fmla="*/ 782361 h 1132596"/>
              <a:gd name="connsiteX2" fmla="*/ 11830050 w 12192000"/>
              <a:gd name="connsiteY2" fmla="*/ 782361 h 1132596"/>
              <a:gd name="connsiteX3" fmla="*/ 11830050 w 12192000"/>
              <a:gd name="connsiteY3" fmla="*/ 263961 h 1132596"/>
              <a:gd name="connsiteX4" fmla="*/ 0 w 12192000"/>
              <a:gd name="connsiteY4" fmla="*/ 0 h 1132596"/>
              <a:gd name="connsiteX5" fmla="*/ 12192000 w 12192000"/>
              <a:gd name="connsiteY5" fmla="*/ 0 h 1132596"/>
              <a:gd name="connsiteX6" fmla="*/ 12192000 w 12192000"/>
              <a:gd name="connsiteY6" fmla="*/ 1132596 h 1132596"/>
              <a:gd name="connsiteX7" fmla="*/ 0 w 12192000"/>
              <a:gd name="connsiteY7" fmla="*/ 1132596 h 113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32596">
                <a:moveTo>
                  <a:pt x="11311650" y="263961"/>
                </a:moveTo>
                <a:lnTo>
                  <a:pt x="11311650" y="782361"/>
                </a:lnTo>
                <a:lnTo>
                  <a:pt x="11830050" y="782361"/>
                </a:lnTo>
                <a:lnTo>
                  <a:pt x="11830050" y="263961"/>
                </a:lnTo>
                <a:close/>
                <a:moveTo>
                  <a:pt x="0" y="0"/>
                </a:moveTo>
                <a:lnTo>
                  <a:pt x="12192000" y="0"/>
                </a:lnTo>
                <a:lnTo>
                  <a:pt x="12192000" y="1132596"/>
                </a:lnTo>
                <a:lnTo>
                  <a:pt x="0" y="1132596"/>
                </a:lnTo>
                <a:close/>
              </a:path>
            </a:pathLst>
          </a:custGeom>
          <a:solidFill>
            <a:schemeClr val="tx2"/>
          </a:solidFill>
        </p:spPr>
        <p:txBody>
          <a:bodyPr wrap="square">
            <a:noAutofit/>
          </a:bodyPr>
          <a:lstStyle>
            <a:lvl1pPr marL="0" indent="0">
              <a:buNone/>
              <a:defRPr sz="100"/>
            </a:lvl1pPr>
          </a:lstStyle>
          <a:p>
            <a:pPr lvl="0"/>
            <a:r>
              <a:rPr lang="de-DE" dirty="0"/>
              <a:t>  </a:t>
            </a:r>
          </a:p>
        </p:txBody>
      </p:sp>
      <p:sp>
        <p:nvSpPr>
          <p:cNvPr id="6" name="Bildplatzhalter"/>
          <p:cNvSpPr>
            <a:spLocks noGrp="1"/>
          </p:cNvSpPr>
          <p:nvPr>
            <p:ph type="pic" sz="quarter" idx="12"/>
          </p:nvPr>
        </p:nvSpPr>
        <p:spPr>
          <a:xfrm>
            <a:off x="0" y="1151680"/>
            <a:ext cx="12192000" cy="5706320"/>
          </a:xfrm>
          <a:prstGeom prst="rect">
            <a:avLst/>
          </a:prstGeom>
          <a:pattFill prst="wdUpDiag">
            <a:fgClr>
              <a:schemeClr val="bg2">
                <a:lumMod val="95000"/>
              </a:schemeClr>
            </a:fgClr>
            <a:bgClr>
              <a:schemeClr val="bg1"/>
            </a:bgClr>
          </a:pattFill>
        </p:spPr>
        <p:txBody>
          <a:bodyPr vert="horz" lIns="72000" tIns="72000" rIns="72000" bIns="72000" rtlCol="0">
            <a:normAutofit/>
          </a:bodyPr>
          <a:lstStyle>
            <a:lvl1pPr>
              <a:defRPr lang="en-US" sz="100"/>
            </a:lvl1pPr>
          </a:lstStyle>
          <a:p>
            <a:pPr marL="72000" lvl="0" indent="-72000"/>
            <a:r>
              <a:rPr lang="de-DE"/>
              <a:t>Bild durch Klicken auf Symbol hinzufügen</a:t>
            </a:r>
            <a:endParaRPr lang="en-US"/>
          </a:p>
        </p:txBody>
      </p:sp>
      <p:sp>
        <p:nvSpPr>
          <p:cNvPr id="14" name="Textplatzhalter 8">
            <a:extLst>
              <a:ext uri="{FF2B5EF4-FFF2-40B4-BE49-F238E27FC236}">
                <a16:creationId xmlns:a16="http://schemas.microsoft.com/office/drawing/2014/main" id="{4F571861-869E-43F9-A040-F16A2CD713A2}"/>
              </a:ext>
            </a:extLst>
          </p:cNvPr>
          <p:cNvSpPr>
            <a:spLocks noGrp="1"/>
          </p:cNvSpPr>
          <p:nvPr>
            <p:ph type="body" sz="quarter" idx="39" hasCustomPrompt="1"/>
          </p:nvPr>
        </p:nvSpPr>
        <p:spPr>
          <a:xfrm>
            <a:off x="361951" y="694976"/>
            <a:ext cx="10653982" cy="244878"/>
          </a:xfrm>
        </p:spPr>
        <p:txBody>
          <a:bodyPr lIns="0" tIns="0" rIns="0" bIns="0" anchor="ctr"/>
          <a:lstStyle>
            <a:lvl1pPr marL="0" indent="0">
              <a:buNone/>
              <a:defRPr sz="1800">
                <a:solidFill>
                  <a:schemeClr val="bg1"/>
                </a:solidFill>
              </a:defRPr>
            </a:lvl1pPr>
          </a:lstStyle>
          <a:p>
            <a:pPr lvl="0"/>
            <a:r>
              <a:rPr lang="de-DE" dirty="0"/>
              <a:t>Subline</a:t>
            </a:r>
          </a:p>
        </p:txBody>
      </p:sp>
      <p:pic>
        <p:nvPicPr>
          <p:cNvPr id="15" name="Grafik 14">
            <a:extLst>
              <a:ext uri="{FF2B5EF4-FFF2-40B4-BE49-F238E27FC236}">
                <a16:creationId xmlns:a16="http://schemas.microsoft.com/office/drawing/2014/main" id="{FB784126-14E6-4E5E-84B3-350AC8214E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
        <p:nvSpPr>
          <p:cNvPr id="2" name="Titel 1">
            <a:extLst>
              <a:ext uri="{FF2B5EF4-FFF2-40B4-BE49-F238E27FC236}">
                <a16:creationId xmlns:a16="http://schemas.microsoft.com/office/drawing/2014/main" id="{941F5FF8-06C7-4689-81F1-71219FE13327}"/>
              </a:ext>
            </a:extLst>
          </p:cNvPr>
          <p:cNvSpPr>
            <a:spLocks noGrp="1"/>
          </p:cNvSpPr>
          <p:nvPr>
            <p:ph type="title"/>
          </p:nvPr>
        </p:nvSpPr>
        <p:spPr/>
        <p:txBody>
          <a:bodyPr/>
          <a:lstStyle/>
          <a:p>
            <a:r>
              <a:rPr lang="de-DE"/>
              <a:t>Mastertitelformat bearbeiten</a:t>
            </a:r>
          </a:p>
        </p:txBody>
      </p:sp>
      <p:sp>
        <p:nvSpPr>
          <p:cNvPr id="3" name="Foliennummernplatzhalter 2">
            <a:extLst>
              <a:ext uri="{FF2B5EF4-FFF2-40B4-BE49-F238E27FC236}">
                <a16:creationId xmlns:a16="http://schemas.microsoft.com/office/drawing/2014/main" id="{C9EF3051-218D-4788-9D55-6C77A2A95CD1}"/>
              </a:ext>
            </a:extLst>
          </p:cNvPr>
          <p:cNvSpPr>
            <a:spLocks noGrp="1"/>
          </p:cNvSpPr>
          <p:nvPr>
            <p:ph type="sldNum" sz="quarter" idx="40"/>
          </p:nvPr>
        </p:nvSpPr>
        <p:spPr/>
        <p:txBody>
          <a:bodyPr/>
          <a:lstStyle/>
          <a:p>
            <a:fld id="{A23FFA10-0470-4638-936A-23EC73946E25}" type="slidenum">
              <a:rPr lang="de-DE" smtClean="0"/>
              <a:pPr/>
              <a:t>‹Nr.›</a:t>
            </a:fld>
            <a:endParaRPr lang="de-DE" dirty="0"/>
          </a:p>
        </p:txBody>
      </p:sp>
      <p:pic>
        <p:nvPicPr>
          <p:cNvPr id="4" name="Inhaltsplatzhalter 4">
            <a:extLst>
              <a:ext uri="{FF2B5EF4-FFF2-40B4-BE49-F238E27FC236}">
                <a16:creationId xmlns:a16="http://schemas.microsoft.com/office/drawing/2014/main" id="{00024697-BFE0-91CE-A7C5-0DE2FD32B01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24038054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Vielen Dank">
    <p:spTree>
      <p:nvGrpSpPr>
        <p:cNvPr id="1" name=""/>
        <p:cNvGrpSpPr/>
        <p:nvPr/>
      </p:nvGrpSpPr>
      <p:grpSpPr>
        <a:xfrm>
          <a:off x="0" y="0"/>
          <a:ext cx="0" cy="0"/>
          <a:chOff x="0" y="0"/>
          <a:chExt cx="0" cy="0"/>
        </a:xfrm>
      </p:grpSpPr>
      <p:sp>
        <p:nvSpPr>
          <p:cNvPr id="20" name="Textplatzhalter 19">
            <a:extLst>
              <a:ext uri="{FF2B5EF4-FFF2-40B4-BE49-F238E27FC236}">
                <a16:creationId xmlns:a16="http://schemas.microsoft.com/office/drawing/2014/main" id="{21520D2B-CC56-4F78-95F4-6DD19F33FD72}"/>
              </a:ext>
            </a:extLst>
          </p:cNvPr>
          <p:cNvSpPr>
            <a:spLocks noGrp="1"/>
          </p:cNvSpPr>
          <p:nvPr>
            <p:ph type="body" sz="quarter" idx="38" hasCustomPrompt="1"/>
          </p:nvPr>
        </p:nvSpPr>
        <p:spPr>
          <a:xfrm>
            <a:off x="0" y="3429000"/>
            <a:ext cx="12192000" cy="3429000"/>
          </a:xfrm>
          <a:solidFill>
            <a:schemeClr val="tx2"/>
          </a:solidFill>
        </p:spPr>
        <p:txBody>
          <a:bodyPr vert="horz" wrap="square" lIns="504000" tIns="504000" rIns="504000" bIns="1440000" rtlCol="0" anchor="ctr">
            <a:noAutofit/>
          </a:bodyPr>
          <a:lstStyle>
            <a:lvl1pPr algn="ctr">
              <a:defRPr lang="de-DE" sz="7200" dirty="0" smtClean="0">
                <a:solidFill>
                  <a:schemeClr val="bg1"/>
                </a:solidFill>
              </a:defRPr>
            </a:lvl1pPr>
            <a:lvl2pPr>
              <a:defRPr lang="de-DE" dirty="0" smtClean="0"/>
            </a:lvl2pPr>
            <a:lvl3pPr>
              <a:defRPr lang="de-DE" dirty="0" smtClean="0"/>
            </a:lvl3pPr>
            <a:lvl4pPr>
              <a:defRPr lang="de-DE" dirty="0" smtClean="0"/>
            </a:lvl4pPr>
            <a:lvl5pPr>
              <a:defRPr lang="de-DE" dirty="0"/>
            </a:lvl5pPr>
          </a:lstStyle>
          <a:p>
            <a:pPr marL="0" lvl="0" indent="0" algn="ctr">
              <a:buNone/>
            </a:pPr>
            <a:r>
              <a:rPr lang="de-DE" dirty="0"/>
              <a:t>Vielen Dank</a:t>
            </a:r>
          </a:p>
        </p:txBody>
      </p:sp>
      <p:sp>
        <p:nvSpPr>
          <p:cNvPr id="17" name="Bildplatzhalter 16">
            <a:extLst>
              <a:ext uri="{FF2B5EF4-FFF2-40B4-BE49-F238E27FC236}">
                <a16:creationId xmlns:a16="http://schemas.microsoft.com/office/drawing/2014/main" id="{69C6C9B5-99E9-412C-859B-0789CA5FBEB9}"/>
              </a:ext>
            </a:extLst>
          </p:cNvPr>
          <p:cNvSpPr>
            <a:spLocks noGrp="1"/>
          </p:cNvSpPr>
          <p:nvPr>
            <p:ph type="pic" sz="quarter" idx="15"/>
          </p:nvPr>
        </p:nvSpPr>
        <p:spPr>
          <a:xfrm>
            <a:off x="0" y="0"/>
            <a:ext cx="12192000" cy="3429000"/>
          </a:xfrm>
          <a:pattFill prst="wdUpDiag">
            <a:fgClr>
              <a:schemeClr val="bg2">
                <a:lumMod val="95000"/>
              </a:schemeClr>
            </a:fgClr>
            <a:bgClr>
              <a:schemeClr val="bg1"/>
            </a:bgClr>
          </a:pattFill>
        </p:spPr>
        <p:txBody>
          <a:bodyPr vert="horz" lIns="72000" tIns="72000" rIns="72000" bIns="72000" rtlCol="0">
            <a:normAutofit/>
          </a:bodyPr>
          <a:lstStyle>
            <a:lvl1pPr>
              <a:defRPr lang="de-DE" sz="100"/>
            </a:lvl1pPr>
          </a:lstStyle>
          <a:p>
            <a:pPr marL="72000" lvl="0" indent="-72000"/>
            <a:r>
              <a:rPr lang="de-DE"/>
              <a:t>Bild durch Klicken auf Symbol hinzufügen</a:t>
            </a:r>
          </a:p>
        </p:txBody>
      </p:sp>
      <p:sp>
        <p:nvSpPr>
          <p:cNvPr id="3" name="Foliennummernplatzhalter 2">
            <a:extLst>
              <a:ext uri="{FF2B5EF4-FFF2-40B4-BE49-F238E27FC236}">
                <a16:creationId xmlns:a16="http://schemas.microsoft.com/office/drawing/2014/main" id="{B05FA979-D90F-4B22-9811-1139D7CCBE7D}"/>
              </a:ext>
            </a:extLst>
          </p:cNvPr>
          <p:cNvSpPr>
            <a:spLocks noGrp="1"/>
          </p:cNvSpPr>
          <p:nvPr>
            <p:ph type="sldNum" sz="quarter" idx="40"/>
          </p:nvPr>
        </p:nvSpPr>
        <p:spPr/>
        <p:txBody>
          <a:bodyPr/>
          <a:lstStyle>
            <a:lvl1pPr>
              <a:defRPr>
                <a:solidFill>
                  <a:schemeClr val="bg1"/>
                </a:solidFill>
              </a:defRPr>
            </a:lvl1pPr>
          </a:lstStyle>
          <a:p>
            <a:fld id="{A23FFA10-0470-4638-936A-23EC73946E25}" type="slidenum">
              <a:rPr lang="de-DE" smtClean="0"/>
              <a:pPr/>
              <a:t>‹Nr.›</a:t>
            </a:fld>
            <a:endParaRPr lang="de-DE" dirty="0"/>
          </a:p>
        </p:txBody>
      </p:sp>
      <p:pic>
        <p:nvPicPr>
          <p:cNvPr id="2" name="Inhaltsplatzhalter 4">
            <a:extLst>
              <a:ext uri="{FF2B5EF4-FFF2-40B4-BE49-F238E27FC236}">
                <a16:creationId xmlns:a16="http://schemas.microsoft.com/office/drawing/2014/main" id="{3E3337E2-A88A-5C10-C898-BBE534C338A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42196969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6" name="Text">
            <a:extLst>
              <a:ext uri="{FF2B5EF4-FFF2-40B4-BE49-F238E27FC236}">
                <a16:creationId xmlns:a16="http://schemas.microsoft.com/office/drawing/2014/main" id="{C3810C0A-C02C-4484-9679-7B22A61A7C76}"/>
              </a:ext>
            </a:extLst>
          </p:cNvPr>
          <p:cNvSpPr>
            <a:spLocks noGrp="1"/>
          </p:cNvSpPr>
          <p:nvPr>
            <p:ph type="body" sz="quarter" idx="16"/>
          </p:nvPr>
        </p:nvSpPr>
        <p:spPr bwMode="gray">
          <a:xfrm>
            <a:off x="0" y="0"/>
            <a:ext cx="5849470" cy="6858000"/>
          </a:xfrm>
          <a:solidFill>
            <a:schemeClr val="tx2"/>
          </a:solidFill>
        </p:spPr>
        <p:txBody>
          <a:bodyPr lIns="360000" tIns="1332000" rIns="540000" bIns="1080000"/>
          <a:lstStyle>
            <a:lvl1pPr>
              <a:buClr>
                <a:schemeClr val="bg1"/>
              </a:buClr>
              <a:defRPr sz="2400">
                <a:solidFill>
                  <a:schemeClr val="bg1"/>
                </a:solidFill>
              </a:defRPr>
            </a:lvl1pPr>
            <a:lvl2pPr>
              <a:buClr>
                <a:schemeClr val="bg1"/>
              </a:buClr>
              <a:defRPr sz="2400">
                <a:solidFill>
                  <a:schemeClr val="bg1"/>
                </a:solidFill>
              </a:defRPr>
            </a:lvl2pPr>
            <a:lvl3pPr>
              <a:buClr>
                <a:schemeClr val="bg1"/>
              </a:buClr>
              <a:defRPr sz="2400">
                <a:solidFill>
                  <a:schemeClr val="bg1"/>
                </a:solidFill>
              </a:defRPr>
            </a:lvl3pPr>
            <a:lvl4pPr>
              <a:buClr>
                <a:schemeClr val="bg1"/>
              </a:buClr>
              <a:defRPr sz="2400">
                <a:solidFill>
                  <a:schemeClr val="bg1"/>
                </a:solidFill>
              </a:defRPr>
            </a:lvl4pPr>
            <a:lvl5pPr>
              <a:defRPr>
                <a:solidFill>
                  <a:schemeClr val="bg1"/>
                </a:solidFill>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p:txBody>
      </p:sp>
      <p:sp>
        <p:nvSpPr>
          <p:cNvPr id="9" name="Bildplatzhalter 8">
            <a:extLst>
              <a:ext uri="{FF2B5EF4-FFF2-40B4-BE49-F238E27FC236}">
                <a16:creationId xmlns:a16="http://schemas.microsoft.com/office/drawing/2014/main" id="{1CED9F95-86AC-4A45-892D-F5C3DD1D48E7}"/>
              </a:ext>
            </a:extLst>
          </p:cNvPr>
          <p:cNvSpPr>
            <a:spLocks noGrp="1"/>
          </p:cNvSpPr>
          <p:nvPr>
            <p:ph type="pic" sz="quarter" idx="17"/>
          </p:nvPr>
        </p:nvSpPr>
        <p:spPr>
          <a:xfrm>
            <a:off x="5849938" y="0"/>
            <a:ext cx="6342062" cy="6858000"/>
          </a:xfrm>
          <a:pattFill prst="wdUpDiag">
            <a:fgClr>
              <a:schemeClr val="bg2">
                <a:lumMod val="95000"/>
              </a:schemeClr>
            </a:fgClr>
            <a:bgClr>
              <a:schemeClr val="bg1"/>
            </a:bgClr>
          </a:pattFill>
        </p:spPr>
        <p:txBody>
          <a:bodyPr vert="horz" lIns="72000" tIns="72000" rIns="72000" bIns="72000" rtlCol="0">
            <a:normAutofit/>
          </a:bodyPr>
          <a:lstStyle>
            <a:lvl1pPr>
              <a:defRPr lang="de-DE" sz="100"/>
            </a:lvl1pPr>
          </a:lstStyle>
          <a:p>
            <a:pPr marL="72000" lvl="0" indent="-72000"/>
            <a:r>
              <a:rPr lang="de-DE"/>
              <a:t>Bild durch Klicken auf Symbol hinzufügen</a:t>
            </a:r>
          </a:p>
        </p:txBody>
      </p:sp>
      <p:sp>
        <p:nvSpPr>
          <p:cNvPr id="4" name="Foliennummernplatzhalter 3">
            <a:extLst>
              <a:ext uri="{FF2B5EF4-FFF2-40B4-BE49-F238E27FC236}">
                <a16:creationId xmlns:a16="http://schemas.microsoft.com/office/drawing/2014/main" id="{04930F5A-B27F-4E4C-923D-9C1B9A048ACA}"/>
              </a:ext>
            </a:extLst>
          </p:cNvPr>
          <p:cNvSpPr>
            <a:spLocks noGrp="1"/>
          </p:cNvSpPr>
          <p:nvPr>
            <p:ph type="sldNum" sz="quarter" idx="36"/>
          </p:nvPr>
        </p:nvSpPr>
        <p:spPr/>
        <p:txBody>
          <a:bodyPr/>
          <a:lstStyle/>
          <a:p>
            <a:fld id="{A23FFA10-0470-4638-936A-23EC73946E25}" type="slidenum">
              <a:rPr lang="de-DE" smtClean="0"/>
              <a:pPr/>
              <a:t>‹Nr.›</a:t>
            </a:fld>
            <a:endParaRPr lang="de-DE" dirty="0"/>
          </a:p>
        </p:txBody>
      </p:sp>
      <p:sp>
        <p:nvSpPr>
          <p:cNvPr id="5" name="Titel 4">
            <a:extLst>
              <a:ext uri="{FF2B5EF4-FFF2-40B4-BE49-F238E27FC236}">
                <a16:creationId xmlns:a16="http://schemas.microsoft.com/office/drawing/2014/main" id="{851D46DF-FFAB-45B7-85F6-76FD276471F6}"/>
              </a:ext>
            </a:extLst>
          </p:cNvPr>
          <p:cNvSpPr>
            <a:spLocks noGrp="1"/>
          </p:cNvSpPr>
          <p:nvPr>
            <p:ph type="title" hasCustomPrompt="1"/>
          </p:nvPr>
        </p:nvSpPr>
        <p:spPr>
          <a:xfrm>
            <a:off x="361950" y="263961"/>
            <a:ext cx="5224658" cy="411931"/>
          </a:xfrm>
        </p:spPr>
        <p:txBody>
          <a:bodyPr/>
          <a:lstStyle>
            <a:lvl1pPr>
              <a:defRPr/>
            </a:lvl1pPr>
          </a:lstStyle>
          <a:p>
            <a:r>
              <a:rPr lang="de-DE" dirty="0"/>
              <a:t>Kontakt</a:t>
            </a:r>
          </a:p>
        </p:txBody>
      </p:sp>
      <p:pic>
        <p:nvPicPr>
          <p:cNvPr id="2" name="Inhaltsplatzhalter 4">
            <a:extLst>
              <a:ext uri="{FF2B5EF4-FFF2-40B4-BE49-F238E27FC236}">
                <a16:creationId xmlns:a16="http://schemas.microsoft.com/office/drawing/2014/main" id="{8E451416-C01E-7503-3E10-2C1592C4F16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61950" y="6154772"/>
            <a:ext cx="847089" cy="605064"/>
          </a:xfrm>
          <a:prstGeom prst="rect">
            <a:avLst/>
          </a:prstGeom>
        </p:spPr>
      </p:pic>
    </p:spTree>
    <p:extLst>
      <p:ext uri="{BB962C8B-B14F-4D97-AF65-F5344CB8AC3E}">
        <p14:creationId xmlns:p14="http://schemas.microsoft.com/office/powerpoint/2010/main" val="40592179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emf"/><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9D380433-BE7D-40EA-8708-2890B2F0DA8C}"/>
              </a:ext>
            </a:extLst>
          </p:cNvPr>
          <p:cNvSpPr>
            <a:spLocks noGrp="1"/>
          </p:cNvSpPr>
          <p:nvPr>
            <p:ph type="body" idx="1"/>
          </p:nvPr>
        </p:nvSpPr>
        <p:spPr>
          <a:xfrm>
            <a:off x="361950" y="1376363"/>
            <a:ext cx="11465462" cy="4897437"/>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08768CC-8298-409E-9A7E-515521247D19}"/>
              </a:ext>
            </a:extLst>
          </p:cNvPr>
          <p:cNvSpPr>
            <a:spLocks noGrp="1"/>
          </p:cNvSpPr>
          <p:nvPr>
            <p:ph type="sldNum" sz="quarter" idx="4"/>
          </p:nvPr>
        </p:nvSpPr>
        <p:spPr>
          <a:xfrm>
            <a:off x="11394462" y="6411476"/>
            <a:ext cx="518400" cy="365125"/>
          </a:xfrm>
          <a:prstGeom prst="rect">
            <a:avLst/>
          </a:prstGeom>
        </p:spPr>
        <p:txBody>
          <a:bodyPr vert="horz" lIns="91440" tIns="45720" rIns="91440" bIns="45720" rtlCol="0" anchor="ctr"/>
          <a:lstStyle>
            <a:lvl1pPr algn="r">
              <a:defRPr sz="1200">
                <a:solidFill>
                  <a:schemeClr val="tx1"/>
                </a:solidFill>
              </a:defRPr>
            </a:lvl1pPr>
          </a:lstStyle>
          <a:p>
            <a:fld id="{A23FFA10-0470-4638-936A-23EC73946E25}" type="slidenum">
              <a:rPr lang="de-DE" smtClean="0"/>
              <a:pPr/>
              <a:t>‹Nr.›</a:t>
            </a:fld>
            <a:endParaRPr lang="de-DE" dirty="0"/>
          </a:p>
        </p:txBody>
      </p:sp>
      <p:sp>
        <p:nvSpPr>
          <p:cNvPr id="142" name="Rechteck 141" hidden="1">
            <a:extLst>
              <a:ext uri="{FF2B5EF4-FFF2-40B4-BE49-F238E27FC236}">
                <a16:creationId xmlns:a16="http://schemas.microsoft.com/office/drawing/2014/main" id="{8AD8BB1A-683B-4219-9ABB-D6FA650564B0}"/>
              </a:ext>
            </a:extLst>
          </p:cNvPr>
          <p:cNvSpPr/>
          <p:nvPr userDrawn="1"/>
        </p:nvSpPr>
        <p:spPr>
          <a:xfrm>
            <a:off x="5170415" y="-1318339"/>
            <a:ext cx="2132315" cy="261610"/>
          </a:xfrm>
          <a:prstGeom prst="rect">
            <a:avLst/>
          </a:prstGeom>
        </p:spPr>
        <p:txBody>
          <a:bodyPr wrap="none">
            <a:spAutoFit/>
          </a:bodyPr>
          <a:lstStyle/>
          <a:p>
            <a:r>
              <a:rPr lang="de-DE" sz="1100" dirty="0">
                <a:solidFill>
                  <a:srgbClr val="000000"/>
                </a:solidFill>
                <a:latin typeface="+mj-lt"/>
              </a:rPr>
              <a:t>COLOURVARIETY COLOURS</a:t>
            </a:r>
          </a:p>
        </p:txBody>
      </p:sp>
      <p:sp>
        <p:nvSpPr>
          <p:cNvPr id="9" name="Titelplatzhalter 8">
            <a:extLst>
              <a:ext uri="{FF2B5EF4-FFF2-40B4-BE49-F238E27FC236}">
                <a16:creationId xmlns:a16="http://schemas.microsoft.com/office/drawing/2014/main" id="{3D363BCB-CE61-4A2D-B7C7-A9ED1DF2AFC8}"/>
              </a:ext>
            </a:extLst>
          </p:cNvPr>
          <p:cNvSpPr>
            <a:spLocks noGrp="1"/>
          </p:cNvSpPr>
          <p:nvPr>
            <p:ph type="title"/>
          </p:nvPr>
        </p:nvSpPr>
        <p:spPr>
          <a:xfrm>
            <a:off x="361950" y="263961"/>
            <a:ext cx="10662608" cy="411931"/>
          </a:xfrm>
          <a:prstGeom prst="rect">
            <a:avLst/>
          </a:prstGeom>
        </p:spPr>
        <p:txBody>
          <a:bodyPr vert="horz" lIns="0" tIns="0" rIns="0" bIns="0" rtlCol="0" anchor="t">
            <a:normAutofit/>
          </a:bodyPr>
          <a:lstStyle/>
          <a:p>
            <a:r>
              <a:rPr lang="de-DE" dirty="0"/>
              <a:t>Titel</a:t>
            </a:r>
          </a:p>
        </p:txBody>
      </p:sp>
      <p:pic>
        <p:nvPicPr>
          <p:cNvPr id="16" name="Grafik 15">
            <a:extLst>
              <a:ext uri="{FF2B5EF4-FFF2-40B4-BE49-F238E27FC236}">
                <a16:creationId xmlns:a16="http://schemas.microsoft.com/office/drawing/2014/main" id="{33273CC2-54E2-409E-8137-86DD09D065C5}"/>
              </a:ext>
            </a:extLst>
          </p:cNvPr>
          <p:cNvPicPr>
            <a:picLocks noChangeAspect="1"/>
          </p:cNvPicPr>
          <p:nvPr userDrawn="1"/>
        </p:nvPicPr>
        <p:blipFill>
          <a:blip r:embed="rId61" cstate="email">
            <a:extLst>
              <a:ext uri="{28A0092B-C50C-407E-A947-70E740481C1C}">
                <a14:useLocalDpi xmlns:a14="http://schemas.microsoft.com/office/drawing/2010/main"/>
              </a:ext>
            </a:extLst>
          </a:blip>
          <a:stretch>
            <a:fillRect/>
          </a:stretch>
        </p:blipFill>
        <p:spPr>
          <a:xfrm>
            <a:off x="11307896" y="262242"/>
            <a:ext cx="519516" cy="519516"/>
          </a:xfrm>
          <a:prstGeom prst="rect">
            <a:avLst/>
          </a:prstGeom>
        </p:spPr>
      </p:pic>
    </p:spTree>
    <p:extLst>
      <p:ext uri="{BB962C8B-B14F-4D97-AF65-F5344CB8AC3E}">
        <p14:creationId xmlns:p14="http://schemas.microsoft.com/office/powerpoint/2010/main" val="1825152507"/>
      </p:ext>
    </p:extLst>
  </p:cSld>
  <p:clrMap bg1="lt1" tx1="dk1" bg2="lt2" tx2="dk2" accent1="accent1" accent2="accent2" accent3="accent3" accent4="accent4" accent5="accent5" accent6="accent6" hlink="hlink" folHlink="folHlink"/>
  <p:sldLayoutIdLst>
    <p:sldLayoutId id="2147483649" r:id="rId1"/>
    <p:sldLayoutId id="2147483736" r:id="rId2"/>
    <p:sldLayoutId id="2147483737" r:id="rId3"/>
    <p:sldLayoutId id="2147483738" r:id="rId4"/>
    <p:sldLayoutId id="2147483739" r:id="rId5"/>
    <p:sldLayoutId id="2147483740" r:id="rId6"/>
    <p:sldLayoutId id="2147483741" r:id="rId7"/>
    <p:sldLayoutId id="2147483744" r:id="rId8"/>
    <p:sldLayoutId id="2147483745" r:id="rId9"/>
    <p:sldLayoutId id="2147483735" r:id="rId10"/>
    <p:sldLayoutId id="2147483658" r:id="rId11"/>
    <p:sldLayoutId id="2147483716" r:id="rId12"/>
    <p:sldLayoutId id="2147483717" r:id="rId13"/>
    <p:sldLayoutId id="2147483718" r:id="rId14"/>
    <p:sldLayoutId id="2147483719" r:id="rId15"/>
    <p:sldLayoutId id="2147483720" r:id="rId16"/>
    <p:sldLayoutId id="2147483721" r:id="rId17"/>
    <p:sldLayoutId id="2147483722" r:id="rId18"/>
    <p:sldLayoutId id="2147483655" r:id="rId19"/>
    <p:sldLayoutId id="2147483711" r:id="rId20"/>
    <p:sldLayoutId id="2147483726" r:id="rId21"/>
    <p:sldLayoutId id="2147483727" r:id="rId22"/>
    <p:sldLayoutId id="2147483728" r:id="rId23"/>
    <p:sldLayoutId id="2147483732" r:id="rId24"/>
    <p:sldLayoutId id="2147483729" r:id="rId25"/>
    <p:sldLayoutId id="2147483730" r:id="rId26"/>
    <p:sldLayoutId id="2147483731" r:id="rId27"/>
    <p:sldLayoutId id="2147483733" r:id="rId28"/>
    <p:sldLayoutId id="2147483712" r:id="rId29"/>
    <p:sldLayoutId id="2147483746" r:id="rId30"/>
    <p:sldLayoutId id="2147483748" r:id="rId31"/>
    <p:sldLayoutId id="2147483749" r:id="rId32"/>
    <p:sldLayoutId id="2147483750" r:id="rId33"/>
    <p:sldLayoutId id="2147483751" r:id="rId34"/>
    <p:sldLayoutId id="2147483747" r:id="rId35"/>
    <p:sldLayoutId id="2147483752" r:id="rId36"/>
    <p:sldLayoutId id="2147483753" r:id="rId37"/>
    <p:sldLayoutId id="2147483766" r:id="rId38"/>
    <p:sldLayoutId id="2147483767" r:id="rId39"/>
    <p:sldLayoutId id="2147483768" r:id="rId40"/>
    <p:sldLayoutId id="2147483754" r:id="rId41"/>
    <p:sldLayoutId id="2147483755" r:id="rId42"/>
    <p:sldLayoutId id="2147483756" r:id="rId43"/>
    <p:sldLayoutId id="2147483708" r:id="rId44"/>
    <p:sldLayoutId id="2147483757" r:id="rId45"/>
    <p:sldLayoutId id="2147483758" r:id="rId46"/>
    <p:sldLayoutId id="2147483759" r:id="rId47"/>
    <p:sldLayoutId id="2147483760" r:id="rId48"/>
    <p:sldLayoutId id="2147483761" r:id="rId49"/>
    <p:sldLayoutId id="2147483762" r:id="rId50"/>
    <p:sldLayoutId id="2147483683" r:id="rId51"/>
    <p:sldLayoutId id="2147483763" r:id="rId52"/>
    <p:sldLayoutId id="2147483764" r:id="rId53"/>
    <p:sldLayoutId id="2147483765" r:id="rId54"/>
    <p:sldLayoutId id="2147483684" r:id="rId55"/>
    <p:sldLayoutId id="2147483682" r:id="rId56"/>
    <p:sldLayoutId id="2147483715" r:id="rId57"/>
    <p:sldLayoutId id="2147483724" r:id="rId58"/>
    <p:sldLayoutId id="2147483723" r:id="rId59"/>
  </p:sldLayoutIdLst>
  <p:hf hdr="0" ftr="0" dt="0"/>
  <p:txStyles>
    <p:titleStyle>
      <a:lvl1pPr marL="0" algn="l" defTabSz="914400" rtl="0" eaLnBrk="1" latinLnBrk="0" hangingPunct="1">
        <a:lnSpc>
          <a:spcPct val="90000"/>
        </a:lnSpc>
        <a:spcBef>
          <a:spcPct val="0"/>
        </a:spcBef>
        <a:buNone/>
        <a:defRPr lang="de-DE" sz="3200" kern="1200" cap="none" baseline="0" dirty="0">
          <a:solidFill>
            <a:schemeClr val="bg1"/>
          </a:solidFill>
          <a:latin typeface="+mj-lt"/>
          <a:ea typeface="+mj-ea"/>
          <a:cs typeface="+mj-cs"/>
        </a:defRPr>
      </a:lvl1pPr>
    </p:titleStyle>
    <p:bodyStyle>
      <a:lvl1pPr marL="216000" indent="-216000" algn="l" defTabSz="914400" rtl="0" eaLnBrk="1" latinLnBrk="0" hangingPunct="1">
        <a:lnSpc>
          <a:spcPct val="100000"/>
        </a:lnSpc>
        <a:spcBef>
          <a:spcPts val="600"/>
        </a:spcBef>
        <a:buClr>
          <a:schemeClr val="tx1"/>
        </a:buClr>
        <a:buFont typeface="Wingdings" panose="05000000000000000000" pitchFamily="2" charset="2"/>
        <a:buChar char="§"/>
        <a:defRPr sz="2400" kern="1200">
          <a:solidFill>
            <a:schemeClr val="tx1"/>
          </a:solidFill>
          <a:latin typeface="+mn-lt"/>
          <a:ea typeface="+mn-ea"/>
          <a:cs typeface="+mn-cs"/>
        </a:defRPr>
      </a:lvl1pPr>
      <a:lvl2pPr marL="432000" indent="-216000" algn="l" defTabSz="914400" rtl="0" eaLnBrk="1" latinLnBrk="0" hangingPunct="1">
        <a:lnSpc>
          <a:spcPct val="100000"/>
        </a:lnSpc>
        <a:spcBef>
          <a:spcPts val="600"/>
        </a:spcBef>
        <a:buClr>
          <a:schemeClr val="tx1"/>
        </a:buClr>
        <a:buFont typeface="Wingdings" panose="05000000000000000000" pitchFamily="2" charset="2"/>
        <a:buChar char="§"/>
        <a:defRPr sz="2400" kern="1200">
          <a:solidFill>
            <a:schemeClr val="tx1"/>
          </a:solidFill>
          <a:latin typeface="+mn-lt"/>
          <a:ea typeface="+mn-ea"/>
          <a:cs typeface="+mn-cs"/>
        </a:defRPr>
      </a:lvl2pPr>
      <a:lvl3pPr marL="648000" indent="-216000" algn="l" defTabSz="914400" rtl="0" eaLnBrk="1" latinLnBrk="0" hangingPunct="1">
        <a:lnSpc>
          <a:spcPct val="100000"/>
        </a:lnSpc>
        <a:spcBef>
          <a:spcPts val="600"/>
        </a:spcBef>
        <a:buClr>
          <a:schemeClr val="tx1"/>
        </a:buClr>
        <a:buFont typeface="Wingdings" panose="05000000000000000000" pitchFamily="2" charset="2"/>
        <a:buChar char="§"/>
        <a:defRPr sz="2400" kern="1200">
          <a:solidFill>
            <a:schemeClr val="tx1"/>
          </a:solidFill>
          <a:latin typeface="+mn-lt"/>
          <a:ea typeface="+mn-ea"/>
          <a:cs typeface="+mn-cs"/>
        </a:defRPr>
      </a:lvl3pPr>
      <a:lvl4pPr marL="936000" indent="-228600" algn="l" defTabSz="914400" rtl="0" eaLnBrk="1" latinLnBrk="0" hangingPunct="1">
        <a:lnSpc>
          <a:spcPct val="100000"/>
        </a:lnSpc>
        <a:spcBef>
          <a:spcPts val="600"/>
        </a:spcBef>
        <a:buClr>
          <a:schemeClr val="tx1"/>
        </a:buClr>
        <a:buFont typeface="Wingdings" panose="05000000000000000000" pitchFamily="2" charset="2"/>
        <a:buChar char="§"/>
        <a:defRPr sz="2400" kern="1200">
          <a:solidFill>
            <a:schemeClr val="tx1"/>
          </a:solidFill>
          <a:latin typeface="+mn-lt"/>
          <a:ea typeface="+mn-ea"/>
          <a:cs typeface="+mn-cs"/>
        </a:defRPr>
      </a:lvl4pPr>
      <a:lvl5pPr marL="1152000" indent="-228600" algn="l" defTabSz="914400" rtl="0" eaLnBrk="1" latinLnBrk="0" hangingPunct="1">
        <a:lnSpc>
          <a:spcPct val="100000"/>
        </a:lnSpc>
        <a:spcBef>
          <a:spcPts val="600"/>
        </a:spcBef>
        <a:buClr>
          <a:schemeClr val="tx1"/>
        </a:buClr>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000000"/>
          </p15:clr>
        </p15:guide>
        <p15:guide id="2" orient="horz" pos="2160" userDrawn="1">
          <p15:clr>
            <a:srgbClr val="000000"/>
          </p15:clr>
        </p15:guide>
        <p15:guide id="4" pos="7452" userDrawn="1">
          <p15:clr>
            <a:srgbClr val="000000"/>
          </p15:clr>
        </p15:guide>
        <p15:guide id="5" orient="horz" pos="164" userDrawn="1">
          <p15:clr>
            <a:srgbClr val="000000"/>
          </p15:clr>
        </p15:guide>
        <p15:guide id="6" orient="horz" pos="3952" userDrawn="1">
          <p15:clr>
            <a:srgbClr val="000000"/>
          </p15:clr>
        </p15:guide>
        <p15:guide id="7" orient="horz" pos="867" userDrawn="1">
          <p15:clr>
            <a:srgbClr val="000000"/>
          </p15:clr>
        </p15:guide>
        <p15:guide id="8" pos="228"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A003944C-95DE-4E9F-B405-18276FB1696C}"/>
              </a:ext>
            </a:extLst>
          </p:cNvPr>
          <p:cNvSpPr>
            <a:spLocks noGrp="1"/>
          </p:cNvSpPr>
          <p:nvPr>
            <p:ph type="ctrTitle"/>
          </p:nvPr>
        </p:nvSpPr>
        <p:spPr>
          <a:xfrm>
            <a:off x="1022823" y="1822310"/>
            <a:ext cx="9080846" cy="1651958"/>
          </a:xfrm>
        </p:spPr>
        <p:txBody>
          <a:bodyPr/>
          <a:lstStyle/>
          <a:p>
            <a:r>
              <a:rPr dirty="0"/>
              <a:t>Aktueller Stand</a:t>
            </a:r>
          </a:p>
        </p:txBody>
      </p:sp>
    </p:spTree>
    <p:extLst>
      <p:ext uri="{BB962C8B-B14F-4D97-AF65-F5344CB8AC3E}">
        <p14:creationId xmlns:p14="http://schemas.microsoft.com/office/powerpoint/2010/main" val="27497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platzhalter 48">
            <a:extLst>
              <a:ext uri="{FF2B5EF4-FFF2-40B4-BE49-F238E27FC236}">
                <a16:creationId xmlns:a16="http://schemas.microsoft.com/office/drawing/2014/main" id="{8F719015-37DC-443C-A541-CB854ADC46B7}"/>
              </a:ext>
            </a:extLst>
          </p:cNvPr>
          <p:cNvSpPr>
            <a:spLocks noGrp="1"/>
          </p:cNvSpPr>
          <p:nvPr>
            <p:ph type="body" sz="quarter" idx="13"/>
          </p:nvPr>
        </p:nvSpPr>
        <p:spPr>
          <a:solidFill>
            <a:schemeClr val="accent4"/>
          </a:solidFill>
        </p:spPr>
        <p:txBody>
          <a:bodyPr/>
          <a:lstStyle/>
          <a:p>
            <a:endParaRPr lang="de-DE" dirty="0"/>
          </a:p>
        </p:txBody>
      </p:sp>
      <p:sp>
        <p:nvSpPr>
          <p:cNvPr id="2" name="Titel 1">
            <a:extLst>
              <a:ext uri="{FF2B5EF4-FFF2-40B4-BE49-F238E27FC236}">
                <a16:creationId xmlns:a16="http://schemas.microsoft.com/office/drawing/2014/main" id="{9D6A9A4E-3002-422E-B412-6CDB2EDB788C}"/>
              </a:ext>
            </a:extLst>
          </p:cNvPr>
          <p:cNvSpPr>
            <a:spLocks noGrp="1"/>
          </p:cNvSpPr>
          <p:nvPr>
            <p:ph type="title"/>
          </p:nvPr>
        </p:nvSpPr>
        <p:spPr/>
        <p:txBody>
          <a:bodyPr/>
          <a:lstStyle/>
          <a:p>
            <a:r>
              <a:t>Agenda</a:t>
            </a:r>
          </a:p>
        </p:txBody>
      </p:sp>
      <p:sp>
        <p:nvSpPr>
          <p:cNvPr id="6" name="Foliennummernplatzhalter 5">
            <a:extLst>
              <a:ext uri="{FF2B5EF4-FFF2-40B4-BE49-F238E27FC236}">
                <a16:creationId xmlns:a16="http://schemas.microsoft.com/office/drawing/2014/main" id="{6D5D8EA1-08E0-4A6B-909F-7364BC1711F5}"/>
              </a:ext>
            </a:extLst>
          </p:cNvPr>
          <p:cNvSpPr>
            <a:spLocks noGrp="1"/>
          </p:cNvSpPr>
          <p:nvPr>
            <p:ph type="sldNum" sz="quarter" idx="38"/>
          </p:nvPr>
        </p:nvSpPr>
        <p:spPr/>
        <p:txBody>
          <a:bodyPr/>
          <a:lstStyle/>
          <a:p>
            <a:fld id="{A23FFA10-0470-4638-936A-23EC73946E25}" type="slidenum">
              <a:rPr lang="de-DE" smtClean="0"/>
              <a:pPr/>
              <a:t>2</a:t>
            </a:fld>
            <a:endParaRPr lang="de-DE" dirty="0"/>
          </a:p>
        </p:txBody>
      </p:sp>
      <p:sp>
        <p:nvSpPr>
          <p:cNvPr id="35" name="Inhaltsplatzhalter 34">
            <a:extLst>
              <a:ext uri="{FF2B5EF4-FFF2-40B4-BE49-F238E27FC236}">
                <a16:creationId xmlns:a16="http://schemas.microsoft.com/office/drawing/2014/main" id="{9ECF5B55-3A52-09C8-CF0D-1923A11AF608}"/>
              </a:ext>
            </a:extLst>
          </p:cNvPr>
          <p:cNvSpPr>
            <a:spLocks noGrp="1"/>
          </p:cNvSpPr>
          <p:nvPr>
            <p:ph idx="1"/>
          </p:nvPr>
        </p:nvSpPr>
        <p:spPr/>
        <p:txBody>
          <a:bodyPr wrap="square"/>
          <a:lstStyle/>
          <a:p>
            <a:r>
              <a:rPr dirty="0"/>
              <a:t>Phase 1: Was </a:t>
            </a:r>
            <a:r>
              <a:rPr dirty="0" err="1"/>
              <a:t>nach</a:t>
            </a:r>
            <a:r>
              <a:rPr dirty="0"/>
              <a:t> dem 28. April </a:t>
            </a:r>
            <a:r>
              <a:rPr dirty="0" err="1"/>
              <a:t>passiert</a:t>
            </a:r>
            <a:r>
              <a:rPr dirty="0"/>
              <a:t> </a:t>
            </a:r>
            <a:r>
              <a:rPr dirty="0" err="1"/>
              <a:t>ist</a:t>
            </a:r>
            <a:r>
              <a:rPr dirty="0"/>
              <a:t> </a:t>
            </a:r>
            <a:endParaRPr lang="de-DE" dirty="0"/>
          </a:p>
          <a:p>
            <a:endParaRPr lang="de-DE" dirty="0"/>
          </a:p>
          <a:p>
            <a:r>
              <a:rPr dirty="0"/>
              <a:t>Phase 2: Code-Audit</a:t>
            </a:r>
            <a:endParaRPr lang="de-DE" dirty="0"/>
          </a:p>
          <a:p>
            <a:endParaRPr dirty="0"/>
          </a:p>
          <a:p>
            <a:r>
              <a:rPr dirty="0"/>
              <a:t>RQ1 &amp; RQ2: die </a:t>
            </a:r>
            <a:r>
              <a:rPr dirty="0" err="1"/>
              <a:t>finalen</a:t>
            </a:r>
            <a:r>
              <a:rPr dirty="0"/>
              <a:t> </a:t>
            </a:r>
            <a:r>
              <a:rPr dirty="0" err="1"/>
              <a:t>Antworten</a:t>
            </a:r>
            <a:endParaRPr lang="de-DE" dirty="0"/>
          </a:p>
          <a:p>
            <a:endParaRPr dirty="0"/>
          </a:p>
          <a:p>
            <a:r>
              <a:rPr dirty="0"/>
              <a:t>Stand der </a:t>
            </a:r>
            <a:r>
              <a:rPr dirty="0" err="1"/>
              <a:t>schriftlichen</a:t>
            </a:r>
            <a:r>
              <a:rPr dirty="0"/>
              <a:t> Arbeit &amp; Weg </a:t>
            </a:r>
            <a:r>
              <a:rPr dirty="0" err="1"/>
              <a:t>zur</a:t>
            </a:r>
            <a:r>
              <a:rPr dirty="0"/>
              <a:t> </a:t>
            </a:r>
            <a:r>
              <a:rPr dirty="0" err="1"/>
              <a:t>Abgabe</a:t>
            </a: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97C688B6-B39C-3B68-28A8-63E1013A3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733908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1BAA-F149-5F75-C366-9BB8BFC515A7}"/>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97B524FF-7793-0512-599F-A179D027FF5F}"/>
              </a:ext>
            </a:extLst>
          </p:cNvPr>
          <p:cNvSpPr>
            <a:spLocks noGrp="1"/>
          </p:cNvSpPr>
          <p:nvPr>
            <p:ph type="body" sz="quarter" idx="13"/>
          </p:nvPr>
        </p:nvSpPr>
        <p:spPr>
          <a:solidFill>
            <a:srgbClr val="004976"/>
          </a:solidFill>
        </p:spPr>
        <p:txBody>
          <a:bodyPr/>
          <a:lstStyle/>
          <a:p>
            <a:endParaRPr lang="de-DE" dirty="0"/>
          </a:p>
        </p:txBody>
      </p:sp>
      <p:sp>
        <p:nvSpPr>
          <p:cNvPr id="2" name="Titel 1">
            <a:extLst>
              <a:ext uri="{FF2B5EF4-FFF2-40B4-BE49-F238E27FC236}">
                <a16:creationId xmlns:a16="http://schemas.microsoft.com/office/drawing/2014/main" id="{DCC9ACBE-FCA8-0C7F-C831-1C12DEA467D8}"/>
              </a:ext>
            </a:extLst>
          </p:cNvPr>
          <p:cNvSpPr>
            <a:spLocks noGrp="1"/>
          </p:cNvSpPr>
          <p:nvPr>
            <p:ph type="title"/>
          </p:nvPr>
        </p:nvSpPr>
        <p:spPr/>
        <p:txBody>
          <a:bodyPr/>
          <a:lstStyle/>
          <a:p>
            <a:r>
              <a:rPr lang="de-DE" dirty="0"/>
              <a:t>Stand der schriftlichen Arbeit</a:t>
            </a:r>
          </a:p>
        </p:txBody>
      </p:sp>
      <p:sp>
        <p:nvSpPr>
          <p:cNvPr id="14" name="Textplatzhalter 13">
            <a:extLst>
              <a:ext uri="{FF2B5EF4-FFF2-40B4-BE49-F238E27FC236}">
                <a16:creationId xmlns:a16="http://schemas.microsoft.com/office/drawing/2014/main" id="{BD8BEF42-36B3-E6B0-27BD-683CACFBD4D3}"/>
              </a:ext>
            </a:extLst>
          </p:cNvPr>
          <p:cNvSpPr>
            <a:spLocks noGrp="1"/>
          </p:cNvSpPr>
          <p:nvPr>
            <p:ph type="body" sz="quarter" idx="39"/>
          </p:nvPr>
        </p:nvSpPr>
        <p:spPr/>
        <p:txBody>
          <a:bodyPr/>
          <a:lstStyle/>
          <a:p>
            <a:endParaRPr lang="de-DE" dirty="0"/>
          </a:p>
        </p:txBody>
      </p:sp>
      <p:sp>
        <p:nvSpPr>
          <p:cNvPr id="6" name="Foliennummernplatzhalter 5">
            <a:extLst>
              <a:ext uri="{FF2B5EF4-FFF2-40B4-BE49-F238E27FC236}">
                <a16:creationId xmlns:a16="http://schemas.microsoft.com/office/drawing/2014/main" id="{3581E30A-EAFE-1833-14C8-7F3267E8EEF2}"/>
              </a:ext>
            </a:extLst>
          </p:cNvPr>
          <p:cNvSpPr>
            <a:spLocks noGrp="1"/>
          </p:cNvSpPr>
          <p:nvPr>
            <p:ph type="sldNum" sz="quarter" idx="38"/>
          </p:nvPr>
        </p:nvSpPr>
        <p:spPr/>
        <p:txBody>
          <a:bodyPr/>
          <a:lstStyle/>
          <a:p>
            <a:fld id="{A23FFA10-0470-4638-936A-23EC73946E25}" type="slidenum">
              <a:rPr lang="de-DE" smtClean="0"/>
              <a:pPr/>
              <a:t>3</a:t>
            </a:fld>
            <a:endParaRPr lang="de-DE" dirty="0"/>
          </a:p>
        </p:txBody>
      </p:sp>
      <p:pic>
        <p:nvPicPr>
          <p:cNvPr id="4" name="Grafik 3">
            <a:extLst>
              <a:ext uri="{FF2B5EF4-FFF2-40B4-BE49-F238E27FC236}">
                <a16:creationId xmlns:a16="http://schemas.microsoft.com/office/drawing/2014/main" id="{A4A6B801-FD98-3D2A-9258-929DA7678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5838" y="1171732"/>
            <a:ext cx="3979979" cy="5641249"/>
          </a:xfrm>
          <a:prstGeom prst="rect">
            <a:avLst/>
          </a:prstGeom>
        </p:spPr>
      </p:pic>
      <p:pic>
        <p:nvPicPr>
          <p:cNvPr id="9" name="Grafik 8">
            <a:extLst>
              <a:ext uri="{FF2B5EF4-FFF2-40B4-BE49-F238E27FC236}">
                <a16:creationId xmlns:a16="http://schemas.microsoft.com/office/drawing/2014/main" id="{BC7A4AA9-9544-9521-216C-20E3295A69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5817" y="1190025"/>
            <a:ext cx="3979980" cy="5586576"/>
          </a:xfrm>
          <a:prstGeom prst="rect">
            <a:avLst/>
          </a:prstGeom>
        </p:spPr>
      </p:pic>
      <p:cxnSp>
        <p:nvCxnSpPr>
          <p:cNvPr id="11" name="Gerader Verbinder 10">
            <a:extLst>
              <a:ext uri="{FF2B5EF4-FFF2-40B4-BE49-F238E27FC236}">
                <a16:creationId xmlns:a16="http://schemas.microsoft.com/office/drawing/2014/main" id="{82B19761-48FA-5396-8DE5-58000F6D9135}"/>
              </a:ext>
            </a:extLst>
          </p:cNvPr>
          <p:cNvCxnSpPr>
            <a:cxnSpLocks/>
          </p:cNvCxnSpPr>
          <p:nvPr/>
        </p:nvCxnSpPr>
        <p:spPr>
          <a:xfrm>
            <a:off x="5645817" y="1611517"/>
            <a:ext cx="0" cy="49250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13" name="Grafik 12" descr="Ein Bild, das Text, Schrift, Grafiken, Symbol enthält.&#10;&#10;KI-generierte Inhalte können fehlerhaft sein.">
            <a:extLst>
              <a:ext uri="{FF2B5EF4-FFF2-40B4-BE49-F238E27FC236}">
                <a16:creationId xmlns:a16="http://schemas.microsoft.com/office/drawing/2014/main" id="{9B3463B5-D61E-DE4E-330B-DC32CCC986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569132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65C87-AD55-CDB5-32DB-31D5F91FD8C1}"/>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3FC824EB-C7A0-998E-8AA2-F3373E788B61}"/>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B8F8538B-112C-EE17-0FD0-BAC63A1837F0}"/>
              </a:ext>
            </a:extLst>
          </p:cNvPr>
          <p:cNvSpPr>
            <a:spLocks noGrp="1"/>
          </p:cNvSpPr>
          <p:nvPr>
            <p:ph type="title"/>
          </p:nvPr>
        </p:nvSpPr>
        <p:spPr/>
        <p:txBody>
          <a:bodyPr/>
          <a:lstStyle/>
          <a:p>
            <a:r>
              <a:t>Phase 1: Der Pivot nach dem 28. April</a:t>
            </a:r>
          </a:p>
        </p:txBody>
      </p:sp>
      <p:sp>
        <p:nvSpPr>
          <p:cNvPr id="6" name="Foliennummernplatzhalter 5">
            <a:extLst>
              <a:ext uri="{FF2B5EF4-FFF2-40B4-BE49-F238E27FC236}">
                <a16:creationId xmlns:a16="http://schemas.microsoft.com/office/drawing/2014/main" id="{91AEBC3D-CB25-F572-1C2E-871AFE3352F9}"/>
              </a:ext>
            </a:extLst>
          </p:cNvPr>
          <p:cNvSpPr>
            <a:spLocks noGrp="1"/>
          </p:cNvSpPr>
          <p:nvPr>
            <p:ph type="sldNum" sz="quarter" idx="38"/>
          </p:nvPr>
        </p:nvSpPr>
        <p:spPr/>
        <p:txBody>
          <a:bodyPr/>
          <a:lstStyle/>
          <a:p>
            <a:fld id="{A23FFA10-0470-4638-936A-23EC73946E25}" type="slidenum">
              <a:rPr lang="de-DE" smtClean="0"/>
              <a:pPr/>
              <a:t>4</a:t>
            </a:fld>
            <a:endParaRPr lang="de-DE" dirty="0"/>
          </a:p>
        </p:txBody>
      </p:sp>
      <p:sp>
        <p:nvSpPr>
          <p:cNvPr id="35" name="Inhaltsplatzhalter 34">
            <a:extLst>
              <a:ext uri="{FF2B5EF4-FFF2-40B4-BE49-F238E27FC236}">
                <a16:creationId xmlns:a16="http://schemas.microsoft.com/office/drawing/2014/main" id="{E101CAC9-A0C7-083C-F036-15314AE7B32F}"/>
              </a:ext>
            </a:extLst>
          </p:cNvPr>
          <p:cNvSpPr>
            <a:spLocks noGrp="1"/>
          </p:cNvSpPr>
          <p:nvPr>
            <p:ph idx="1"/>
          </p:nvPr>
        </p:nvSpPr>
        <p:spPr/>
        <p:txBody>
          <a:bodyPr wrap="square"/>
          <a:lstStyle/>
          <a:p>
            <a:r>
              <a:rPr dirty="0"/>
              <a:t>28. April: Dummy-Ansatz </a:t>
            </a:r>
            <a:r>
              <a:rPr dirty="0" err="1"/>
              <a:t>abgelehnt</a:t>
            </a:r>
            <a:r>
              <a:rPr dirty="0"/>
              <a:t> </a:t>
            </a:r>
            <a:r>
              <a:rPr lang="de-DE" dirty="0"/>
              <a:t>-</a:t>
            </a:r>
            <a:r>
              <a:rPr dirty="0"/>
              <a:t> nicht </a:t>
            </a:r>
            <a:r>
              <a:rPr dirty="0" err="1"/>
              <a:t>objektivierbar</a:t>
            </a:r>
            <a:endParaRPr dirty="0"/>
          </a:p>
          <a:p>
            <a:pPr lvl="1"/>
            <a:r>
              <a:rPr dirty="0"/>
              <a:t>Datum 2022–2024 </a:t>
            </a:r>
            <a:r>
              <a:rPr dirty="0" err="1"/>
              <a:t>ist</a:t>
            </a:r>
            <a:r>
              <a:rPr dirty="0"/>
              <a:t> </a:t>
            </a:r>
            <a:r>
              <a:rPr dirty="0" err="1"/>
              <a:t>kalendarisch</a:t>
            </a:r>
            <a:r>
              <a:rPr dirty="0"/>
              <a:t>, nicht </a:t>
            </a:r>
            <a:r>
              <a:rPr dirty="0" err="1"/>
              <a:t>aus</a:t>
            </a:r>
            <a:r>
              <a:rPr dirty="0"/>
              <a:t> den </a:t>
            </a:r>
            <a:r>
              <a:rPr dirty="0" err="1"/>
              <a:t>Daten</a:t>
            </a:r>
            <a:r>
              <a:rPr dirty="0"/>
              <a:t> </a:t>
            </a:r>
            <a:r>
              <a:rPr dirty="0" err="1"/>
              <a:t>ableitbar</a:t>
            </a:r>
            <a:endParaRPr dirty="0"/>
          </a:p>
          <a:p>
            <a:pPr lvl="1"/>
            <a:r>
              <a:rPr dirty="0"/>
              <a:t>Dummy </a:t>
            </a:r>
            <a:r>
              <a:rPr dirty="0" err="1"/>
              <a:t>absorbiert</a:t>
            </a:r>
            <a:r>
              <a:rPr dirty="0"/>
              <a:t> Ukraine-Krieg, Post-COVID, CSSVD </a:t>
            </a:r>
            <a:r>
              <a:rPr lang="de-DE" dirty="0"/>
              <a:t>-</a:t>
            </a:r>
            <a:r>
              <a:rPr dirty="0"/>
              <a:t> </a:t>
            </a:r>
            <a:r>
              <a:rPr dirty="0" err="1"/>
              <a:t>keine</a:t>
            </a:r>
            <a:r>
              <a:rPr dirty="0"/>
              <a:t> </a:t>
            </a:r>
            <a:r>
              <a:rPr dirty="0" err="1"/>
              <a:t>Identifikation</a:t>
            </a:r>
            <a:endParaRPr dirty="0"/>
          </a:p>
          <a:p>
            <a:endParaRPr dirty="0"/>
          </a:p>
          <a:p>
            <a:r>
              <a:rPr lang="de-DE" dirty="0"/>
              <a:t>4 </a:t>
            </a:r>
            <a:r>
              <a:rPr dirty="0"/>
              <a:t>alternative Wege </a:t>
            </a:r>
            <a:r>
              <a:rPr dirty="0" err="1"/>
              <a:t>vor</a:t>
            </a:r>
            <a:r>
              <a:rPr lang="de-DE" dirty="0"/>
              <a:t>geschlagen</a:t>
            </a:r>
            <a:r>
              <a:rPr dirty="0"/>
              <a:t>:</a:t>
            </a:r>
          </a:p>
          <a:p>
            <a:pPr lvl="1"/>
            <a:r>
              <a:rPr dirty="0"/>
              <a:t>Expanding-Window</a:t>
            </a:r>
            <a:r>
              <a:rPr lang="de-DE" dirty="0"/>
              <a:t> </a:t>
            </a:r>
            <a:r>
              <a:rPr dirty="0" err="1"/>
              <a:t>Diagnostik</a:t>
            </a:r>
            <a:r>
              <a:rPr dirty="0"/>
              <a:t> </a:t>
            </a:r>
            <a:r>
              <a:rPr lang="de-DE" dirty="0"/>
              <a:t>-</a:t>
            </a:r>
            <a:r>
              <a:rPr dirty="0"/>
              <a:t> </a:t>
            </a:r>
            <a:r>
              <a:rPr dirty="0" err="1"/>
              <a:t>kein</a:t>
            </a:r>
            <a:r>
              <a:rPr lang="de-DE" dirty="0"/>
              <a:t>e</a:t>
            </a:r>
            <a:r>
              <a:rPr dirty="0"/>
              <a:t> Datums-</a:t>
            </a:r>
            <a:r>
              <a:rPr dirty="0" err="1"/>
              <a:t>Annahme</a:t>
            </a:r>
            <a:r>
              <a:rPr dirty="0"/>
              <a:t> </a:t>
            </a:r>
            <a:r>
              <a:rPr dirty="0" err="1"/>
              <a:t>nötig</a:t>
            </a:r>
            <a:endParaRPr dirty="0"/>
          </a:p>
          <a:p>
            <a:pPr lvl="1"/>
            <a:r>
              <a:rPr dirty="0"/>
              <a:t>Lag-</a:t>
            </a:r>
            <a:r>
              <a:rPr dirty="0" err="1"/>
              <a:t>Struktur</a:t>
            </a:r>
            <a:r>
              <a:rPr dirty="0"/>
              <a:t> &amp; CCF</a:t>
            </a:r>
          </a:p>
          <a:p>
            <a:pPr lvl="1"/>
            <a:r>
              <a:rPr dirty="0"/>
              <a:t>Cross-Commodity-</a:t>
            </a:r>
            <a:r>
              <a:rPr dirty="0" err="1"/>
              <a:t>Validierung</a:t>
            </a:r>
            <a:r>
              <a:rPr dirty="0"/>
              <a:t> (</a:t>
            </a:r>
            <a:r>
              <a:rPr dirty="0" err="1"/>
              <a:t>Kaffee</a:t>
            </a:r>
            <a:r>
              <a:rPr dirty="0"/>
              <a:t>, Zucker)</a:t>
            </a:r>
          </a:p>
          <a:p>
            <a:pPr lvl="1"/>
            <a:r>
              <a:rPr dirty="0"/>
              <a:t>ENSO-</a:t>
            </a:r>
            <a:r>
              <a:rPr dirty="0" err="1"/>
              <a:t>Volatilität</a:t>
            </a:r>
            <a:r>
              <a:rPr dirty="0"/>
              <a:t> </a:t>
            </a:r>
            <a:r>
              <a:rPr dirty="0" err="1"/>
              <a:t>statt</a:t>
            </a:r>
            <a:r>
              <a:rPr dirty="0"/>
              <a:t> ENSO-Level</a:t>
            </a:r>
          </a:p>
          <a:p>
            <a:endParaRPr dirty="0"/>
          </a:p>
          <a:p>
            <a:r>
              <a:rPr dirty="0"/>
              <a:t>Alle vier </a:t>
            </a:r>
            <a:r>
              <a:rPr dirty="0" err="1"/>
              <a:t>umgesetzt</a:t>
            </a:r>
            <a:r>
              <a:rPr dirty="0"/>
              <a:t> und in §5.4 </a:t>
            </a:r>
            <a:r>
              <a:rPr dirty="0" err="1"/>
              <a:t>dokumentiert</a:t>
            </a: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4B999A96-91D8-B368-994A-85AC0FBB3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677347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FCADE-D7A4-1F24-DAB8-665B9AC01D36}"/>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1F0A763D-ECA5-7231-5369-4ED15476304E}"/>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9CF63514-3BE4-2027-1306-860510283B5B}"/>
              </a:ext>
            </a:extLst>
          </p:cNvPr>
          <p:cNvSpPr>
            <a:spLocks noGrp="1"/>
          </p:cNvSpPr>
          <p:nvPr>
            <p:ph type="title"/>
          </p:nvPr>
        </p:nvSpPr>
        <p:spPr/>
        <p:txBody>
          <a:bodyPr/>
          <a:lstStyle/>
          <a:p>
            <a:r>
              <a:rPr dirty="0"/>
              <a:t>Was der Pivot gebracht hat </a:t>
            </a:r>
            <a:r>
              <a:rPr lang="de-DE" dirty="0"/>
              <a:t>–</a:t>
            </a:r>
            <a:r>
              <a:rPr dirty="0"/>
              <a:t> Robustheit</a:t>
            </a:r>
          </a:p>
        </p:txBody>
      </p:sp>
      <p:sp>
        <p:nvSpPr>
          <p:cNvPr id="6" name="Foliennummernplatzhalter 5">
            <a:extLst>
              <a:ext uri="{FF2B5EF4-FFF2-40B4-BE49-F238E27FC236}">
                <a16:creationId xmlns:a16="http://schemas.microsoft.com/office/drawing/2014/main" id="{66F2B206-DC60-E51A-49E5-A9ECEAAA4F0E}"/>
              </a:ext>
            </a:extLst>
          </p:cNvPr>
          <p:cNvSpPr>
            <a:spLocks noGrp="1"/>
          </p:cNvSpPr>
          <p:nvPr>
            <p:ph type="sldNum" sz="quarter" idx="38"/>
          </p:nvPr>
        </p:nvSpPr>
        <p:spPr/>
        <p:txBody>
          <a:bodyPr/>
          <a:lstStyle/>
          <a:p>
            <a:fld id="{A23FFA10-0470-4638-936A-23EC73946E25}" type="slidenum">
              <a:rPr lang="de-DE" smtClean="0"/>
              <a:pPr/>
              <a:t>5</a:t>
            </a:fld>
            <a:endParaRPr lang="de-DE" dirty="0"/>
          </a:p>
        </p:txBody>
      </p:sp>
      <p:sp>
        <p:nvSpPr>
          <p:cNvPr id="35" name="Inhaltsplatzhalter 34">
            <a:extLst>
              <a:ext uri="{FF2B5EF4-FFF2-40B4-BE49-F238E27FC236}">
                <a16:creationId xmlns:a16="http://schemas.microsoft.com/office/drawing/2014/main" id="{BB0F63F8-C9C4-E957-2736-A13C726D8966}"/>
              </a:ext>
            </a:extLst>
          </p:cNvPr>
          <p:cNvSpPr>
            <a:spLocks noGrp="1"/>
          </p:cNvSpPr>
          <p:nvPr>
            <p:ph idx="1"/>
          </p:nvPr>
        </p:nvSpPr>
        <p:spPr/>
        <p:txBody>
          <a:bodyPr wrap="square"/>
          <a:lstStyle/>
          <a:p>
            <a:r>
              <a:rPr dirty="0"/>
              <a:t>Expanding Window (12M, τ = 0,95)</a:t>
            </a:r>
          </a:p>
          <a:p>
            <a:pPr lvl="1"/>
            <a:r>
              <a:rPr dirty="0"/>
              <a:t>Kumulativer ENSO-</a:t>
            </a:r>
            <a:r>
              <a:rPr dirty="0" err="1"/>
              <a:t>Gewinn</a:t>
            </a:r>
            <a:r>
              <a:rPr dirty="0"/>
              <a:t> </a:t>
            </a:r>
            <a:r>
              <a:rPr dirty="0" err="1"/>
              <a:t>vor</a:t>
            </a:r>
            <a:r>
              <a:rPr dirty="0"/>
              <a:t> 2022: null </a:t>
            </a:r>
            <a:r>
              <a:rPr dirty="0" err="1"/>
              <a:t>oder</a:t>
            </a:r>
            <a:r>
              <a:rPr dirty="0"/>
              <a:t> </a:t>
            </a:r>
            <a:r>
              <a:rPr dirty="0" err="1"/>
              <a:t>negativ</a:t>
            </a:r>
            <a:endParaRPr dirty="0"/>
          </a:p>
          <a:p>
            <a:pPr lvl="1"/>
            <a:r>
              <a:rPr dirty="0" err="1"/>
              <a:t>Gesamter</a:t>
            </a:r>
            <a:r>
              <a:rPr dirty="0"/>
              <a:t> </a:t>
            </a:r>
            <a:r>
              <a:rPr dirty="0" err="1"/>
              <a:t>Gewinn</a:t>
            </a:r>
            <a:r>
              <a:rPr dirty="0"/>
              <a:t> (+25%) </a:t>
            </a:r>
            <a:r>
              <a:rPr dirty="0" err="1"/>
              <a:t>akkumuliert</a:t>
            </a:r>
            <a:r>
              <a:rPr dirty="0"/>
              <a:t> </a:t>
            </a:r>
            <a:r>
              <a:rPr dirty="0" err="1"/>
              <a:t>sich</a:t>
            </a:r>
            <a:r>
              <a:rPr dirty="0"/>
              <a:t> 2023–2024 </a:t>
            </a:r>
            <a:r>
              <a:rPr lang="de-DE" dirty="0"/>
              <a:t>–</a:t>
            </a:r>
            <a:r>
              <a:rPr dirty="0"/>
              <a:t> </a:t>
            </a:r>
            <a:r>
              <a:rPr dirty="0" err="1"/>
              <a:t>krisenspezifisch</a:t>
            </a:r>
            <a:endParaRPr lang="de-DE" dirty="0"/>
          </a:p>
          <a:p>
            <a:pPr lvl="1"/>
            <a:r>
              <a:rPr lang="de-DE" dirty="0"/>
              <a:t>Für jeden Kalendermonat T im Out-</a:t>
            </a:r>
            <a:r>
              <a:rPr lang="de-DE" dirty="0" err="1"/>
              <a:t>of</a:t>
            </a:r>
            <a:r>
              <a:rPr lang="de-DE" dirty="0"/>
              <a:t>-Sample-Zeitraum wird ΔQL(T) = QL(HAR-X-QR) − QL(HAR-QR) über alle Prognose-Realisierungs-Paare mit Datum ≤ T berechnet.</a:t>
            </a:r>
            <a:endParaRPr dirty="0"/>
          </a:p>
          <a:p>
            <a:pPr marL="0" indent="0">
              <a:buNone/>
            </a:pP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0AC2D6DC-FD18-0334-B4EA-0FD8E9D57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2121632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73ACE-D8C0-B335-748F-77B799A777EF}"/>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FBBAD660-F64A-782F-5E03-6F5ED6804380}"/>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7AC081AC-25A7-D64A-9236-8AD6F8CAF551}"/>
              </a:ext>
            </a:extLst>
          </p:cNvPr>
          <p:cNvSpPr>
            <a:spLocks noGrp="1"/>
          </p:cNvSpPr>
          <p:nvPr>
            <p:ph type="title"/>
          </p:nvPr>
        </p:nvSpPr>
        <p:spPr/>
        <p:txBody>
          <a:bodyPr/>
          <a:lstStyle/>
          <a:p>
            <a:r>
              <a:rPr dirty="0"/>
              <a:t>Expanding </a:t>
            </a:r>
            <a:r>
              <a:rPr dirty="0" err="1"/>
              <a:t>Window</a:t>
            </a:r>
            <a:r>
              <a:rPr dirty="0"/>
              <a:t> ENSO Gain</a:t>
            </a:r>
          </a:p>
        </p:txBody>
      </p:sp>
      <p:sp>
        <p:nvSpPr>
          <p:cNvPr id="6" name="Foliennummernplatzhalter 5">
            <a:extLst>
              <a:ext uri="{FF2B5EF4-FFF2-40B4-BE49-F238E27FC236}">
                <a16:creationId xmlns:a16="http://schemas.microsoft.com/office/drawing/2014/main" id="{4A2E9943-E56C-A6E4-3399-1C62DE997B16}"/>
              </a:ext>
            </a:extLst>
          </p:cNvPr>
          <p:cNvSpPr>
            <a:spLocks noGrp="1"/>
          </p:cNvSpPr>
          <p:nvPr>
            <p:ph type="sldNum" sz="quarter" idx="38"/>
          </p:nvPr>
        </p:nvSpPr>
        <p:spPr/>
        <p:txBody>
          <a:bodyPr/>
          <a:lstStyle/>
          <a:p>
            <a:fld id="{A23FFA10-0470-4638-936A-23EC73946E25}" type="slidenum">
              <a:rPr lang="de-DE" smtClean="0"/>
              <a:pPr/>
              <a:t>6</a:t>
            </a:fld>
            <a:endParaRPr lang="de-DE" dirty="0"/>
          </a:p>
        </p:txBody>
      </p:sp>
      <p:pic>
        <p:nvPicPr>
          <p:cNvPr id="7" name="Grafik 6">
            <a:extLst>
              <a:ext uri="{FF2B5EF4-FFF2-40B4-BE49-F238E27FC236}">
                <a16:creationId xmlns:a16="http://schemas.microsoft.com/office/drawing/2014/main" id="{26FDA8A1-DA57-C17F-B43A-48865DF01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691" y="1430044"/>
            <a:ext cx="10666617" cy="4524728"/>
          </a:xfrm>
          <a:prstGeom prst="rect">
            <a:avLst/>
          </a:prstGeom>
        </p:spPr>
      </p:pic>
      <p:pic>
        <p:nvPicPr>
          <p:cNvPr id="10" name="Grafik 9">
            <a:extLst>
              <a:ext uri="{FF2B5EF4-FFF2-40B4-BE49-F238E27FC236}">
                <a16:creationId xmlns:a16="http://schemas.microsoft.com/office/drawing/2014/main" id="{B7DD6E1E-78BE-3080-D5D5-B5E952FDD6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6946" y="6095035"/>
            <a:ext cx="9135854" cy="415839"/>
          </a:xfrm>
          <a:prstGeom prst="rect">
            <a:avLst/>
          </a:prstGeom>
        </p:spPr>
      </p:pic>
      <p:pic>
        <p:nvPicPr>
          <p:cNvPr id="3" name="Grafik 2" descr="Ein Bild, das Text, Schrift, Grafiken, Symbol enthält.&#10;&#10;KI-generierte Inhalte können fehlerhaft sein.">
            <a:extLst>
              <a:ext uri="{FF2B5EF4-FFF2-40B4-BE49-F238E27FC236}">
                <a16:creationId xmlns:a16="http://schemas.microsoft.com/office/drawing/2014/main" id="{18F2E3F9-EDD0-59C9-0BFE-58A2E2F8AF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862" y="303300"/>
            <a:ext cx="1773696" cy="458667"/>
          </a:xfrm>
          <a:prstGeom prst="rect">
            <a:avLst/>
          </a:prstGeom>
        </p:spPr>
      </p:pic>
    </p:spTree>
    <p:extLst>
      <p:ext uri="{BB962C8B-B14F-4D97-AF65-F5344CB8AC3E}">
        <p14:creationId xmlns:p14="http://schemas.microsoft.com/office/powerpoint/2010/main" val="73599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4473-E8F4-C999-2DDB-0B075479E9BF}"/>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34682E5D-C562-A21B-2C5A-25714B97506D}"/>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66BE3942-C83A-4D5A-A923-329B74DB4453}"/>
              </a:ext>
            </a:extLst>
          </p:cNvPr>
          <p:cNvSpPr>
            <a:spLocks noGrp="1"/>
          </p:cNvSpPr>
          <p:nvPr>
            <p:ph type="title"/>
          </p:nvPr>
        </p:nvSpPr>
        <p:spPr/>
        <p:txBody>
          <a:bodyPr/>
          <a:lstStyle/>
          <a:p>
            <a:r>
              <a:rPr dirty="0"/>
              <a:t>Was der Pivot gebracht hat </a:t>
            </a:r>
            <a:r>
              <a:rPr lang="de-DE" dirty="0"/>
              <a:t>–</a:t>
            </a:r>
            <a:r>
              <a:rPr dirty="0"/>
              <a:t> Robustheit</a:t>
            </a:r>
          </a:p>
        </p:txBody>
      </p:sp>
      <p:sp>
        <p:nvSpPr>
          <p:cNvPr id="6" name="Foliennummernplatzhalter 5">
            <a:extLst>
              <a:ext uri="{FF2B5EF4-FFF2-40B4-BE49-F238E27FC236}">
                <a16:creationId xmlns:a16="http://schemas.microsoft.com/office/drawing/2014/main" id="{D9506AD1-9B84-2EF3-A894-B833F8798CD9}"/>
              </a:ext>
            </a:extLst>
          </p:cNvPr>
          <p:cNvSpPr>
            <a:spLocks noGrp="1"/>
          </p:cNvSpPr>
          <p:nvPr>
            <p:ph type="sldNum" sz="quarter" idx="38"/>
          </p:nvPr>
        </p:nvSpPr>
        <p:spPr/>
        <p:txBody>
          <a:bodyPr/>
          <a:lstStyle/>
          <a:p>
            <a:fld id="{A23FFA10-0470-4638-936A-23EC73946E25}" type="slidenum">
              <a:rPr lang="de-DE" smtClean="0"/>
              <a:pPr/>
              <a:t>7</a:t>
            </a:fld>
            <a:endParaRPr lang="de-DE" dirty="0"/>
          </a:p>
        </p:txBody>
      </p:sp>
      <p:sp>
        <p:nvSpPr>
          <p:cNvPr id="35" name="Inhaltsplatzhalter 34">
            <a:extLst>
              <a:ext uri="{FF2B5EF4-FFF2-40B4-BE49-F238E27FC236}">
                <a16:creationId xmlns:a16="http://schemas.microsoft.com/office/drawing/2014/main" id="{276A3437-D737-CC49-AC11-1EE80A6D8B01}"/>
              </a:ext>
            </a:extLst>
          </p:cNvPr>
          <p:cNvSpPr>
            <a:spLocks noGrp="1"/>
          </p:cNvSpPr>
          <p:nvPr>
            <p:ph idx="1"/>
          </p:nvPr>
        </p:nvSpPr>
        <p:spPr/>
        <p:txBody>
          <a:bodyPr wrap="square"/>
          <a:lstStyle/>
          <a:p>
            <a:r>
              <a:rPr dirty="0"/>
              <a:t>Expanding Window (12M, τ = 0,95)</a:t>
            </a:r>
          </a:p>
          <a:p>
            <a:pPr lvl="1"/>
            <a:r>
              <a:rPr dirty="0"/>
              <a:t>Kumulativer ENSO-</a:t>
            </a:r>
            <a:r>
              <a:rPr dirty="0" err="1"/>
              <a:t>Gewinn</a:t>
            </a:r>
            <a:r>
              <a:rPr dirty="0"/>
              <a:t> </a:t>
            </a:r>
            <a:r>
              <a:rPr dirty="0" err="1"/>
              <a:t>vor</a:t>
            </a:r>
            <a:r>
              <a:rPr dirty="0"/>
              <a:t> 2022: null </a:t>
            </a:r>
            <a:r>
              <a:rPr dirty="0" err="1"/>
              <a:t>oder</a:t>
            </a:r>
            <a:r>
              <a:rPr dirty="0"/>
              <a:t> </a:t>
            </a:r>
            <a:r>
              <a:rPr dirty="0" err="1"/>
              <a:t>negativ</a:t>
            </a:r>
            <a:endParaRPr dirty="0"/>
          </a:p>
          <a:p>
            <a:pPr lvl="1"/>
            <a:r>
              <a:rPr dirty="0" err="1"/>
              <a:t>Gesamter</a:t>
            </a:r>
            <a:r>
              <a:rPr dirty="0"/>
              <a:t> </a:t>
            </a:r>
            <a:r>
              <a:rPr dirty="0" err="1"/>
              <a:t>Gewinn</a:t>
            </a:r>
            <a:r>
              <a:rPr dirty="0"/>
              <a:t> (+25%) </a:t>
            </a:r>
            <a:r>
              <a:rPr dirty="0" err="1"/>
              <a:t>akkumuliert</a:t>
            </a:r>
            <a:r>
              <a:rPr dirty="0"/>
              <a:t> </a:t>
            </a:r>
            <a:r>
              <a:rPr dirty="0" err="1"/>
              <a:t>sich</a:t>
            </a:r>
            <a:r>
              <a:rPr dirty="0"/>
              <a:t> 2023–2024 </a:t>
            </a:r>
            <a:r>
              <a:rPr lang="de-DE" dirty="0"/>
              <a:t>–</a:t>
            </a:r>
            <a:r>
              <a:rPr dirty="0"/>
              <a:t> </a:t>
            </a:r>
            <a:r>
              <a:rPr dirty="0" err="1"/>
              <a:t>krisenspezifisch</a:t>
            </a:r>
            <a:endParaRPr lang="de-DE" dirty="0"/>
          </a:p>
          <a:p>
            <a:pPr lvl="1"/>
            <a:r>
              <a:rPr lang="de-DE" dirty="0"/>
              <a:t>Für jeden Kalendermonat T im Out-</a:t>
            </a:r>
            <a:r>
              <a:rPr lang="de-DE" dirty="0" err="1"/>
              <a:t>of</a:t>
            </a:r>
            <a:r>
              <a:rPr lang="de-DE" dirty="0"/>
              <a:t>-Sample-Zeitraum wird ΔQL(T) = QL(HAR-X-QR) − QL(HAR-QR) über alle Prognose-Realisierungs-Paare mit Datum ≤ T berechnet.</a:t>
            </a:r>
            <a:endParaRPr dirty="0"/>
          </a:p>
          <a:p>
            <a:endParaRPr dirty="0"/>
          </a:p>
          <a:p>
            <a:r>
              <a:rPr dirty="0"/>
              <a:t>Lag-</a:t>
            </a:r>
            <a:r>
              <a:rPr dirty="0" err="1"/>
              <a:t>Struktur</a:t>
            </a:r>
            <a:endParaRPr dirty="0"/>
          </a:p>
          <a:p>
            <a:pPr lvl="1"/>
            <a:r>
              <a:rPr dirty="0"/>
              <a:t>Peak </a:t>
            </a:r>
            <a:r>
              <a:rPr dirty="0" err="1"/>
              <a:t>bei</a:t>
            </a:r>
            <a:r>
              <a:rPr dirty="0"/>
              <a:t> Lag 1, Lags 3–6 </a:t>
            </a:r>
            <a:r>
              <a:rPr dirty="0" err="1"/>
              <a:t>schlechter</a:t>
            </a:r>
            <a:r>
              <a:rPr dirty="0"/>
              <a:t> </a:t>
            </a:r>
            <a:r>
              <a:rPr dirty="0" err="1"/>
              <a:t>als</a:t>
            </a:r>
            <a:r>
              <a:rPr dirty="0"/>
              <a:t> Baseline</a:t>
            </a:r>
          </a:p>
          <a:p>
            <a:pPr lvl="1"/>
            <a:r>
              <a:rPr dirty="0"/>
              <a:t>Kein </a:t>
            </a:r>
            <a:r>
              <a:rPr dirty="0" err="1"/>
              <a:t>physikalischer</a:t>
            </a:r>
            <a:r>
              <a:rPr dirty="0"/>
              <a:t> </a:t>
            </a:r>
            <a:r>
              <a:rPr dirty="0" err="1"/>
              <a:t>Vorlaufeffekt</a:t>
            </a:r>
            <a:r>
              <a:rPr dirty="0"/>
              <a:t> </a:t>
            </a:r>
            <a:r>
              <a:rPr lang="de-DE" dirty="0"/>
              <a:t>-</a:t>
            </a:r>
            <a:r>
              <a:rPr dirty="0"/>
              <a:t> </a:t>
            </a:r>
            <a:r>
              <a:rPr dirty="0" err="1"/>
              <a:t>eher</a:t>
            </a:r>
            <a:r>
              <a:rPr dirty="0"/>
              <a:t> Regime-</a:t>
            </a:r>
            <a:r>
              <a:rPr dirty="0" err="1"/>
              <a:t>Indikator</a:t>
            </a:r>
            <a:r>
              <a:rPr dirty="0"/>
              <a:t> </a:t>
            </a:r>
            <a:r>
              <a:rPr dirty="0" err="1"/>
              <a:t>als</a:t>
            </a:r>
            <a:r>
              <a:rPr dirty="0"/>
              <a:t> </a:t>
            </a:r>
            <a:r>
              <a:rPr dirty="0" err="1"/>
              <a:t>kausaler</a:t>
            </a:r>
            <a:r>
              <a:rPr dirty="0"/>
              <a:t> </a:t>
            </a:r>
            <a:r>
              <a:rPr dirty="0" err="1"/>
              <a:t>Prädiktor</a:t>
            </a: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634BFD09-7E0E-965B-B230-BFADADC60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513661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AFE2-4C43-2F56-43C1-6FE8D7834C69}"/>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8DE24056-D9EF-4CD9-8F6D-2877C2C3DD5A}"/>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59D899B9-19C8-0084-3013-2CBACFF5B684}"/>
              </a:ext>
            </a:extLst>
          </p:cNvPr>
          <p:cNvSpPr>
            <a:spLocks noGrp="1"/>
          </p:cNvSpPr>
          <p:nvPr>
            <p:ph type="title"/>
          </p:nvPr>
        </p:nvSpPr>
        <p:spPr/>
        <p:txBody>
          <a:bodyPr/>
          <a:lstStyle/>
          <a:p>
            <a:r>
              <a:rPr dirty="0"/>
              <a:t>ENSO Cross Correlation </a:t>
            </a:r>
            <a:r>
              <a:rPr dirty="0" err="1"/>
              <a:t>Function</a:t>
            </a:r>
            <a:endParaRPr dirty="0"/>
          </a:p>
        </p:txBody>
      </p:sp>
      <p:sp>
        <p:nvSpPr>
          <p:cNvPr id="6" name="Foliennummernplatzhalter 5">
            <a:extLst>
              <a:ext uri="{FF2B5EF4-FFF2-40B4-BE49-F238E27FC236}">
                <a16:creationId xmlns:a16="http://schemas.microsoft.com/office/drawing/2014/main" id="{0D6FDF79-1E46-42DA-C9B8-44C51D955C65}"/>
              </a:ext>
            </a:extLst>
          </p:cNvPr>
          <p:cNvSpPr>
            <a:spLocks noGrp="1"/>
          </p:cNvSpPr>
          <p:nvPr>
            <p:ph type="sldNum" sz="quarter" idx="38"/>
          </p:nvPr>
        </p:nvSpPr>
        <p:spPr/>
        <p:txBody>
          <a:bodyPr/>
          <a:lstStyle/>
          <a:p>
            <a:fld id="{A23FFA10-0470-4638-936A-23EC73946E25}" type="slidenum">
              <a:rPr lang="de-DE" smtClean="0"/>
              <a:pPr/>
              <a:t>8</a:t>
            </a:fld>
            <a:endParaRPr lang="de-DE" dirty="0"/>
          </a:p>
        </p:txBody>
      </p:sp>
      <p:pic>
        <p:nvPicPr>
          <p:cNvPr id="5" name="Grafik 4">
            <a:extLst>
              <a:ext uri="{FF2B5EF4-FFF2-40B4-BE49-F238E27FC236}">
                <a16:creationId xmlns:a16="http://schemas.microsoft.com/office/drawing/2014/main" id="{1CEE9880-73CD-FBAD-D96C-E5408D87B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628" y="6020896"/>
            <a:ext cx="4610743" cy="390580"/>
          </a:xfrm>
          <a:prstGeom prst="rect">
            <a:avLst/>
          </a:prstGeom>
        </p:spPr>
      </p:pic>
      <p:pic>
        <p:nvPicPr>
          <p:cNvPr id="8" name="Grafik 7">
            <a:extLst>
              <a:ext uri="{FF2B5EF4-FFF2-40B4-BE49-F238E27FC236}">
                <a16:creationId xmlns:a16="http://schemas.microsoft.com/office/drawing/2014/main" id="{B077F019-5AD6-F07F-E808-FBA02CCB2B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1930" y="1685610"/>
            <a:ext cx="9148137" cy="3878582"/>
          </a:xfrm>
          <a:prstGeom prst="rect">
            <a:avLst/>
          </a:prstGeom>
        </p:spPr>
      </p:pic>
      <p:pic>
        <p:nvPicPr>
          <p:cNvPr id="3" name="Grafik 2" descr="Ein Bild, das Text, Schrift, Grafiken, Symbol enthält.&#10;&#10;KI-generierte Inhalte können fehlerhaft sein.">
            <a:extLst>
              <a:ext uri="{FF2B5EF4-FFF2-40B4-BE49-F238E27FC236}">
                <a16:creationId xmlns:a16="http://schemas.microsoft.com/office/drawing/2014/main" id="{4210EA1C-DA97-04A1-AE4A-2F6D122A45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0460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DD13-D269-833A-423A-67106B0D5323}"/>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7D440216-226F-0AFC-4B58-6DC50F6806AD}"/>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F6DA30B4-D2C0-06D5-2631-D1F15B9C8FAF}"/>
              </a:ext>
            </a:extLst>
          </p:cNvPr>
          <p:cNvSpPr>
            <a:spLocks noGrp="1"/>
          </p:cNvSpPr>
          <p:nvPr>
            <p:ph type="title"/>
          </p:nvPr>
        </p:nvSpPr>
        <p:spPr/>
        <p:txBody>
          <a:bodyPr/>
          <a:lstStyle/>
          <a:p>
            <a:r>
              <a:rPr dirty="0"/>
              <a:t>Was der Pivot gebracht hat </a:t>
            </a:r>
            <a:r>
              <a:rPr lang="de-DE" dirty="0"/>
              <a:t>–</a:t>
            </a:r>
            <a:r>
              <a:rPr dirty="0"/>
              <a:t> Robustheit</a:t>
            </a:r>
          </a:p>
        </p:txBody>
      </p:sp>
      <p:sp>
        <p:nvSpPr>
          <p:cNvPr id="6" name="Foliennummernplatzhalter 5">
            <a:extLst>
              <a:ext uri="{FF2B5EF4-FFF2-40B4-BE49-F238E27FC236}">
                <a16:creationId xmlns:a16="http://schemas.microsoft.com/office/drawing/2014/main" id="{F79CF6B0-A10D-BCD3-2981-AE07708AB8F3}"/>
              </a:ext>
            </a:extLst>
          </p:cNvPr>
          <p:cNvSpPr>
            <a:spLocks noGrp="1"/>
          </p:cNvSpPr>
          <p:nvPr>
            <p:ph type="sldNum" sz="quarter" idx="38"/>
          </p:nvPr>
        </p:nvSpPr>
        <p:spPr/>
        <p:txBody>
          <a:bodyPr/>
          <a:lstStyle/>
          <a:p>
            <a:fld id="{A23FFA10-0470-4638-936A-23EC73946E25}" type="slidenum">
              <a:rPr lang="de-DE" smtClean="0"/>
              <a:pPr/>
              <a:t>9</a:t>
            </a:fld>
            <a:endParaRPr lang="de-DE" dirty="0"/>
          </a:p>
        </p:txBody>
      </p:sp>
      <p:sp>
        <p:nvSpPr>
          <p:cNvPr id="35" name="Inhaltsplatzhalter 34">
            <a:extLst>
              <a:ext uri="{FF2B5EF4-FFF2-40B4-BE49-F238E27FC236}">
                <a16:creationId xmlns:a16="http://schemas.microsoft.com/office/drawing/2014/main" id="{FEBA9ABC-DEA5-7D7B-6CB5-E57E0C4B8FB5}"/>
              </a:ext>
            </a:extLst>
          </p:cNvPr>
          <p:cNvSpPr>
            <a:spLocks noGrp="1"/>
          </p:cNvSpPr>
          <p:nvPr>
            <p:ph idx="1"/>
          </p:nvPr>
        </p:nvSpPr>
        <p:spPr/>
        <p:txBody>
          <a:bodyPr wrap="square"/>
          <a:lstStyle/>
          <a:p>
            <a:r>
              <a:rPr dirty="0"/>
              <a:t>Cross-Commodity</a:t>
            </a:r>
          </a:p>
          <a:p>
            <a:pPr lvl="1"/>
            <a:r>
              <a:rPr dirty="0" err="1"/>
              <a:t>Kaffee</a:t>
            </a:r>
            <a:r>
              <a:rPr dirty="0"/>
              <a:t>: ENSO </a:t>
            </a:r>
            <a:r>
              <a:rPr dirty="0" err="1"/>
              <a:t>schadet</a:t>
            </a:r>
            <a:r>
              <a:rPr dirty="0"/>
              <a:t>; Zucker: </a:t>
            </a:r>
            <a:r>
              <a:rPr dirty="0" err="1"/>
              <a:t>vernachlässigbar</a:t>
            </a:r>
            <a:endParaRPr dirty="0"/>
          </a:p>
          <a:p>
            <a:pPr lvl="1"/>
            <a:r>
              <a:rPr dirty="0"/>
              <a:t>Kein </a:t>
            </a:r>
            <a:r>
              <a:rPr dirty="0" err="1"/>
              <a:t>replizierbarer</a:t>
            </a:r>
            <a:r>
              <a:rPr dirty="0"/>
              <a:t> </a:t>
            </a:r>
            <a:r>
              <a:rPr dirty="0" err="1"/>
              <a:t>Klimakanal</a:t>
            </a:r>
            <a:r>
              <a:rPr dirty="0"/>
              <a:t> </a:t>
            </a:r>
            <a:r>
              <a:rPr dirty="0" err="1"/>
              <a:t>über</a:t>
            </a:r>
            <a:r>
              <a:rPr dirty="0"/>
              <a:t> </a:t>
            </a:r>
            <a:r>
              <a:rPr dirty="0" err="1"/>
              <a:t>Rohstoffe</a:t>
            </a: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1A6C0716-F0D1-F5BB-011E-23A266A86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232275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599C-BFE6-3B71-9A17-89A74B529440}"/>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05B4F44F-17EC-2379-9632-57BDC97EA169}"/>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16DE2623-C6C7-5E19-3028-4FCCF59A6872}"/>
              </a:ext>
            </a:extLst>
          </p:cNvPr>
          <p:cNvSpPr>
            <a:spLocks noGrp="1"/>
          </p:cNvSpPr>
          <p:nvPr>
            <p:ph type="title"/>
          </p:nvPr>
        </p:nvSpPr>
        <p:spPr/>
        <p:txBody>
          <a:bodyPr/>
          <a:lstStyle/>
          <a:p>
            <a:r>
              <a:rPr dirty="0"/>
              <a:t>Cross-</a:t>
            </a:r>
            <a:r>
              <a:rPr dirty="0" err="1"/>
              <a:t>Commodity</a:t>
            </a:r>
            <a:r>
              <a:rPr dirty="0"/>
              <a:t> Analyse</a:t>
            </a:r>
          </a:p>
        </p:txBody>
      </p:sp>
      <p:sp>
        <p:nvSpPr>
          <p:cNvPr id="6" name="Foliennummernplatzhalter 5">
            <a:extLst>
              <a:ext uri="{FF2B5EF4-FFF2-40B4-BE49-F238E27FC236}">
                <a16:creationId xmlns:a16="http://schemas.microsoft.com/office/drawing/2014/main" id="{79EEBA0B-1406-9F15-965E-CD5A3B3CFF6C}"/>
              </a:ext>
            </a:extLst>
          </p:cNvPr>
          <p:cNvSpPr>
            <a:spLocks noGrp="1"/>
          </p:cNvSpPr>
          <p:nvPr>
            <p:ph type="sldNum" sz="quarter" idx="38"/>
          </p:nvPr>
        </p:nvSpPr>
        <p:spPr/>
        <p:txBody>
          <a:bodyPr/>
          <a:lstStyle/>
          <a:p>
            <a:fld id="{A23FFA10-0470-4638-936A-23EC73946E25}" type="slidenum">
              <a:rPr lang="de-DE" smtClean="0"/>
              <a:pPr/>
              <a:t>10</a:t>
            </a:fld>
            <a:endParaRPr lang="de-DE" dirty="0"/>
          </a:p>
        </p:txBody>
      </p:sp>
      <p:pic>
        <p:nvPicPr>
          <p:cNvPr id="8" name="Grafik 7">
            <a:extLst>
              <a:ext uri="{FF2B5EF4-FFF2-40B4-BE49-F238E27FC236}">
                <a16:creationId xmlns:a16="http://schemas.microsoft.com/office/drawing/2014/main" id="{2F1F06E9-1954-8443-2585-97E42539B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8235" y="1396557"/>
            <a:ext cx="7875529" cy="4673976"/>
          </a:xfrm>
          <a:prstGeom prst="rect">
            <a:avLst/>
          </a:prstGeom>
        </p:spPr>
      </p:pic>
      <p:pic>
        <p:nvPicPr>
          <p:cNvPr id="3" name="Grafik 2" descr="Ein Bild, das Text, Schrift, Grafiken, Symbol enthält.&#10;&#10;KI-generierte Inhalte können fehlerhaft sein.">
            <a:extLst>
              <a:ext uri="{FF2B5EF4-FFF2-40B4-BE49-F238E27FC236}">
                <a16:creationId xmlns:a16="http://schemas.microsoft.com/office/drawing/2014/main" id="{D1A715D9-6495-5D7E-730F-76D790A9BC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927295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73CE-5F37-4284-36AA-CA649977A860}"/>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660E966C-8F02-8144-BF69-160748CF4A8B}"/>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25DC12D0-CC79-6E0B-A22C-DC0516F3BAC4}"/>
              </a:ext>
            </a:extLst>
          </p:cNvPr>
          <p:cNvSpPr>
            <a:spLocks noGrp="1"/>
          </p:cNvSpPr>
          <p:nvPr>
            <p:ph type="title"/>
          </p:nvPr>
        </p:nvSpPr>
        <p:spPr/>
        <p:txBody>
          <a:bodyPr/>
          <a:lstStyle/>
          <a:p>
            <a:r>
              <a:rPr dirty="0"/>
              <a:t>ENSO Volatilität Vergleich</a:t>
            </a:r>
          </a:p>
        </p:txBody>
      </p:sp>
      <p:sp>
        <p:nvSpPr>
          <p:cNvPr id="6" name="Foliennummernplatzhalter 5">
            <a:extLst>
              <a:ext uri="{FF2B5EF4-FFF2-40B4-BE49-F238E27FC236}">
                <a16:creationId xmlns:a16="http://schemas.microsoft.com/office/drawing/2014/main" id="{356B39F0-074D-7AD2-6572-1F6BCCFD35E8}"/>
              </a:ext>
            </a:extLst>
          </p:cNvPr>
          <p:cNvSpPr>
            <a:spLocks noGrp="1"/>
          </p:cNvSpPr>
          <p:nvPr>
            <p:ph type="sldNum" sz="quarter" idx="38"/>
          </p:nvPr>
        </p:nvSpPr>
        <p:spPr/>
        <p:txBody>
          <a:bodyPr/>
          <a:lstStyle/>
          <a:p>
            <a:fld id="{A23FFA10-0470-4638-936A-23EC73946E25}" type="slidenum">
              <a:rPr lang="de-DE" smtClean="0"/>
              <a:pPr/>
              <a:t>11</a:t>
            </a:fld>
            <a:endParaRPr lang="de-DE" dirty="0"/>
          </a:p>
        </p:txBody>
      </p:sp>
      <p:pic>
        <p:nvPicPr>
          <p:cNvPr id="5" name="Grafik 4">
            <a:extLst>
              <a:ext uri="{FF2B5EF4-FFF2-40B4-BE49-F238E27FC236}">
                <a16:creationId xmlns:a16="http://schemas.microsoft.com/office/drawing/2014/main" id="{D4D49CE8-D58E-986F-3F15-9C96A425A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221" y="1171371"/>
            <a:ext cx="10425558" cy="4417059"/>
          </a:xfrm>
          <a:prstGeom prst="rect">
            <a:avLst/>
          </a:prstGeom>
        </p:spPr>
      </p:pic>
      <p:pic>
        <p:nvPicPr>
          <p:cNvPr id="8" name="Grafik 7">
            <a:extLst>
              <a:ext uri="{FF2B5EF4-FFF2-40B4-BE49-F238E27FC236}">
                <a16:creationId xmlns:a16="http://schemas.microsoft.com/office/drawing/2014/main" id="{809D5B62-22C3-75FA-98E4-D00D3DC452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5602" y="5686629"/>
            <a:ext cx="4629796" cy="1000265"/>
          </a:xfrm>
          <a:prstGeom prst="rect">
            <a:avLst/>
          </a:prstGeom>
        </p:spPr>
      </p:pic>
      <p:pic>
        <p:nvPicPr>
          <p:cNvPr id="3" name="Grafik 2" descr="Ein Bild, das Text, Schrift, Grafiken, Symbol enthält.&#10;&#10;KI-generierte Inhalte können fehlerhaft sein.">
            <a:extLst>
              <a:ext uri="{FF2B5EF4-FFF2-40B4-BE49-F238E27FC236}">
                <a16:creationId xmlns:a16="http://schemas.microsoft.com/office/drawing/2014/main" id="{15AAFEDF-20B7-C605-56DB-ED6811373E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88594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A9E7-DFB9-481B-A6B0-C4695F2D276A}"/>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2595E975-4AAF-0151-070F-50B972520CA0}"/>
              </a:ext>
            </a:extLst>
          </p:cNvPr>
          <p:cNvSpPr>
            <a:spLocks noGrp="1"/>
          </p:cNvSpPr>
          <p:nvPr>
            <p:ph type="body" sz="quarter" idx="13"/>
          </p:nvPr>
        </p:nvSpPr>
        <p:spPr>
          <a:solidFill>
            <a:schemeClr val="accent6"/>
          </a:solidFill>
        </p:spPr>
        <p:txBody>
          <a:bodyPr/>
          <a:lstStyle/>
          <a:p>
            <a:endParaRPr lang="de-DE" dirty="0"/>
          </a:p>
        </p:txBody>
      </p:sp>
      <p:sp>
        <p:nvSpPr>
          <p:cNvPr id="2" name="Titel 1">
            <a:extLst>
              <a:ext uri="{FF2B5EF4-FFF2-40B4-BE49-F238E27FC236}">
                <a16:creationId xmlns:a16="http://schemas.microsoft.com/office/drawing/2014/main" id="{E9A0CC8E-2233-E7A8-89AE-111EBC3EC147}"/>
              </a:ext>
            </a:extLst>
          </p:cNvPr>
          <p:cNvSpPr>
            <a:spLocks noGrp="1"/>
          </p:cNvSpPr>
          <p:nvPr>
            <p:ph type="title"/>
          </p:nvPr>
        </p:nvSpPr>
        <p:spPr/>
        <p:txBody>
          <a:bodyPr/>
          <a:lstStyle/>
          <a:p>
            <a:r>
              <a:rPr dirty="0"/>
              <a:t>Was der Pivot gebracht hat </a:t>
            </a:r>
            <a:r>
              <a:rPr lang="de-DE" dirty="0"/>
              <a:t>–</a:t>
            </a:r>
            <a:r>
              <a:rPr dirty="0"/>
              <a:t> Robustheit</a:t>
            </a:r>
          </a:p>
        </p:txBody>
      </p:sp>
      <p:sp>
        <p:nvSpPr>
          <p:cNvPr id="6" name="Foliennummernplatzhalter 5">
            <a:extLst>
              <a:ext uri="{FF2B5EF4-FFF2-40B4-BE49-F238E27FC236}">
                <a16:creationId xmlns:a16="http://schemas.microsoft.com/office/drawing/2014/main" id="{5C32AFCE-2602-E325-8A2D-C0EA0B2A3455}"/>
              </a:ext>
            </a:extLst>
          </p:cNvPr>
          <p:cNvSpPr>
            <a:spLocks noGrp="1"/>
          </p:cNvSpPr>
          <p:nvPr>
            <p:ph type="sldNum" sz="quarter" idx="38"/>
          </p:nvPr>
        </p:nvSpPr>
        <p:spPr/>
        <p:txBody>
          <a:bodyPr/>
          <a:lstStyle/>
          <a:p>
            <a:fld id="{A23FFA10-0470-4638-936A-23EC73946E25}" type="slidenum">
              <a:rPr lang="de-DE" smtClean="0"/>
              <a:pPr/>
              <a:t>12</a:t>
            </a:fld>
            <a:endParaRPr lang="de-DE" dirty="0"/>
          </a:p>
        </p:txBody>
      </p:sp>
      <p:sp>
        <p:nvSpPr>
          <p:cNvPr id="35" name="Inhaltsplatzhalter 34">
            <a:extLst>
              <a:ext uri="{FF2B5EF4-FFF2-40B4-BE49-F238E27FC236}">
                <a16:creationId xmlns:a16="http://schemas.microsoft.com/office/drawing/2014/main" id="{7D5E8C0A-CC01-CF89-D512-4AF382C53754}"/>
              </a:ext>
            </a:extLst>
          </p:cNvPr>
          <p:cNvSpPr>
            <a:spLocks noGrp="1"/>
          </p:cNvSpPr>
          <p:nvPr>
            <p:ph idx="1"/>
          </p:nvPr>
        </p:nvSpPr>
        <p:spPr/>
        <p:txBody>
          <a:bodyPr wrap="square"/>
          <a:lstStyle/>
          <a:p>
            <a:r>
              <a:rPr dirty="0"/>
              <a:t>Cross-Commodity</a:t>
            </a:r>
          </a:p>
          <a:p>
            <a:pPr lvl="1"/>
            <a:r>
              <a:rPr dirty="0" err="1"/>
              <a:t>Kaffee</a:t>
            </a:r>
            <a:r>
              <a:rPr dirty="0"/>
              <a:t>: ENSO </a:t>
            </a:r>
            <a:r>
              <a:rPr dirty="0" err="1"/>
              <a:t>schadet</a:t>
            </a:r>
            <a:r>
              <a:rPr dirty="0"/>
              <a:t>; Zucker: </a:t>
            </a:r>
            <a:r>
              <a:rPr dirty="0" err="1"/>
              <a:t>vernachlässigbar</a:t>
            </a:r>
            <a:endParaRPr dirty="0"/>
          </a:p>
          <a:p>
            <a:pPr lvl="1"/>
            <a:r>
              <a:rPr dirty="0"/>
              <a:t>Kein </a:t>
            </a:r>
            <a:r>
              <a:rPr dirty="0" err="1"/>
              <a:t>replizierbarer</a:t>
            </a:r>
            <a:r>
              <a:rPr dirty="0"/>
              <a:t> </a:t>
            </a:r>
            <a:r>
              <a:rPr dirty="0" err="1"/>
              <a:t>Klimakanal</a:t>
            </a:r>
            <a:r>
              <a:rPr dirty="0"/>
              <a:t> </a:t>
            </a:r>
            <a:r>
              <a:rPr dirty="0" err="1"/>
              <a:t>über</a:t>
            </a:r>
            <a:r>
              <a:rPr dirty="0"/>
              <a:t> </a:t>
            </a:r>
            <a:r>
              <a:rPr dirty="0" err="1"/>
              <a:t>Rohstoffe</a:t>
            </a:r>
            <a:endParaRPr dirty="0"/>
          </a:p>
          <a:p>
            <a:endParaRPr dirty="0"/>
          </a:p>
          <a:p>
            <a:r>
              <a:rPr dirty="0"/>
              <a:t>ENSO-</a:t>
            </a:r>
            <a:r>
              <a:rPr dirty="0" err="1"/>
              <a:t>Volatilität</a:t>
            </a:r>
            <a:r>
              <a:rPr dirty="0"/>
              <a:t>: </a:t>
            </a:r>
            <a:r>
              <a:rPr dirty="0" err="1"/>
              <a:t>ähnliches</a:t>
            </a:r>
            <a:r>
              <a:rPr dirty="0"/>
              <a:t> Muster </a:t>
            </a:r>
            <a:r>
              <a:rPr dirty="0" err="1"/>
              <a:t>wie</a:t>
            </a:r>
            <a:r>
              <a:rPr dirty="0"/>
              <a:t> Level </a:t>
            </a:r>
            <a:r>
              <a:rPr lang="de-DE" dirty="0"/>
              <a:t>-</a:t>
            </a:r>
            <a:r>
              <a:rPr dirty="0"/>
              <a:t> </a:t>
            </a:r>
            <a:r>
              <a:rPr dirty="0" err="1"/>
              <a:t>kein</a:t>
            </a:r>
            <a:r>
              <a:rPr dirty="0"/>
              <a:t> </a:t>
            </a:r>
            <a:r>
              <a:rPr dirty="0" err="1"/>
              <a:t>Mehrwert</a:t>
            </a:r>
            <a:endParaRPr dirty="0"/>
          </a:p>
        </p:txBody>
      </p:sp>
      <p:pic>
        <p:nvPicPr>
          <p:cNvPr id="3" name="Grafik 2" descr="Ein Bild, das Text, Schrift, Grafiken, Symbol enthält.&#10;&#10;KI-generierte Inhalte können fehlerhaft sein.">
            <a:extLst>
              <a:ext uri="{FF2B5EF4-FFF2-40B4-BE49-F238E27FC236}">
                <a16:creationId xmlns:a16="http://schemas.microsoft.com/office/drawing/2014/main" id="{87196D42-235D-58D3-7D3B-A1C458A47C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2236528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088AC-3664-76F8-6499-80D1913DA6E7}"/>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E9756144-F938-C40E-7CCC-1D0F7971C77D}"/>
              </a:ext>
            </a:extLst>
          </p:cNvPr>
          <p:cNvSpPr>
            <a:spLocks noGrp="1"/>
          </p:cNvSpPr>
          <p:nvPr>
            <p:ph type="body" sz="quarter" idx="13"/>
          </p:nvPr>
        </p:nvSpPr>
        <p:spPr>
          <a:solidFill>
            <a:schemeClr val="accent1"/>
          </a:solidFill>
        </p:spPr>
        <p:txBody>
          <a:bodyPr/>
          <a:lstStyle/>
          <a:p>
            <a:endParaRPr lang="de-DE" dirty="0"/>
          </a:p>
        </p:txBody>
      </p:sp>
      <p:sp>
        <p:nvSpPr>
          <p:cNvPr id="2" name="Titel 1">
            <a:extLst>
              <a:ext uri="{FF2B5EF4-FFF2-40B4-BE49-F238E27FC236}">
                <a16:creationId xmlns:a16="http://schemas.microsoft.com/office/drawing/2014/main" id="{B5A33E28-4978-E915-1D52-DBE8EA214C6B}"/>
              </a:ext>
            </a:extLst>
          </p:cNvPr>
          <p:cNvSpPr>
            <a:spLocks noGrp="1"/>
          </p:cNvSpPr>
          <p:nvPr>
            <p:ph type="title"/>
          </p:nvPr>
        </p:nvSpPr>
        <p:spPr/>
        <p:txBody>
          <a:bodyPr/>
          <a:lstStyle/>
          <a:p>
            <a:r>
              <a:rPr dirty="0"/>
              <a:t>Phase 2: Code-Audit</a:t>
            </a:r>
          </a:p>
        </p:txBody>
      </p:sp>
      <p:sp>
        <p:nvSpPr>
          <p:cNvPr id="6" name="Foliennummernplatzhalter 5">
            <a:extLst>
              <a:ext uri="{FF2B5EF4-FFF2-40B4-BE49-F238E27FC236}">
                <a16:creationId xmlns:a16="http://schemas.microsoft.com/office/drawing/2014/main" id="{BF11796B-60BA-C0EE-CA53-DAB89EA9F891}"/>
              </a:ext>
            </a:extLst>
          </p:cNvPr>
          <p:cNvSpPr>
            <a:spLocks noGrp="1"/>
          </p:cNvSpPr>
          <p:nvPr>
            <p:ph type="sldNum" sz="quarter" idx="38"/>
          </p:nvPr>
        </p:nvSpPr>
        <p:spPr/>
        <p:txBody>
          <a:bodyPr/>
          <a:lstStyle/>
          <a:p>
            <a:fld id="{A23FFA10-0470-4638-936A-23EC73946E25}" type="slidenum">
              <a:rPr lang="de-DE" smtClean="0"/>
              <a:pPr/>
              <a:t>13</a:t>
            </a:fld>
            <a:endParaRPr lang="de-DE" dirty="0"/>
          </a:p>
        </p:txBody>
      </p:sp>
      <p:sp>
        <p:nvSpPr>
          <p:cNvPr id="35" name="Inhaltsplatzhalter 34">
            <a:extLst>
              <a:ext uri="{FF2B5EF4-FFF2-40B4-BE49-F238E27FC236}">
                <a16:creationId xmlns:a16="http://schemas.microsoft.com/office/drawing/2014/main" id="{6795368F-C11C-A6E3-11EA-DABFE70CA142}"/>
              </a:ext>
            </a:extLst>
          </p:cNvPr>
          <p:cNvSpPr>
            <a:spLocks noGrp="1"/>
          </p:cNvSpPr>
          <p:nvPr>
            <p:ph idx="1"/>
          </p:nvPr>
        </p:nvSpPr>
        <p:spPr/>
        <p:txBody>
          <a:bodyPr wrap="square"/>
          <a:lstStyle/>
          <a:p>
            <a:r>
              <a:rPr dirty="0" err="1"/>
              <a:t>Vollständiger</a:t>
            </a:r>
            <a:r>
              <a:rPr lang="de-DE" dirty="0"/>
              <a:t> Code</a:t>
            </a:r>
            <a:r>
              <a:rPr dirty="0"/>
              <a:t> Audit</a:t>
            </a:r>
            <a:r>
              <a:rPr lang="de-DE" dirty="0"/>
              <a:t> durch LLM Claude Fable</a:t>
            </a:r>
            <a:endParaRPr dirty="0"/>
          </a:p>
          <a:p>
            <a:pPr marL="0" indent="0">
              <a:buNone/>
            </a:pPr>
            <a:endParaRPr dirty="0"/>
          </a:p>
          <a:p>
            <a:r>
              <a:rPr lang="de-DE" dirty="0"/>
              <a:t>2</a:t>
            </a:r>
            <a:r>
              <a:rPr dirty="0"/>
              <a:t> Fehler </a:t>
            </a:r>
            <a:r>
              <a:rPr dirty="0" err="1"/>
              <a:t>gefunden</a:t>
            </a:r>
            <a:r>
              <a:rPr dirty="0"/>
              <a:t> und </a:t>
            </a:r>
            <a:r>
              <a:rPr dirty="0" err="1"/>
              <a:t>behoben</a:t>
            </a:r>
            <a:r>
              <a:rPr dirty="0"/>
              <a:t> </a:t>
            </a:r>
            <a:r>
              <a:rPr lang="de-DE" dirty="0"/>
              <a:t>-</a:t>
            </a:r>
            <a:r>
              <a:rPr dirty="0"/>
              <a:t> 10. bis 12. Juni</a:t>
            </a:r>
          </a:p>
          <a:p>
            <a:r>
              <a:rPr dirty="0"/>
              <a:t>Pipeline </a:t>
            </a:r>
            <a:r>
              <a:rPr dirty="0" err="1"/>
              <a:t>komplett</a:t>
            </a:r>
            <a:r>
              <a:rPr dirty="0"/>
              <a:t> neu </a:t>
            </a:r>
            <a:r>
              <a:rPr lang="de-DE" dirty="0"/>
              <a:t>b</a:t>
            </a:r>
            <a:r>
              <a:rPr dirty="0" err="1"/>
              <a:t>erechnet</a:t>
            </a:r>
            <a:endParaRPr dirty="0"/>
          </a:p>
          <a:p>
            <a:r>
              <a:rPr dirty="0"/>
              <a:t>Thesis </a:t>
            </a:r>
            <a:r>
              <a:rPr dirty="0" err="1"/>
              <a:t>vollständig</a:t>
            </a:r>
            <a:r>
              <a:rPr dirty="0"/>
              <a:t> an die </a:t>
            </a:r>
            <a:r>
              <a:rPr dirty="0" err="1"/>
              <a:t>neuen</a:t>
            </a:r>
            <a:r>
              <a:rPr dirty="0"/>
              <a:t> Zahlen </a:t>
            </a:r>
            <a:r>
              <a:rPr dirty="0" err="1"/>
              <a:t>angepasst</a:t>
            </a:r>
            <a:r>
              <a:rPr dirty="0"/>
              <a:t> (§0, §3, §5, §6)</a:t>
            </a:r>
          </a:p>
        </p:txBody>
      </p:sp>
      <p:graphicFrame>
        <p:nvGraphicFramePr>
          <p:cNvPr id="3" name="Table 49">
            <a:extLst>
              <a:ext uri="{FF2B5EF4-FFF2-40B4-BE49-F238E27FC236}">
                <a16:creationId xmlns:a16="http://schemas.microsoft.com/office/drawing/2014/main" id="{C1F962A8-BFF7-338F-DDC7-34787BAF9D6A}"/>
              </a:ext>
            </a:extLst>
          </p:cNvPr>
          <p:cNvGraphicFramePr>
            <a:graphicFrameLocks noGrp="1"/>
          </p:cNvGraphicFramePr>
          <p:nvPr>
            <p:extLst>
              <p:ext uri="{D42A27DB-BD31-4B8C-83A1-F6EECF244321}">
                <p14:modId xmlns:p14="http://schemas.microsoft.com/office/powerpoint/2010/main" val="3578927027"/>
              </p:ext>
            </p:extLst>
          </p:nvPr>
        </p:nvGraphicFramePr>
        <p:xfrm>
          <a:off x="705993" y="3667742"/>
          <a:ext cx="10780014" cy="2388384"/>
        </p:xfrm>
        <a:graphic>
          <a:graphicData uri="http://schemas.openxmlformats.org/drawingml/2006/table">
            <a:tbl>
              <a:tblPr firstRow="1" bandRow="1">
                <a:tableStyleId>{5C22544A-7EE6-4342-B048-85BDC9FD1C3A}</a:tableStyleId>
              </a:tblPr>
              <a:tblGrid>
                <a:gridCol w="6880860">
                  <a:extLst>
                    <a:ext uri="{9D8B030D-6E8A-4147-A177-3AD203B41FA5}">
                      <a16:colId xmlns:a16="http://schemas.microsoft.com/office/drawing/2014/main" val="20001"/>
                    </a:ext>
                  </a:extLst>
                </a:gridCol>
                <a:gridCol w="3899154">
                  <a:extLst>
                    <a:ext uri="{9D8B030D-6E8A-4147-A177-3AD203B41FA5}">
                      <a16:colId xmlns:a16="http://schemas.microsoft.com/office/drawing/2014/main" val="20002"/>
                    </a:ext>
                  </a:extLst>
                </a:gridCol>
              </a:tblGrid>
              <a:tr h="796128">
                <a:tc>
                  <a:txBody>
                    <a:bodyPr/>
                    <a:lstStyle/>
                    <a:p>
                      <a:r>
                        <a:rPr sz="1800" b="1" dirty="0"/>
                        <a:t>Fehler</a:t>
                      </a:r>
                    </a:p>
                  </a:txBody>
                  <a:tcPr/>
                </a:tc>
                <a:tc>
                  <a:txBody>
                    <a:bodyPr/>
                    <a:lstStyle/>
                    <a:p>
                      <a:r>
                        <a:rPr sz="1800" b="1"/>
                        <a:t>Wirkung</a:t>
                      </a:r>
                    </a:p>
                  </a:txBody>
                  <a:tcPr/>
                </a:tc>
                <a:extLst>
                  <a:ext uri="{0D108BD9-81ED-4DB2-BD59-A6C34878D82A}">
                    <a16:rowId xmlns:a16="http://schemas.microsoft.com/office/drawing/2014/main" val="10000"/>
                  </a:ext>
                </a:extLst>
              </a:tr>
              <a:tr h="796128">
                <a:tc>
                  <a:txBody>
                    <a:bodyPr/>
                    <a:lstStyle/>
                    <a:p>
                      <a:r>
                        <a:rPr sz="1800" dirty="0"/>
                        <a:t>Look-ahead: </a:t>
                      </a:r>
                      <a:r>
                        <a:rPr sz="1800" dirty="0" err="1"/>
                        <a:t>Trainingsfenster</a:t>
                      </a:r>
                      <a:r>
                        <a:rPr sz="1800" dirty="0"/>
                        <a:t> </a:t>
                      </a:r>
                      <a:r>
                        <a:rPr sz="1800" dirty="0" err="1"/>
                        <a:t>endete</a:t>
                      </a:r>
                      <a:r>
                        <a:rPr sz="1800" dirty="0"/>
                        <a:t> </a:t>
                      </a:r>
                      <a:r>
                        <a:rPr sz="1800" dirty="0" err="1"/>
                        <a:t>bei</a:t>
                      </a:r>
                      <a:r>
                        <a:rPr sz="1800" dirty="0"/>
                        <a:t> t </a:t>
                      </a:r>
                      <a:r>
                        <a:rPr sz="1800" dirty="0" err="1"/>
                        <a:t>statt</a:t>
                      </a:r>
                      <a:r>
                        <a:rPr sz="1800" dirty="0"/>
                        <a:t> t−h</a:t>
                      </a:r>
                    </a:p>
                  </a:txBody>
                  <a:tcPr/>
                </a:tc>
                <a:tc>
                  <a:txBody>
                    <a:bodyPr/>
                    <a:lstStyle/>
                    <a:p>
                      <a:r>
                        <a:rPr sz="1800"/>
                        <a:t>Blähte ENSO-Gewinn bei langen Horizonten auf</a:t>
                      </a:r>
                    </a:p>
                  </a:txBody>
                  <a:tcPr/>
                </a:tc>
                <a:extLst>
                  <a:ext uri="{0D108BD9-81ED-4DB2-BD59-A6C34878D82A}">
                    <a16:rowId xmlns:a16="http://schemas.microsoft.com/office/drawing/2014/main" val="10001"/>
                  </a:ext>
                </a:extLst>
              </a:tr>
              <a:tr h="796128">
                <a:tc>
                  <a:txBody>
                    <a:bodyPr/>
                    <a:lstStyle/>
                    <a:p>
                      <a:r>
                        <a:rPr sz="1800" dirty="0"/>
                        <a:t>Benchmark-Ziel: GARCH/</a:t>
                      </a:r>
                      <a:r>
                        <a:rPr sz="1800" dirty="0" err="1"/>
                        <a:t>HistVol</a:t>
                      </a:r>
                      <a:r>
                        <a:rPr sz="1800" dirty="0"/>
                        <a:t> </a:t>
                      </a:r>
                      <a:r>
                        <a:rPr sz="1800" dirty="0" err="1"/>
                        <a:t>prognostizierten</a:t>
                      </a:r>
                      <a:r>
                        <a:rPr sz="1800" dirty="0"/>
                        <a:t> </a:t>
                      </a:r>
                      <a:r>
                        <a:rPr sz="1800" dirty="0" err="1"/>
                        <a:t>tägliche</a:t>
                      </a:r>
                      <a:r>
                        <a:rPr sz="1800" dirty="0"/>
                        <a:t> </a:t>
                      </a:r>
                      <a:r>
                        <a:rPr sz="1800" dirty="0" err="1"/>
                        <a:t>statt</a:t>
                      </a:r>
                      <a:r>
                        <a:rPr sz="1800" dirty="0"/>
                        <a:t> h-Tage-Quantile</a:t>
                      </a:r>
                    </a:p>
                  </a:txBody>
                  <a:tcPr/>
                </a:tc>
                <a:tc>
                  <a:txBody>
                    <a:bodyPr/>
                    <a:lstStyle/>
                    <a:p>
                      <a:r>
                        <a:rPr sz="1800" dirty="0"/>
                        <a:t>GARCH/</a:t>
                      </a:r>
                      <a:r>
                        <a:rPr sz="1800" dirty="0" err="1"/>
                        <a:t>HistVol</a:t>
                      </a:r>
                      <a:r>
                        <a:rPr sz="1800" dirty="0"/>
                        <a:t> </a:t>
                      </a:r>
                      <a:r>
                        <a:rPr sz="1800" dirty="0" err="1"/>
                        <a:t>systematisch</a:t>
                      </a:r>
                      <a:r>
                        <a:rPr sz="1800" dirty="0"/>
                        <a:t> </a:t>
                      </a:r>
                      <a:r>
                        <a:rPr sz="1800" dirty="0" err="1"/>
                        <a:t>benachteiligt</a:t>
                      </a:r>
                      <a:endParaRPr sz="1800" dirty="0"/>
                    </a:p>
                  </a:txBody>
                  <a:tcPr/>
                </a:tc>
                <a:extLst>
                  <a:ext uri="{0D108BD9-81ED-4DB2-BD59-A6C34878D82A}">
                    <a16:rowId xmlns:a16="http://schemas.microsoft.com/office/drawing/2014/main" val="10004"/>
                  </a:ext>
                </a:extLst>
              </a:tr>
            </a:tbl>
          </a:graphicData>
        </a:graphic>
      </p:graphicFrame>
      <p:pic>
        <p:nvPicPr>
          <p:cNvPr id="4" name="Grafik 3" descr="Ein Bild, das Text, Schrift, Grafiken, Symbol enthält.&#10;&#10;KI-generierte Inhalte können fehlerhaft sein.">
            <a:extLst>
              <a:ext uri="{FF2B5EF4-FFF2-40B4-BE49-F238E27FC236}">
                <a16:creationId xmlns:a16="http://schemas.microsoft.com/office/drawing/2014/main" id="{2D2B4E9C-9632-EDED-EDA5-0AF1FD77F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58844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0C3B-32B7-FA55-402A-6D181118BDEE}"/>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559050A2-DC6B-C63E-4685-3D260501961D}"/>
              </a:ext>
            </a:extLst>
          </p:cNvPr>
          <p:cNvSpPr>
            <a:spLocks noGrp="1"/>
          </p:cNvSpPr>
          <p:nvPr>
            <p:ph type="body" sz="quarter" idx="13"/>
          </p:nvPr>
        </p:nvSpPr>
        <p:spPr>
          <a:solidFill>
            <a:srgbClr val="004976"/>
          </a:solidFill>
        </p:spPr>
        <p:txBody>
          <a:bodyPr/>
          <a:lstStyle/>
          <a:p>
            <a:endParaRPr lang="de-DE" dirty="0"/>
          </a:p>
        </p:txBody>
      </p:sp>
      <p:sp>
        <p:nvSpPr>
          <p:cNvPr id="2" name="Titel 1">
            <a:extLst>
              <a:ext uri="{FF2B5EF4-FFF2-40B4-BE49-F238E27FC236}">
                <a16:creationId xmlns:a16="http://schemas.microsoft.com/office/drawing/2014/main" id="{2A5D0DD4-F0F6-214C-FA68-A7F1A15A139C}"/>
              </a:ext>
            </a:extLst>
          </p:cNvPr>
          <p:cNvSpPr>
            <a:spLocks noGrp="1"/>
          </p:cNvSpPr>
          <p:nvPr>
            <p:ph type="title"/>
          </p:nvPr>
        </p:nvSpPr>
        <p:spPr/>
        <p:txBody>
          <a:bodyPr/>
          <a:lstStyle/>
          <a:p>
            <a:r>
              <a:rPr dirty="0"/>
              <a:t>Vorher / Nachher</a:t>
            </a:r>
          </a:p>
        </p:txBody>
      </p:sp>
      <p:sp>
        <p:nvSpPr>
          <p:cNvPr id="6" name="Foliennummernplatzhalter 5">
            <a:extLst>
              <a:ext uri="{FF2B5EF4-FFF2-40B4-BE49-F238E27FC236}">
                <a16:creationId xmlns:a16="http://schemas.microsoft.com/office/drawing/2014/main" id="{788C3AB6-6457-E578-739F-D500D465F8F7}"/>
              </a:ext>
            </a:extLst>
          </p:cNvPr>
          <p:cNvSpPr>
            <a:spLocks noGrp="1"/>
          </p:cNvSpPr>
          <p:nvPr>
            <p:ph type="sldNum" sz="quarter" idx="38"/>
          </p:nvPr>
        </p:nvSpPr>
        <p:spPr/>
        <p:txBody>
          <a:bodyPr/>
          <a:lstStyle/>
          <a:p>
            <a:fld id="{A23FFA10-0470-4638-936A-23EC73946E25}" type="slidenum">
              <a:rPr lang="de-DE" smtClean="0"/>
              <a:pPr/>
              <a:t>14</a:t>
            </a:fld>
            <a:endParaRPr lang="de-DE" dirty="0"/>
          </a:p>
        </p:txBody>
      </p:sp>
      <p:sp>
        <p:nvSpPr>
          <p:cNvPr id="35" name="Inhaltsplatzhalter 34">
            <a:extLst>
              <a:ext uri="{FF2B5EF4-FFF2-40B4-BE49-F238E27FC236}">
                <a16:creationId xmlns:a16="http://schemas.microsoft.com/office/drawing/2014/main" id="{AFDCF3B1-B35B-4B7A-3038-DFFE165BE335}"/>
              </a:ext>
            </a:extLst>
          </p:cNvPr>
          <p:cNvSpPr>
            <a:spLocks noGrp="1"/>
          </p:cNvSpPr>
          <p:nvPr>
            <p:ph idx="1"/>
          </p:nvPr>
        </p:nvSpPr>
        <p:spPr/>
        <p:txBody>
          <a:bodyPr/>
          <a:lstStyle/>
          <a:p>
            <a:endParaRPr/>
          </a:p>
        </p:txBody>
      </p:sp>
      <p:graphicFrame>
        <p:nvGraphicFramePr>
          <p:cNvPr id="50" name="Table 49"/>
          <p:cNvGraphicFramePr>
            <a:graphicFrameLocks noGrp="1"/>
          </p:cNvGraphicFramePr>
          <p:nvPr>
            <p:extLst>
              <p:ext uri="{D42A27DB-BD31-4B8C-83A1-F6EECF244321}">
                <p14:modId xmlns:p14="http://schemas.microsoft.com/office/powerpoint/2010/main" val="337550397"/>
              </p:ext>
            </p:extLst>
          </p:nvPr>
        </p:nvGraphicFramePr>
        <p:xfrm>
          <a:off x="361950" y="1346836"/>
          <a:ext cx="11468100" cy="4776773"/>
        </p:xfrm>
        <a:graphic>
          <a:graphicData uri="http://schemas.openxmlformats.org/drawingml/2006/table">
            <a:tbl>
              <a:tblPr firstRow="1" bandRow="1">
                <a:tableStyleId>{5C22544A-7EE6-4342-B048-85BDC9FD1C3A}</a:tableStyleId>
              </a:tblPr>
              <a:tblGrid>
                <a:gridCol w="4357878">
                  <a:extLst>
                    <a:ext uri="{9D8B030D-6E8A-4147-A177-3AD203B41FA5}">
                      <a16:colId xmlns:a16="http://schemas.microsoft.com/office/drawing/2014/main" val="20000"/>
                    </a:ext>
                  </a:extLst>
                </a:gridCol>
                <a:gridCol w="3555111">
                  <a:extLst>
                    <a:ext uri="{9D8B030D-6E8A-4147-A177-3AD203B41FA5}">
                      <a16:colId xmlns:a16="http://schemas.microsoft.com/office/drawing/2014/main" val="20001"/>
                    </a:ext>
                  </a:extLst>
                </a:gridCol>
                <a:gridCol w="3555111">
                  <a:extLst>
                    <a:ext uri="{9D8B030D-6E8A-4147-A177-3AD203B41FA5}">
                      <a16:colId xmlns:a16="http://schemas.microsoft.com/office/drawing/2014/main" val="20002"/>
                    </a:ext>
                  </a:extLst>
                </a:gridCol>
              </a:tblGrid>
              <a:tr h="682396">
                <a:tc>
                  <a:txBody>
                    <a:bodyPr/>
                    <a:lstStyle/>
                    <a:p>
                      <a:r>
                        <a:rPr sz="1800" b="1" dirty="0" err="1"/>
                        <a:t>Aussage</a:t>
                      </a:r>
                      <a:endParaRPr sz="1800" b="1" dirty="0"/>
                    </a:p>
                  </a:txBody>
                  <a:tcPr/>
                </a:tc>
                <a:tc>
                  <a:txBody>
                    <a:bodyPr/>
                    <a:lstStyle/>
                    <a:p>
                      <a:r>
                        <a:rPr lang="de-DE" sz="1800" b="1" dirty="0"/>
                        <a:t>Vorher</a:t>
                      </a:r>
                      <a:endParaRPr sz="1800" b="1" dirty="0"/>
                    </a:p>
                  </a:txBody>
                  <a:tcPr/>
                </a:tc>
                <a:tc>
                  <a:txBody>
                    <a:bodyPr/>
                    <a:lstStyle/>
                    <a:p>
                      <a:r>
                        <a:rPr lang="de-DE" sz="1800" b="1" dirty="0"/>
                        <a:t>Nachher</a:t>
                      </a:r>
                      <a:endParaRPr sz="1800" b="1" dirty="0"/>
                    </a:p>
                  </a:txBody>
                  <a:tcPr/>
                </a:tc>
                <a:extLst>
                  <a:ext uri="{0D108BD9-81ED-4DB2-BD59-A6C34878D82A}">
                    <a16:rowId xmlns:a16="http://schemas.microsoft.com/office/drawing/2014/main" val="10000"/>
                  </a:ext>
                </a:extLst>
              </a:tr>
              <a:tr h="682396">
                <a:tc>
                  <a:txBody>
                    <a:bodyPr/>
                    <a:lstStyle/>
                    <a:p>
                      <a:r>
                        <a:rPr sz="1800" b="1" dirty="0"/>
                        <a:t>ENSO-</a:t>
                      </a:r>
                      <a:r>
                        <a:rPr sz="1800" b="1" dirty="0" err="1"/>
                        <a:t>Gewinn</a:t>
                      </a:r>
                      <a:r>
                        <a:rPr sz="1800" b="1" dirty="0"/>
                        <a:t> 12M, τ = 0,95</a:t>
                      </a:r>
                    </a:p>
                  </a:txBody>
                  <a:tcPr/>
                </a:tc>
                <a:tc>
                  <a:txBody>
                    <a:bodyPr/>
                    <a:lstStyle/>
                    <a:p>
                      <a:r>
                        <a:rPr sz="1800"/>
                        <a:t>+30,9%</a:t>
                      </a:r>
                    </a:p>
                  </a:txBody>
                  <a:tcPr/>
                </a:tc>
                <a:tc>
                  <a:txBody>
                    <a:bodyPr/>
                    <a:lstStyle/>
                    <a:p>
                      <a:r>
                        <a:rPr sz="1800"/>
                        <a:t>+3,3%</a:t>
                      </a:r>
                    </a:p>
                  </a:txBody>
                  <a:tcPr/>
                </a:tc>
                <a:extLst>
                  <a:ext uri="{0D108BD9-81ED-4DB2-BD59-A6C34878D82A}">
                    <a16:rowId xmlns:a16="http://schemas.microsoft.com/office/drawing/2014/main" val="10001"/>
                  </a:ext>
                </a:extLst>
              </a:tr>
              <a:tr h="682396">
                <a:tc>
                  <a:txBody>
                    <a:bodyPr/>
                    <a:lstStyle/>
                    <a:p>
                      <a:r>
                        <a:rPr sz="1800" b="1" dirty="0"/>
                        <a:t>ENSO Pre-Crisis 12M</a:t>
                      </a:r>
                    </a:p>
                  </a:txBody>
                  <a:tcPr/>
                </a:tc>
                <a:tc>
                  <a:txBody>
                    <a:bodyPr/>
                    <a:lstStyle/>
                    <a:p>
                      <a:r>
                        <a:rPr sz="1800" dirty="0"/>
                        <a:t>79% Retention</a:t>
                      </a:r>
                    </a:p>
                  </a:txBody>
                  <a:tcPr/>
                </a:tc>
                <a:tc>
                  <a:txBody>
                    <a:bodyPr/>
                    <a:lstStyle/>
                    <a:p>
                      <a:r>
                        <a:rPr sz="1800"/>
                        <a:t>−16,2% (schadet)</a:t>
                      </a:r>
                    </a:p>
                  </a:txBody>
                  <a:tcPr/>
                </a:tc>
                <a:extLst>
                  <a:ext uri="{0D108BD9-81ED-4DB2-BD59-A6C34878D82A}">
                    <a16:rowId xmlns:a16="http://schemas.microsoft.com/office/drawing/2014/main" val="10002"/>
                  </a:ext>
                </a:extLst>
              </a:tr>
              <a:tr h="682396">
                <a:tc>
                  <a:txBody>
                    <a:bodyPr/>
                    <a:lstStyle/>
                    <a:p>
                      <a:r>
                        <a:rPr sz="1800" b="1"/>
                        <a:t>Bester Upper-Tail bei 12M</a:t>
                      </a:r>
                    </a:p>
                  </a:txBody>
                  <a:tcPr/>
                </a:tc>
                <a:tc>
                  <a:txBody>
                    <a:bodyPr/>
                    <a:lstStyle/>
                    <a:p>
                      <a:r>
                        <a:rPr sz="1800" dirty="0"/>
                        <a:t>HAR-X-QR (MCS p = 1,00)</a:t>
                      </a:r>
                    </a:p>
                  </a:txBody>
                  <a:tcPr/>
                </a:tc>
                <a:tc>
                  <a:txBody>
                    <a:bodyPr/>
                    <a:lstStyle/>
                    <a:p>
                      <a:r>
                        <a:rPr sz="1800" dirty="0"/>
                        <a:t>GARCH (MCS p = 1,00)</a:t>
                      </a:r>
                    </a:p>
                  </a:txBody>
                  <a:tcPr/>
                </a:tc>
                <a:extLst>
                  <a:ext uri="{0D108BD9-81ED-4DB2-BD59-A6C34878D82A}">
                    <a16:rowId xmlns:a16="http://schemas.microsoft.com/office/drawing/2014/main" val="10003"/>
                  </a:ext>
                </a:extLst>
              </a:tr>
              <a:tr h="682396">
                <a:tc>
                  <a:txBody>
                    <a:bodyPr/>
                    <a:lstStyle/>
                    <a:p>
                      <a:r>
                        <a:rPr sz="1800" b="1"/>
                        <a:t>HAR-X-QR MCS-Rang</a:t>
                      </a:r>
                    </a:p>
                  </a:txBody>
                  <a:tcPr/>
                </a:tc>
                <a:tc>
                  <a:txBody>
                    <a:bodyPr/>
                    <a:lstStyle/>
                    <a:p>
                      <a:r>
                        <a:rPr sz="1800"/>
                        <a:t>bester ab 3M</a:t>
                      </a:r>
                    </a:p>
                  </a:txBody>
                  <a:tcPr/>
                </a:tc>
                <a:tc>
                  <a:txBody>
                    <a:bodyPr/>
                    <a:lstStyle/>
                    <a:p>
                      <a:r>
                        <a:rPr sz="1800" dirty="0" err="1"/>
                        <a:t>nie</a:t>
                      </a:r>
                      <a:r>
                        <a:rPr sz="1800" dirty="0"/>
                        <a:t> bester Rang</a:t>
                      </a:r>
                    </a:p>
                  </a:txBody>
                  <a:tcPr/>
                </a:tc>
                <a:extLst>
                  <a:ext uri="{0D108BD9-81ED-4DB2-BD59-A6C34878D82A}">
                    <a16:rowId xmlns:a16="http://schemas.microsoft.com/office/drawing/2014/main" val="10004"/>
                  </a:ext>
                </a:extLst>
              </a:tr>
              <a:tr h="682396">
                <a:tc>
                  <a:txBody>
                    <a:bodyPr/>
                    <a:lstStyle/>
                    <a:p>
                      <a:r>
                        <a:rPr sz="1800" b="1"/>
                        <a:t>ENSO bei 1M–6M</a:t>
                      </a:r>
                    </a:p>
                  </a:txBody>
                  <a:tcPr/>
                </a:tc>
                <a:tc>
                  <a:txBody>
                    <a:bodyPr/>
                    <a:lstStyle/>
                    <a:p>
                      <a:r>
                        <a:rPr sz="1800"/>
                        <a:t>gemischt</a:t>
                      </a:r>
                    </a:p>
                  </a:txBody>
                  <a:tcPr/>
                </a:tc>
                <a:tc>
                  <a:txBody>
                    <a:bodyPr/>
                    <a:lstStyle/>
                    <a:p>
                      <a:r>
                        <a:rPr sz="1800" dirty="0" err="1"/>
                        <a:t>schadet</a:t>
                      </a:r>
                      <a:r>
                        <a:rPr sz="1800" dirty="0"/>
                        <a:t> </a:t>
                      </a:r>
                      <a:r>
                        <a:rPr sz="1800" dirty="0" err="1"/>
                        <a:t>durchgehend</a:t>
                      </a:r>
                      <a:endParaRPr sz="1800" dirty="0"/>
                    </a:p>
                  </a:txBody>
                  <a:tcPr/>
                </a:tc>
                <a:extLst>
                  <a:ext uri="{0D108BD9-81ED-4DB2-BD59-A6C34878D82A}">
                    <a16:rowId xmlns:a16="http://schemas.microsoft.com/office/drawing/2014/main" val="10005"/>
                  </a:ext>
                </a:extLst>
              </a:tr>
              <a:tr h="682397">
                <a:tc>
                  <a:txBody>
                    <a:bodyPr/>
                    <a:lstStyle/>
                    <a:p>
                      <a:r>
                        <a:rPr sz="1800" b="1" dirty="0"/>
                        <a:t>Coverage 12M HAR-QR</a:t>
                      </a:r>
                    </a:p>
                  </a:txBody>
                  <a:tcPr/>
                </a:tc>
                <a:tc>
                  <a:txBody>
                    <a:bodyPr/>
                    <a:lstStyle/>
                    <a:p>
                      <a:r>
                        <a:rPr sz="1800"/>
                        <a:t>10,4%</a:t>
                      </a:r>
                    </a:p>
                  </a:txBody>
                  <a:tcPr/>
                </a:tc>
                <a:tc>
                  <a:txBody>
                    <a:bodyPr/>
                    <a:lstStyle/>
                    <a:p>
                      <a:r>
                        <a:rPr sz="1800" dirty="0"/>
                        <a:t>14,6%</a:t>
                      </a:r>
                    </a:p>
                  </a:txBody>
                  <a:tcPr/>
                </a:tc>
                <a:extLst>
                  <a:ext uri="{0D108BD9-81ED-4DB2-BD59-A6C34878D82A}">
                    <a16:rowId xmlns:a16="http://schemas.microsoft.com/office/drawing/2014/main" val="10006"/>
                  </a:ext>
                </a:extLst>
              </a:tr>
            </a:tbl>
          </a:graphicData>
        </a:graphic>
      </p:graphicFrame>
      <p:pic>
        <p:nvPicPr>
          <p:cNvPr id="3" name="Grafik 2" descr="Ein Bild, das Text, Schrift, Grafiken, Symbol enthält.&#10;&#10;KI-generierte Inhalte können fehlerhaft sein.">
            <a:extLst>
              <a:ext uri="{FF2B5EF4-FFF2-40B4-BE49-F238E27FC236}">
                <a16:creationId xmlns:a16="http://schemas.microsoft.com/office/drawing/2014/main" id="{D91B92C9-86DC-286A-74F1-628061A3D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427870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87EF-7507-80FD-F89A-73FDF0858E54}"/>
            </a:ext>
          </a:extLst>
        </p:cNvPr>
        <p:cNvGrpSpPr/>
        <p:nvPr/>
      </p:nvGrpSpPr>
      <p:grpSpPr>
        <a:xfrm>
          <a:off x="0" y="0"/>
          <a:ext cx="0" cy="0"/>
          <a:chOff x="0" y="0"/>
          <a:chExt cx="0" cy="0"/>
        </a:xfrm>
      </p:grpSpPr>
      <p:sp>
        <p:nvSpPr>
          <p:cNvPr id="49" name="Textplatzhalter 48">
            <a:extLst>
              <a:ext uri="{FF2B5EF4-FFF2-40B4-BE49-F238E27FC236}">
                <a16:creationId xmlns:a16="http://schemas.microsoft.com/office/drawing/2014/main" id="{42841E81-769E-9491-CA47-0A51CB5C256C}"/>
              </a:ext>
            </a:extLst>
          </p:cNvPr>
          <p:cNvSpPr>
            <a:spLocks noGrp="1"/>
          </p:cNvSpPr>
          <p:nvPr>
            <p:ph type="body" sz="quarter" idx="13"/>
          </p:nvPr>
        </p:nvSpPr>
        <p:spPr>
          <a:solidFill>
            <a:srgbClr val="004976"/>
          </a:solidFill>
        </p:spPr>
        <p:txBody>
          <a:bodyPr/>
          <a:lstStyle/>
          <a:p>
            <a:endParaRPr lang="de-DE" dirty="0"/>
          </a:p>
        </p:txBody>
      </p:sp>
      <p:sp>
        <p:nvSpPr>
          <p:cNvPr id="2" name="Titel 1">
            <a:extLst>
              <a:ext uri="{FF2B5EF4-FFF2-40B4-BE49-F238E27FC236}">
                <a16:creationId xmlns:a16="http://schemas.microsoft.com/office/drawing/2014/main" id="{D6389B50-6EBD-0308-BB34-B67454D6EFAA}"/>
              </a:ext>
            </a:extLst>
          </p:cNvPr>
          <p:cNvSpPr>
            <a:spLocks noGrp="1"/>
          </p:cNvSpPr>
          <p:nvPr>
            <p:ph type="title"/>
          </p:nvPr>
        </p:nvSpPr>
        <p:spPr/>
        <p:txBody>
          <a:bodyPr/>
          <a:lstStyle/>
          <a:p>
            <a:r>
              <a:rPr dirty="0" err="1"/>
              <a:t>Quantilverlust</a:t>
            </a:r>
            <a:r>
              <a:rPr dirty="0"/>
              <a:t> bei τ = 0,95 </a:t>
            </a:r>
            <a:r>
              <a:rPr lang="de-DE" dirty="0"/>
              <a:t>-</a:t>
            </a:r>
            <a:r>
              <a:rPr dirty="0"/>
              <a:t> finale Zahlen</a:t>
            </a:r>
            <a:endParaRPr lang="de-DE" dirty="0"/>
          </a:p>
        </p:txBody>
      </p:sp>
      <p:sp>
        <p:nvSpPr>
          <p:cNvPr id="6" name="Foliennummernplatzhalter 5">
            <a:extLst>
              <a:ext uri="{FF2B5EF4-FFF2-40B4-BE49-F238E27FC236}">
                <a16:creationId xmlns:a16="http://schemas.microsoft.com/office/drawing/2014/main" id="{A35079FA-8AA3-59D1-0BF4-214A012141BF}"/>
              </a:ext>
            </a:extLst>
          </p:cNvPr>
          <p:cNvSpPr>
            <a:spLocks noGrp="1"/>
          </p:cNvSpPr>
          <p:nvPr>
            <p:ph type="sldNum" sz="quarter" idx="38"/>
          </p:nvPr>
        </p:nvSpPr>
        <p:spPr/>
        <p:txBody>
          <a:bodyPr/>
          <a:lstStyle/>
          <a:p>
            <a:fld id="{A23FFA10-0470-4638-936A-23EC73946E25}" type="slidenum">
              <a:rPr lang="de-DE" smtClean="0"/>
              <a:pPr/>
              <a:t>15</a:t>
            </a:fld>
            <a:endParaRPr lang="de-DE" dirty="0"/>
          </a:p>
        </p:txBody>
      </p:sp>
      <p:sp>
        <p:nvSpPr>
          <p:cNvPr id="35" name="Inhaltsplatzhalter 34">
            <a:extLst>
              <a:ext uri="{FF2B5EF4-FFF2-40B4-BE49-F238E27FC236}">
                <a16:creationId xmlns:a16="http://schemas.microsoft.com/office/drawing/2014/main" id="{3F51E5C0-EFE3-2EDC-9884-9C5A52991B53}"/>
              </a:ext>
            </a:extLst>
          </p:cNvPr>
          <p:cNvSpPr>
            <a:spLocks noGrp="1"/>
          </p:cNvSpPr>
          <p:nvPr>
            <p:ph idx="1"/>
          </p:nvPr>
        </p:nvSpPr>
        <p:spPr/>
        <p:txBody>
          <a:bodyPr/>
          <a:lstStyle/>
          <a:p>
            <a:endParaRPr/>
          </a:p>
        </p:txBody>
      </p:sp>
      <p:graphicFrame>
        <p:nvGraphicFramePr>
          <p:cNvPr id="50" name="Table 49"/>
          <p:cNvGraphicFramePr>
            <a:graphicFrameLocks noGrp="1"/>
          </p:cNvGraphicFramePr>
          <p:nvPr>
            <p:extLst>
              <p:ext uri="{D42A27DB-BD31-4B8C-83A1-F6EECF244321}">
                <p14:modId xmlns:p14="http://schemas.microsoft.com/office/powerpoint/2010/main" val="199492519"/>
              </p:ext>
            </p:extLst>
          </p:nvPr>
        </p:nvGraphicFramePr>
        <p:xfrm>
          <a:off x="361950" y="1376363"/>
          <a:ext cx="11468100" cy="4776773"/>
        </p:xfrm>
        <a:graphic>
          <a:graphicData uri="http://schemas.openxmlformats.org/drawingml/2006/table">
            <a:tbl>
              <a:tblPr firstRow="1" bandRow="1">
                <a:tableStyleId>{5C22544A-7EE6-4342-B048-85BDC9FD1C3A}</a:tableStyleId>
              </a:tblPr>
              <a:tblGrid>
                <a:gridCol w="2293620">
                  <a:extLst>
                    <a:ext uri="{9D8B030D-6E8A-4147-A177-3AD203B41FA5}">
                      <a16:colId xmlns:a16="http://schemas.microsoft.com/office/drawing/2014/main" val="20000"/>
                    </a:ext>
                  </a:extLst>
                </a:gridCol>
                <a:gridCol w="1490853">
                  <a:extLst>
                    <a:ext uri="{9D8B030D-6E8A-4147-A177-3AD203B41FA5}">
                      <a16:colId xmlns:a16="http://schemas.microsoft.com/office/drawing/2014/main" val="20001"/>
                    </a:ext>
                  </a:extLst>
                </a:gridCol>
                <a:gridCol w="1490853">
                  <a:extLst>
                    <a:ext uri="{9D8B030D-6E8A-4147-A177-3AD203B41FA5}">
                      <a16:colId xmlns:a16="http://schemas.microsoft.com/office/drawing/2014/main" val="20002"/>
                    </a:ext>
                  </a:extLst>
                </a:gridCol>
                <a:gridCol w="1490853">
                  <a:extLst>
                    <a:ext uri="{9D8B030D-6E8A-4147-A177-3AD203B41FA5}">
                      <a16:colId xmlns:a16="http://schemas.microsoft.com/office/drawing/2014/main" val="20003"/>
                    </a:ext>
                  </a:extLst>
                </a:gridCol>
                <a:gridCol w="1490853">
                  <a:extLst>
                    <a:ext uri="{9D8B030D-6E8A-4147-A177-3AD203B41FA5}">
                      <a16:colId xmlns:a16="http://schemas.microsoft.com/office/drawing/2014/main" val="20004"/>
                    </a:ext>
                  </a:extLst>
                </a:gridCol>
                <a:gridCol w="1605534">
                  <a:extLst>
                    <a:ext uri="{9D8B030D-6E8A-4147-A177-3AD203B41FA5}">
                      <a16:colId xmlns:a16="http://schemas.microsoft.com/office/drawing/2014/main" val="20005"/>
                    </a:ext>
                  </a:extLst>
                </a:gridCol>
                <a:gridCol w="1605534">
                  <a:extLst>
                    <a:ext uri="{9D8B030D-6E8A-4147-A177-3AD203B41FA5}">
                      <a16:colId xmlns:a16="http://schemas.microsoft.com/office/drawing/2014/main" val="20006"/>
                    </a:ext>
                  </a:extLst>
                </a:gridCol>
              </a:tblGrid>
              <a:tr h="796128">
                <a:tc>
                  <a:txBody>
                    <a:bodyPr/>
                    <a:lstStyle/>
                    <a:p>
                      <a:r>
                        <a:rPr sz="1800" b="1" dirty="0"/>
                        <a:t>Modell</a:t>
                      </a:r>
                    </a:p>
                  </a:txBody>
                  <a:tcPr/>
                </a:tc>
                <a:tc>
                  <a:txBody>
                    <a:bodyPr/>
                    <a:lstStyle/>
                    <a:p>
                      <a:r>
                        <a:rPr sz="1800" b="1"/>
                        <a:t>1T</a:t>
                      </a:r>
                    </a:p>
                  </a:txBody>
                  <a:tcPr/>
                </a:tc>
                <a:tc>
                  <a:txBody>
                    <a:bodyPr/>
                    <a:lstStyle/>
                    <a:p>
                      <a:r>
                        <a:rPr sz="1800" b="1"/>
                        <a:t>1W</a:t>
                      </a:r>
                    </a:p>
                  </a:txBody>
                  <a:tcPr/>
                </a:tc>
                <a:tc>
                  <a:txBody>
                    <a:bodyPr/>
                    <a:lstStyle/>
                    <a:p>
                      <a:r>
                        <a:rPr sz="1800" b="1"/>
                        <a:t>1M</a:t>
                      </a:r>
                    </a:p>
                  </a:txBody>
                  <a:tcPr/>
                </a:tc>
                <a:tc>
                  <a:txBody>
                    <a:bodyPr/>
                    <a:lstStyle/>
                    <a:p>
                      <a:r>
                        <a:rPr sz="1800" b="1"/>
                        <a:t>3M</a:t>
                      </a:r>
                    </a:p>
                  </a:txBody>
                  <a:tcPr/>
                </a:tc>
                <a:tc>
                  <a:txBody>
                    <a:bodyPr/>
                    <a:lstStyle/>
                    <a:p>
                      <a:r>
                        <a:rPr sz="1800" b="1"/>
                        <a:t>6M</a:t>
                      </a:r>
                    </a:p>
                  </a:txBody>
                  <a:tcPr/>
                </a:tc>
                <a:tc>
                  <a:txBody>
                    <a:bodyPr/>
                    <a:lstStyle/>
                    <a:p>
                      <a:r>
                        <a:rPr sz="1800" b="1"/>
                        <a:t>12M</a:t>
                      </a:r>
                    </a:p>
                  </a:txBody>
                  <a:tcPr/>
                </a:tc>
                <a:extLst>
                  <a:ext uri="{0D108BD9-81ED-4DB2-BD59-A6C34878D82A}">
                    <a16:rowId xmlns:a16="http://schemas.microsoft.com/office/drawing/2014/main" val="10000"/>
                  </a:ext>
                </a:extLst>
              </a:tr>
              <a:tr h="796128">
                <a:tc>
                  <a:txBody>
                    <a:bodyPr/>
                    <a:lstStyle/>
                    <a:p>
                      <a:r>
                        <a:rPr sz="1800" dirty="0"/>
                        <a:t>Historical Vol</a:t>
                      </a:r>
                    </a:p>
                  </a:txBody>
                  <a:tcPr/>
                </a:tc>
                <a:tc>
                  <a:txBody>
                    <a:bodyPr/>
                    <a:lstStyle/>
                    <a:p>
                      <a:r>
                        <a:rPr sz="1800"/>
                        <a:t>0,001282</a:t>
                      </a:r>
                    </a:p>
                  </a:txBody>
                  <a:tcPr/>
                </a:tc>
                <a:tc>
                  <a:txBody>
                    <a:bodyPr/>
                    <a:lstStyle/>
                    <a:p>
                      <a:r>
                        <a:rPr sz="1800" dirty="0"/>
                        <a:t>0,000831</a:t>
                      </a:r>
                    </a:p>
                  </a:txBody>
                  <a:tcPr/>
                </a:tc>
                <a:tc>
                  <a:txBody>
                    <a:bodyPr/>
                    <a:lstStyle/>
                    <a:p>
                      <a:r>
                        <a:rPr sz="1800"/>
                        <a:t>0,000691</a:t>
                      </a:r>
                    </a:p>
                  </a:txBody>
                  <a:tcPr/>
                </a:tc>
                <a:tc>
                  <a:txBody>
                    <a:bodyPr/>
                    <a:lstStyle/>
                    <a:p>
                      <a:r>
                        <a:rPr sz="1800"/>
                        <a:t>0,000810</a:t>
                      </a:r>
                    </a:p>
                  </a:txBody>
                  <a:tcPr/>
                </a:tc>
                <a:tc>
                  <a:txBody>
                    <a:bodyPr/>
                    <a:lstStyle/>
                    <a:p>
                      <a:r>
                        <a:rPr sz="1800"/>
                        <a:t>0,001035</a:t>
                      </a:r>
                    </a:p>
                  </a:txBody>
                  <a:tcPr/>
                </a:tc>
                <a:tc>
                  <a:txBody>
                    <a:bodyPr/>
                    <a:lstStyle/>
                    <a:p>
                      <a:r>
                        <a:rPr sz="1800"/>
                        <a:t>0,001462</a:t>
                      </a:r>
                    </a:p>
                  </a:txBody>
                  <a:tcPr/>
                </a:tc>
                <a:extLst>
                  <a:ext uri="{0D108BD9-81ED-4DB2-BD59-A6C34878D82A}">
                    <a16:rowId xmlns:a16="http://schemas.microsoft.com/office/drawing/2014/main" val="10001"/>
                  </a:ext>
                </a:extLst>
              </a:tr>
              <a:tr h="796128">
                <a:tc>
                  <a:txBody>
                    <a:bodyPr/>
                    <a:lstStyle/>
                    <a:p>
                      <a:r>
                        <a:rPr sz="1800"/>
                        <a:t>GARCH(1,1)</a:t>
                      </a:r>
                    </a:p>
                  </a:txBody>
                  <a:tcPr/>
                </a:tc>
                <a:tc>
                  <a:txBody>
                    <a:bodyPr/>
                    <a:lstStyle/>
                    <a:p>
                      <a:r>
                        <a:rPr sz="1800"/>
                        <a:t>0,001284</a:t>
                      </a:r>
                    </a:p>
                  </a:txBody>
                  <a:tcPr/>
                </a:tc>
                <a:tc>
                  <a:txBody>
                    <a:bodyPr/>
                    <a:lstStyle/>
                    <a:p>
                      <a:r>
                        <a:rPr sz="1800"/>
                        <a:t>0,000828</a:t>
                      </a:r>
                    </a:p>
                  </a:txBody>
                  <a:tcPr/>
                </a:tc>
                <a:tc>
                  <a:txBody>
                    <a:bodyPr/>
                    <a:lstStyle/>
                    <a:p>
                      <a:r>
                        <a:rPr sz="1800" dirty="0"/>
                        <a:t>0,000609</a:t>
                      </a:r>
                    </a:p>
                  </a:txBody>
                  <a:tcPr/>
                </a:tc>
                <a:tc>
                  <a:txBody>
                    <a:bodyPr/>
                    <a:lstStyle/>
                    <a:p>
                      <a:r>
                        <a:rPr sz="1800"/>
                        <a:t>0,000630</a:t>
                      </a:r>
                    </a:p>
                  </a:txBody>
                  <a:tcPr/>
                </a:tc>
                <a:tc>
                  <a:txBody>
                    <a:bodyPr/>
                    <a:lstStyle/>
                    <a:p>
                      <a:r>
                        <a:rPr sz="1800"/>
                        <a:t>0,000668</a:t>
                      </a:r>
                    </a:p>
                  </a:txBody>
                  <a:tcPr/>
                </a:tc>
                <a:tc>
                  <a:txBody>
                    <a:bodyPr/>
                    <a:lstStyle/>
                    <a:p>
                      <a:r>
                        <a:rPr sz="1800"/>
                        <a:t>0,000736 ★</a:t>
                      </a:r>
                    </a:p>
                  </a:txBody>
                  <a:tcPr/>
                </a:tc>
                <a:extLst>
                  <a:ext uri="{0D108BD9-81ED-4DB2-BD59-A6C34878D82A}">
                    <a16:rowId xmlns:a16="http://schemas.microsoft.com/office/drawing/2014/main" val="10002"/>
                  </a:ext>
                </a:extLst>
              </a:tr>
              <a:tr h="796128">
                <a:tc>
                  <a:txBody>
                    <a:bodyPr/>
                    <a:lstStyle/>
                    <a:p>
                      <a:r>
                        <a:rPr sz="1800"/>
                        <a:t>HAR-OLS</a:t>
                      </a:r>
                    </a:p>
                  </a:txBody>
                  <a:tcPr/>
                </a:tc>
                <a:tc>
                  <a:txBody>
                    <a:bodyPr/>
                    <a:lstStyle/>
                    <a:p>
                      <a:r>
                        <a:rPr sz="1800"/>
                        <a:t>0,001229</a:t>
                      </a:r>
                    </a:p>
                  </a:txBody>
                  <a:tcPr/>
                </a:tc>
                <a:tc>
                  <a:txBody>
                    <a:bodyPr/>
                    <a:lstStyle/>
                    <a:p>
                      <a:r>
                        <a:rPr sz="1800"/>
                        <a:t>0,000746</a:t>
                      </a:r>
                    </a:p>
                  </a:txBody>
                  <a:tcPr/>
                </a:tc>
                <a:tc>
                  <a:txBody>
                    <a:bodyPr/>
                    <a:lstStyle/>
                    <a:p>
                      <a:r>
                        <a:rPr sz="1800"/>
                        <a:t>0,000536</a:t>
                      </a:r>
                    </a:p>
                  </a:txBody>
                  <a:tcPr/>
                </a:tc>
                <a:tc>
                  <a:txBody>
                    <a:bodyPr/>
                    <a:lstStyle/>
                    <a:p>
                      <a:r>
                        <a:rPr sz="1800" dirty="0"/>
                        <a:t>0,000558</a:t>
                      </a:r>
                    </a:p>
                  </a:txBody>
                  <a:tcPr/>
                </a:tc>
                <a:tc>
                  <a:txBody>
                    <a:bodyPr/>
                    <a:lstStyle/>
                    <a:p>
                      <a:r>
                        <a:rPr sz="1800"/>
                        <a:t>0,000608 ★</a:t>
                      </a:r>
                    </a:p>
                  </a:txBody>
                  <a:tcPr/>
                </a:tc>
                <a:tc>
                  <a:txBody>
                    <a:bodyPr/>
                    <a:lstStyle/>
                    <a:p>
                      <a:r>
                        <a:rPr sz="1800"/>
                        <a:t>0,000786</a:t>
                      </a:r>
                    </a:p>
                  </a:txBody>
                  <a:tcPr/>
                </a:tc>
                <a:extLst>
                  <a:ext uri="{0D108BD9-81ED-4DB2-BD59-A6C34878D82A}">
                    <a16:rowId xmlns:a16="http://schemas.microsoft.com/office/drawing/2014/main" val="10003"/>
                  </a:ext>
                </a:extLst>
              </a:tr>
              <a:tr h="796128">
                <a:tc>
                  <a:txBody>
                    <a:bodyPr/>
                    <a:lstStyle/>
                    <a:p>
                      <a:r>
                        <a:rPr sz="1800"/>
                        <a:t>HAR-QR</a:t>
                      </a:r>
                    </a:p>
                  </a:txBody>
                  <a:tcPr/>
                </a:tc>
                <a:tc>
                  <a:txBody>
                    <a:bodyPr/>
                    <a:lstStyle/>
                    <a:p>
                      <a:r>
                        <a:rPr sz="1800"/>
                        <a:t>0,001159 ★</a:t>
                      </a:r>
                    </a:p>
                  </a:txBody>
                  <a:tcPr/>
                </a:tc>
                <a:tc>
                  <a:txBody>
                    <a:bodyPr/>
                    <a:lstStyle/>
                    <a:p>
                      <a:r>
                        <a:rPr sz="1800"/>
                        <a:t>0,000682 ★</a:t>
                      </a:r>
                    </a:p>
                  </a:txBody>
                  <a:tcPr/>
                </a:tc>
                <a:tc>
                  <a:txBody>
                    <a:bodyPr/>
                    <a:lstStyle/>
                    <a:p>
                      <a:r>
                        <a:rPr sz="1800"/>
                        <a:t>0,000500 ★</a:t>
                      </a:r>
                    </a:p>
                  </a:txBody>
                  <a:tcPr/>
                </a:tc>
                <a:tc>
                  <a:txBody>
                    <a:bodyPr/>
                    <a:lstStyle/>
                    <a:p>
                      <a:r>
                        <a:rPr sz="1800" dirty="0"/>
                        <a:t>0,000557 ★</a:t>
                      </a:r>
                    </a:p>
                  </a:txBody>
                  <a:tcPr/>
                </a:tc>
                <a:tc>
                  <a:txBody>
                    <a:bodyPr/>
                    <a:lstStyle/>
                    <a:p>
                      <a:r>
                        <a:rPr sz="1800" dirty="0"/>
                        <a:t>0,000704</a:t>
                      </a:r>
                    </a:p>
                  </a:txBody>
                  <a:tcPr/>
                </a:tc>
                <a:tc>
                  <a:txBody>
                    <a:bodyPr/>
                    <a:lstStyle/>
                    <a:p>
                      <a:r>
                        <a:rPr sz="1800" dirty="0"/>
                        <a:t>0,001041</a:t>
                      </a:r>
                    </a:p>
                  </a:txBody>
                  <a:tcPr/>
                </a:tc>
                <a:extLst>
                  <a:ext uri="{0D108BD9-81ED-4DB2-BD59-A6C34878D82A}">
                    <a16:rowId xmlns:a16="http://schemas.microsoft.com/office/drawing/2014/main" val="10004"/>
                  </a:ext>
                </a:extLst>
              </a:tr>
              <a:tr h="796133">
                <a:tc>
                  <a:txBody>
                    <a:bodyPr/>
                    <a:lstStyle/>
                    <a:p>
                      <a:r>
                        <a:rPr sz="1800"/>
                        <a:t>HAR-X-QR</a:t>
                      </a:r>
                    </a:p>
                  </a:txBody>
                  <a:tcPr/>
                </a:tc>
                <a:tc>
                  <a:txBody>
                    <a:bodyPr/>
                    <a:lstStyle/>
                    <a:p>
                      <a:r>
                        <a:rPr sz="1800"/>
                        <a:t>0,001160</a:t>
                      </a:r>
                    </a:p>
                  </a:txBody>
                  <a:tcPr/>
                </a:tc>
                <a:tc>
                  <a:txBody>
                    <a:bodyPr/>
                    <a:lstStyle/>
                    <a:p>
                      <a:r>
                        <a:rPr sz="1800"/>
                        <a:t>0,000685</a:t>
                      </a:r>
                    </a:p>
                  </a:txBody>
                  <a:tcPr/>
                </a:tc>
                <a:tc>
                  <a:txBody>
                    <a:bodyPr/>
                    <a:lstStyle/>
                    <a:p>
                      <a:r>
                        <a:rPr sz="1800"/>
                        <a:t>0,000521</a:t>
                      </a:r>
                    </a:p>
                  </a:txBody>
                  <a:tcPr/>
                </a:tc>
                <a:tc>
                  <a:txBody>
                    <a:bodyPr/>
                    <a:lstStyle/>
                    <a:p>
                      <a:r>
                        <a:rPr sz="1800"/>
                        <a:t>0,000580</a:t>
                      </a:r>
                    </a:p>
                  </a:txBody>
                  <a:tcPr/>
                </a:tc>
                <a:tc>
                  <a:txBody>
                    <a:bodyPr/>
                    <a:lstStyle/>
                    <a:p>
                      <a:r>
                        <a:rPr sz="1800"/>
                        <a:t>0,000711</a:t>
                      </a:r>
                    </a:p>
                  </a:txBody>
                  <a:tcPr/>
                </a:tc>
                <a:tc>
                  <a:txBody>
                    <a:bodyPr/>
                    <a:lstStyle/>
                    <a:p>
                      <a:r>
                        <a:rPr sz="1800" dirty="0"/>
                        <a:t>0,001007</a:t>
                      </a:r>
                    </a:p>
                  </a:txBody>
                  <a:tcPr/>
                </a:tc>
                <a:extLst>
                  <a:ext uri="{0D108BD9-81ED-4DB2-BD59-A6C34878D82A}">
                    <a16:rowId xmlns:a16="http://schemas.microsoft.com/office/drawing/2014/main" val="10005"/>
                  </a:ext>
                </a:extLst>
              </a:tr>
            </a:tbl>
          </a:graphicData>
        </a:graphic>
      </p:graphicFrame>
      <p:pic>
        <p:nvPicPr>
          <p:cNvPr id="3" name="Grafik 2" descr="Ein Bild, das Text, Schrift, Grafiken, Symbol enthält.&#10;&#10;KI-generierte Inhalte können fehlerhaft sein.">
            <a:extLst>
              <a:ext uri="{FF2B5EF4-FFF2-40B4-BE49-F238E27FC236}">
                <a16:creationId xmlns:a16="http://schemas.microsoft.com/office/drawing/2014/main" id="{7A37AEC6-2261-AC32-7443-AA19E1AA5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3545458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Content Placeholder 2"/>
          <p:cNvSpPr>
            <a:spLocks noGrp="1"/>
          </p:cNvSpPr>
          <p:nvPr>
            <p:ph idx="1"/>
          </p:nvPr>
        </p:nvSpPr>
        <p:spPr/>
        <p:txBody>
          <a:bodyPr wrap="square"/>
          <a:lstStyle/>
          <a:p>
            <a:pPr marL="0" indent="0">
              <a:buNone/>
            </a:pPr>
            <a:r>
              <a:rPr lang="de-DE" dirty="0"/>
              <a:t>Upper Tail (τ = 0,95) — horizont-abhängig:</a:t>
            </a:r>
          </a:p>
          <a:p>
            <a:r>
              <a:rPr lang="de-DE" b="1" dirty="0"/>
              <a:t>1T–3M: Ja,</a:t>
            </a:r>
            <a:r>
              <a:rPr lang="de-DE" dirty="0"/>
              <a:t> HAR-QR alleiniger MCS-Spitzenreiter</a:t>
            </a:r>
          </a:p>
          <a:p>
            <a:r>
              <a:rPr lang="de-DE" b="1" dirty="0"/>
              <a:t>6M: Nein, </a:t>
            </a:r>
            <a:r>
              <a:rPr lang="de-DE" dirty="0"/>
              <a:t>HAR-OLS übernimmt; </a:t>
            </a:r>
            <a:r>
              <a:rPr lang="de-DE" dirty="0" err="1"/>
              <a:t>Quantilschätzung</a:t>
            </a:r>
            <a:r>
              <a:rPr lang="de-DE" dirty="0"/>
              <a:t> bringt keinen Mehrwert mehr</a:t>
            </a:r>
          </a:p>
          <a:p>
            <a:r>
              <a:rPr lang="de-DE" b="1" dirty="0"/>
              <a:t>12M: Nein, </a:t>
            </a:r>
            <a:r>
              <a:rPr lang="de-DE" dirty="0"/>
              <a:t>GARCH bester Rang (MCS p = 1,00); Mean-Reversion dominiert</a:t>
            </a:r>
          </a:p>
          <a:p>
            <a:endParaRPr lang="de-DE" dirty="0"/>
          </a:p>
          <a:p>
            <a:r>
              <a:rPr dirty="0" err="1"/>
              <a:t>Mittelprognose</a:t>
            </a:r>
            <a:r>
              <a:rPr dirty="0"/>
              <a:t>: HAR-OLS </a:t>
            </a:r>
            <a:r>
              <a:rPr dirty="0" err="1"/>
              <a:t>dominiert</a:t>
            </a:r>
            <a:r>
              <a:rPr dirty="0"/>
              <a:t> </a:t>
            </a:r>
            <a:r>
              <a:rPr dirty="0" err="1"/>
              <a:t>über</a:t>
            </a:r>
            <a:r>
              <a:rPr dirty="0"/>
              <a:t> alle Horizonte</a:t>
            </a:r>
            <a:r>
              <a:rPr lang="de-DE" dirty="0"/>
              <a:t> (QLIKE)</a:t>
            </a:r>
            <a:endParaRPr dirty="0"/>
          </a:p>
          <a:p>
            <a:pPr lvl="1"/>
            <a:r>
              <a:rPr dirty="0"/>
              <a:t>Die HAR-</a:t>
            </a:r>
            <a:r>
              <a:rPr dirty="0" err="1"/>
              <a:t>Struktur</a:t>
            </a:r>
            <a:r>
              <a:rPr dirty="0"/>
              <a:t> </a:t>
            </a:r>
            <a:r>
              <a:rPr dirty="0" err="1"/>
              <a:t>ist</a:t>
            </a:r>
            <a:r>
              <a:rPr dirty="0"/>
              <a:t> der Treiber </a:t>
            </a:r>
            <a:r>
              <a:rPr lang="de-DE" dirty="0"/>
              <a:t>-</a:t>
            </a:r>
            <a:r>
              <a:rPr dirty="0"/>
              <a:t> nicht die </a:t>
            </a:r>
            <a:r>
              <a:rPr dirty="0" err="1"/>
              <a:t>Quantilschätzung</a:t>
            </a:r>
            <a:r>
              <a:rPr dirty="0"/>
              <a:t> per se</a:t>
            </a:r>
          </a:p>
          <a:p>
            <a:pPr marL="0" indent="0">
              <a:buNone/>
            </a:pPr>
            <a:r>
              <a:rPr dirty="0"/>
              <a:t>→  HAR-QR </a:t>
            </a:r>
            <a:r>
              <a:rPr dirty="0" err="1"/>
              <a:t>gewinnt</a:t>
            </a:r>
            <a:r>
              <a:rPr dirty="0"/>
              <a:t> wo </a:t>
            </a:r>
            <a:r>
              <a:rPr dirty="0" err="1"/>
              <a:t>Heterogenität</a:t>
            </a:r>
            <a:r>
              <a:rPr dirty="0"/>
              <a:t> </a:t>
            </a:r>
            <a:r>
              <a:rPr dirty="0" err="1"/>
              <a:t>zählt</a:t>
            </a:r>
            <a:r>
              <a:rPr lang="de-DE" dirty="0"/>
              <a:t> (</a:t>
            </a:r>
            <a:r>
              <a:rPr lang="de-DE" dirty="0" err="1"/>
              <a:t>Heterogeneous</a:t>
            </a:r>
            <a:r>
              <a:rPr lang="de-DE" dirty="0"/>
              <a:t> Market Hypothesis)</a:t>
            </a:r>
            <a:endParaRPr dirty="0"/>
          </a:p>
        </p:txBody>
      </p:sp>
      <p:sp>
        <p:nvSpPr>
          <p:cNvPr id="4" name="Title 3"/>
          <p:cNvSpPr>
            <a:spLocks noGrp="1"/>
          </p:cNvSpPr>
          <p:nvPr>
            <p:ph type="title"/>
          </p:nvPr>
        </p:nvSpPr>
        <p:spPr/>
        <p:txBody>
          <a:bodyPr/>
          <a:lstStyle/>
          <a:p>
            <a:r>
              <a:t>RQ1: Schlägt HAR-QR die Benchmarks?</a:t>
            </a:r>
          </a:p>
        </p:txBody>
      </p:sp>
      <p:sp>
        <p:nvSpPr>
          <p:cNvPr id="5" name="Text Placeholder 4"/>
          <p:cNvSpPr>
            <a:spLocks noGrp="1"/>
          </p:cNvSpPr>
          <p:nvPr>
            <p:ph type="body" sz="quarter" idx="35"/>
          </p:nvPr>
        </p:nvSpPr>
        <p:spPr/>
        <p:txBody>
          <a:bodyPr/>
          <a:lstStyle/>
          <a:p>
            <a:endParaRPr/>
          </a:p>
        </p:txBody>
      </p:sp>
      <p:sp>
        <p:nvSpPr>
          <p:cNvPr id="6" name="Text Placeholder 5"/>
          <p:cNvSpPr>
            <a:spLocks noGrp="1"/>
          </p:cNvSpPr>
          <p:nvPr>
            <p:ph type="body" sz="quarter" idx="39"/>
          </p:nvPr>
        </p:nvSpPr>
        <p:spPr/>
        <p:txBody>
          <a:bodyPr/>
          <a:lstStyle/>
          <a:p>
            <a:endParaRPr/>
          </a:p>
        </p:txBody>
      </p:sp>
      <p:pic>
        <p:nvPicPr>
          <p:cNvPr id="7" name="Grafik 6" descr="Ein Bild, das Text, Schrift, Grafiken, Symbol enthält.&#10;&#10;KI-generierte Inhalte können fehlerhaft sein.">
            <a:extLst>
              <a:ext uri="{FF2B5EF4-FFF2-40B4-BE49-F238E27FC236}">
                <a16:creationId xmlns:a16="http://schemas.microsoft.com/office/drawing/2014/main" id="{918533FD-E806-4D0D-9467-3E5F3D663F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Content Placeholder 2"/>
          <p:cNvSpPr>
            <a:spLocks noGrp="1"/>
          </p:cNvSpPr>
          <p:nvPr>
            <p:ph idx="1"/>
          </p:nvPr>
        </p:nvSpPr>
        <p:spPr/>
        <p:txBody>
          <a:bodyPr wrap="square"/>
          <a:lstStyle/>
          <a:p>
            <a:pPr marL="0" indent="0">
              <a:buNone/>
            </a:pPr>
            <a:r>
              <a:rPr lang="de-DE" dirty="0"/>
              <a:t>→  Klares Nein. Fünf unabhängige Tests, alle zeigen dasselbe:</a:t>
            </a:r>
          </a:p>
          <a:p>
            <a:pPr marL="0" indent="0">
              <a:buNone/>
            </a:pPr>
            <a:endParaRPr lang="de-DE" dirty="0"/>
          </a:p>
          <a:p>
            <a:r>
              <a:rPr lang="de-DE" dirty="0"/>
              <a:t>Gesamtstichprobe 12M: +3,3%, unter MCS-Schwelle, HAR-X-QR nie Spitzenrang</a:t>
            </a:r>
          </a:p>
          <a:p>
            <a:r>
              <a:rPr lang="de-DE" dirty="0"/>
              <a:t>1M–6M: ENSO schadet durchgehend</a:t>
            </a:r>
          </a:p>
          <a:p>
            <a:r>
              <a:rPr lang="de-DE" dirty="0"/>
              <a:t>Pre-Crisis 12M: −16,2%, ENSO schadet, wenn 2022–24 herausgenommen</a:t>
            </a:r>
          </a:p>
          <a:p>
            <a:r>
              <a:rPr lang="de-DE" dirty="0"/>
              <a:t>Expanding </a:t>
            </a:r>
            <a:r>
              <a:rPr lang="de-DE" dirty="0" err="1"/>
              <a:t>Window</a:t>
            </a:r>
            <a:r>
              <a:rPr lang="de-DE" dirty="0"/>
              <a:t>: kein Netto-Gewinn vor 2022 - ganzer Effekt akkumuliert sich 2023–24</a:t>
            </a:r>
          </a:p>
          <a:p>
            <a:r>
              <a:rPr lang="de-DE" dirty="0"/>
              <a:t>Lag-Struktur &amp; Cross-</a:t>
            </a:r>
            <a:r>
              <a:rPr lang="de-DE" dirty="0" err="1"/>
              <a:t>Commodity</a:t>
            </a:r>
            <a:r>
              <a:rPr lang="de-DE" dirty="0"/>
              <a:t>: kein physikalischer Kanal (Kaffee schadet, Zucker neutral)</a:t>
            </a:r>
          </a:p>
          <a:p>
            <a:endParaRPr lang="de-DE" dirty="0"/>
          </a:p>
          <a:p>
            <a:pPr marL="0" indent="0">
              <a:buNone/>
            </a:pPr>
            <a:r>
              <a:rPr lang="de-DE" dirty="0"/>
              <a:t>→ ENSO ist Krisenindikator, kein robuster Prognosekanal.</a:t>
            </a:r>
          </a:p>
          <a:p>
            <a:pPr marL="0" indent="0">
              <a:buNone/>
            </a:pPr>
            <a:endParaRPr lang="de-DE" dirty="0"/>
          </a:p>
          <a:p>
            <a:endParaRPr lang="de-DE" dirty="0"/>
          </a:p>
          <a:p>
            <a:endParaRPr lang="de-DE" dirty="0"/>
          </a:p>
        </p:txBody>
      </p:sp>
      <p:sp>
        <p:nvSpPr>
          <p:cNvPr id="4" name="Title 3"/>
          <p:cNvSpPr>
            <a:spLocks noGrp="1"/>
          </p:cNvSpPr>
          <p:nvPr>
            <p:ph type="title"/>
          </p:nvPr>
        </p:nvSpPr>
        <p:spPr/>
        <p:txBody>
          <a:bodyPr/>
          <a:lstStyle/>
          <a:p>
            <a:r>
              <a:t>RQ2: Verbessert ENSO die Prognosen?</a:t>
            </a:r>
          </a:p>
        </p:txBody>
      </p:sp>
      <p:sp>
        <p:nvSpPr>
          <p:cNvPr id="5" name="Text Placeholder 4"/>
          <p:cNvSpPr>
            <a:spLocks noGrp="1"/>
          </p:cNvSpPr>
          <p:nvPr>
            <p:ph type="body" sz="quarter" idx="35"/>
          </p:nvPr>
        </p:nvSpPr>
        <p:spPr/>
        <p:txBody>
          <a:bodyPr/>
          <a:lstStyle/>
          <a:p>
            <a:endParaRPr/>
          </a:p>
        </p:txBody>
      </p:sp>
      <p:sp>
        <p:nvSpPr>
          <p:cNvPr id="6" name="Text Placeholder 5"/>
          <p:cNvSpPr>
            <a:spLocks noGrp="1"/>
          </p:cNvSpPr>
          <p:nvPr>
            <p:ph type="body" sz="quarter" idx="39"/>
          </p:nvPr>
        </p:nvSpPr>
        <p:spPr/>
        <p:txBody>
          <a:bodyPr/>
          <a:lstStyle/>
          <a:p>
            <a:endParaRPr/>
          </a:p>
        </p:txBody>
      </p:sp>
      <p:pic>
        <p:nvPicPr>
          <p:cNvPr id="7" name="Grafik 6" descr="Ein Bild, das Text, Schrift, Grafiken, Symbol enthält.&#10;&#10;KI-generierte Inhalte können fehlerhaft sein.">
            <a:extLst>
              <a:ext uri="{FF2B5EF4-FFF2-40B4-BE49-F238E27FC236}">
                <a16:creationId xmlns:a16="http://schemas.microsoft.com/office/drawing/2014/main" id="{BCC2DD77-EAB2-C1DF-9EC6-3F636AAE0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Content Placeholder 2"/>
          <p:cNvSpPr>
            <a:spLocks noGrp="1"/>
          </p:cNvSpPr>
          <p:nvPr>
            <p:ph idx="1"/>
          </p:nvPr>
        </p:nvSpPr>
        <p:spPr/>
        <p:txBody>
          <a:bodyPr wrap="square"/>
          <a:lstStyle/>
          <a:p>
            <a:r>
              <a:rPr dirty="0" err="1"/>
              <a:t>Schriftliche</a:t>
            </a:r>
            <a:r>
              <a:rPr dirty="0"/>
              <a:t> Arbeit </a:t>
            </a:r>
            <a:r>
              <a:rPr lang="de-DE" dirty="0"/>
              <a:t>-</a:t>
            </a:r>
            <a:r>
              <a:rPr dirty="0"/>
              <a:t> </a:t>
            </a:r>
            <a:r>
              <a:rPr dirty="0" err="1"/>
              <a:t>vollständig</a:t>
            </a:r>
            <a:endParaRPr dirty="0"/>
          </a:p>
          <a:p>
            <a:pPr lvl="1"/>
            <a:r>
              <a:rPr dirty="0"/>
              <a:t>§3, §5, §6, §0 </a:t>
            </a:r>
            <a:r>
              <a:rPr dirty="0" err="1"/>
              <a:t>aktualisiert</a:t>
            </a:r>
            <a:r>
              <a:rPr dirty="0"/>
              <a:t> </a:t>
            </a:r>
            <a:r>
              <a:rPr lang="de-DE" dirty="0"/>
              <a:t>-</a:t>
            </a:r>
            <a:r>
              <a:rPr dirty="0"/>
              <a:t> alle Zahlen </a:t>
            </a:r>
            <a:r>
              <a:rPr dirty="0" err="1"/>
              <a:t>korrigiert</a:t>
            </a:r>
            <a:endParaRPr dirty="0"/>
          </a:p>
          <a:p>
            <a:pPr lvl="1"/>
            <a:r>
              <a:rPr dirty="0"/>
              <a:t>60 Seiten, </a:t>
            </a:r>
            <a:r>
              <a:rPr dirty="0" err="1"/>
              <a:t>kompiliert</a:t>
            </a:r>
            <a:r>
              <a:rPr dirty="0"/>
              <a:t> </a:t>
            </a:r>
            <a:r>
              <a:rPr dirty="0" err="1"/>
              <a:t>sauber</a:t>
            </a:r>
            <a:r>
              <a:rPr dirty="0"/>
              <a:t>, </a:t>
            </a:r>
            <a:r>
              <a:rPr dirty="0" err="1"/>
              <a:t>keine</a:t>
            </a:r>
            <a:r>
              <a:rPr dirty="0"/>
              <a:t> </a:t>
            </a:r>
            <a:r>
              <a:rPr dirty="0" err="1"/>
              <a:t>undefinierten</a:t>
            </a:r>
            <a:r>
              <a:rPr dirty="0"/>
              <a:t> </a:t>
            </a:r>
            <a:r>
              <a:rPr dirty="0" err="1"/>
              <a:t>Referenzen</a:t>
            </a:r>
            <a:endParaRPr dirty="0"/>
          </a:p>
          <a:p>
            <a:pPr lvl="1"/>
            <a:r>
              <a:rPr dirty="0"/>
              <a:t>Repo </a:t>
            </a:r>
            <a:r>
              <a:rPr dirty="0" err="1"/>
              <a:t>gepusht</a:t>
            </a:r>
            <a:endParaRPr lang="de-DE" dirty="0"/>
          </a:p>
          <a:p>
            <a:pPr lvl="1"/>
            <a:endParaRPr dirty="0"/>
          </a:p>
          <a:p>
            <a:r>
              <a:rPr dirty="0" err="1"/>
              <a:t>Verbleibend</a:t>
            </a:r>
            <a:endParaRPr dirty="0"/>
          </a:p>
          <a:p>
            <a:pPr lvl="1"/>
            <a:r>
              <a:rPr dirty="0"/>
              <a:t>Feedback </a:t>
            </a:r>
            <a:r>
              <a:rPr dirty="0" err="1"/>
              <a:t>aus</a:t>
            </a:r>
            <a:r>
              <a:rPr dirty="0"/>
              <a:t> </a:t>
            </a:r>
            <a:r>
              <a:rPr dirty="0" err="1"/>
              <a:t>diesem</a:t>
            </a:r>
            <a:r>
              <a:rPr dirty="0"/>
              <a:t> Treffen </a:t>
            </a:r>
            <a:r>
              <a:rPr dirty="0" err="1"/>
              <a:t>einarbeiten</a:t>
            </a:r>
            <a:endParaRPr dirty="0"/>
          </a:p>
          <a:p>
            <a:pPr lvl="1"/>
            <a:r>
              <a:rPr dirty="0"/>
              <a:t>Letzter </a:t>
            </a:r>
            <a:r>
              <a:rPr dirty="0" err="1"/>
              <a:t>Lesedurchgang</a:t>
            </a:r>
            <a:r>
              <a:rPr dirty="0"/>
              <a:t> §5/§6 auf </a:t>
            </a:r>
            <a:r>
              <a:rPr dirty="0" err="1"/>
              <a:t>Konsistenz</a:t>
            </a:r>
            <a:endParaRPr dirty="0"/>
          </a:p>
          <a:p>
            <a:pPr lvl="1"/>
            <a:r>
              <a:rPr dirty="0"/>
              <a:t>Finale </a:t>
            </a:r>
            <a:r>
              <a:rPr dirty="0" err="1"/>
              <a:t>Kompilierung</a:t>
            </a:r>
            <a:r>
              <a:rPr dirty="0"/>
              <a:t>, Druck, </a:t>
            </a:r>
            <a:r>
              <a:rPr dirty="0" err="1"/>
              <a:t>Verteidigung</a:t>
            </a:r>
            <a:endParaRPr dirty="0"/>
          </a:p>
          <a:p>
            <a:endParaRPr dirty="0"/>
          </a:p>
          <a:p>
            <a:r>
              <a:rPr dirty="0" err="1"/>
              <a:t>Einreichung</a:t>
            </a:r>
            <a:r>
              <a:rPr dirty="0"/>
              <a:t>: Ende Juni 2026</a:t>
            </a:r>
          </a:p>
        </p:txBody>
      </p:sp>
      <p:sp>
        <p:nvSpPr>
          <p:cNvPr id="4" name="Title 3"/>
          <p:cNvSpPr>
            <a:spLocks noGrp="1"/>
          </p:cNvSpPr>
          <p:nvPr>
            <p:ph type="title"/>
          </p:nvPr>
        </p:nvSpPr>
        <p:spPr/>
        <p:txBody>
          <a:bodyPr/>
          <a:lstStyle/>
          <a:p>
            <a:r>
              <a:t>Stand der Arbeit &amp; Weg zur Abgabe</a:t>
            </a:r>
          </a:p>
        </p:txBody>
      </p:sp>
      <p:sp>
        <p:nvSpPr>
          <p:cNvPr id="5" name="Text Placeholder 4"/>
          <p:cNvSpPr>
            <a:spLocks noGrp="1"/>
          </p:cNvSpPr>
          <p:nvPr>
            <p:ph type="body" sz="quarter" idx="35"/>
          </p:nvPr>
        </p:nvSpPr>
        <p:spPr/>
        <p:txBody>
          <a:bodyPr/>
          <a:lstStyle/>
          <a:p>
            <a:endParaRPr/>
          </a:p>
        </p:txBody>
      </p:sp>
      <p:sp>
        <p:nvSpPr>
          <p:cNvPr id="6" name="Text Placeholder 5"/>
          <p:cNvSpPr>
            <a:spLocks noGrp="1"/>
          </p:cNvSpPr>
          <p:nvPr>
            <p:ph type="body" sz="quarter" idx="39"/>
          </p:nvPr>
        </p:nvSpPr>
        <p:spPr/>
        <p:txBody>
          <a:bodyPr/>
          <a:lstStyle/>
          <a:p>
            <a:endParaRPr/>
          </a:p>
        </p:txBody>
      </p:sp>
      <p:pic>
        <p:nvPicPr>
          <p:cNvPr id="7" name="Grafik 6" descr="Ein Bild, das Text, Schrift, Grafiken, Symbol enthält.&#10;&#10;KI-generierte Inhalte können fehlerhaft sein.">
            <a:extLst>
              <a:ext uri="{FF2B5EF4-FFF2-40B4-BE49-F238E27FC236}">
                <a16:creationId xmlns:a16="http://schemas.microsoft.com/office/drawing/2014/main" id="{305501B1-CB83-331F-65F0-5CC63B1B2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B450-24D7-3C17-9506-35AA427B7A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B05A9B-6C9F-124F-B7A9-2C869C6F1B1F}"/>
              </a:ext>
            </a:extLst>
          </p:cNvPr>
          <p:cNvSpPr>
            <a:spLocks noGrp="1"/>
          </p:cNvSpPr>
          <p:nvPr>
            <p:ph type="body" sz="quarter" idx="13"/>
          </p:nvPr>
        </p:nvSpPr>
        <p:spPr/>
        <p:txBody>
          <a:bodyPr/>
          <a:lstStyle/>
          <a:p>
            <a:endParaRPr/>
          </a:p>
        </p:txBody>
      </p:sp>
      <p:sp>
        <p:nvSpPr>
          <p:cNvPr id="3" name="Content Placeholder 2">
            <a:extLst>
              <a:ext uri="{FF2B5EF4-FFF2-40B4-BE49-F238E27FC236}">
                <a16:creationId xmlns:a16="http://schemas.microsoft.com/office/drawing/2014/main" id="{EE0B7023-5528-D3D8-3939-27A4374C2B62}"/>
              </a:ext>
            </a:extLst>
          </p:cNvPr>
          <p:cNvSpPr>
            <a:spLocks noGrp="1"/>
          </p:cNvSpPr>
          <p:nvPr>
            <p:ph idx="1"/>
          </p:nvPr>
        </p:nvSpPr>
        <p:spPr/>
        <p:txBody>
          <a:bodyPr wrap="square"/>
          <a:lstStyle/>
          <a:p>
            <a:r>
              <a:rPr dirty="0" err="1"/>
              <a:t>Schriftliche</a:t>
            </a:r>
            <a:r>
              <a:rPr dirty="0"/>
              <a:t> Arbeit </a:t>
            </a:r>
            <a:r>
              <a:rPr lang="de-DE" dirty="0"/>
              <a:t>-</a:t>
            </a:r>
            <a:r>
              <a:rPr dirty="0"/>
              <a:t> </a:t>
            </a:r>
            <a:r>
              <a:rPr dirty="0" err="1"/>
              <a:t>vollständig</a:t>
            </a:r>
            <a:endParaRPr dirty="0"/>
          </a:p>
          <a:p>
            <a:pPr lvl="1"/>
            <a:r>
              <a:rPr dirty="0"/>
              <a:t>§3, §5, §6, §0 </a:t>
            </a:r>
            <a:r>
              <a:rPr dirty="0" err="1"/>
              <a:t>aktualisiert</a:t>
            </a:r>
            <a:r>
              <a:rPr dirty="0"/>
              <a:t> </a:t>
            </a:r>
            <a:r>
              <a:rPr lang="de-DE" dirty="0"/>
              <a:t>-</a:t>
            </a:r>
            <a:r>
              <a:rPr dirty="0"/>
              <a:t> alle Zahlen </a:t>
            </a:r>
            <a:r>
              <a:rPr dirty="0" err="1"/>
              <a:t>korrigiert</a:t>
            </a:r>
            <a:endParaRPr dirty="0"/>
          </a:p>
          <a:p>
            <a:pPr lvl="1"/>
            <a:r>
              <a:rPr dirty="0"/>
              <a:t>60 Seiten, </a:t>
            </a:r>
            <a:r>
              <a:rPr dirty="0" err="1"/>
              <a:t>kompiliert</a:t>
            </a:r>
            <a:r>
              <a:rPr dirty="0"/>
              <a:t> </a:t>
            </a:r>
            <a:r>
              <a:rPr dirty="0" err="1"/>
              <a:t>sauber</a:t>
            </a:r>
            <a:r>
              <a:rPr dirty="0"/>
              <a:t>, </a:t>
            </a:r>
            <a:r>
              <a:rPr dirty="0" err="1"/>
              <a:t>keine</a:t>
            </a:r>
            <a:r>
              <a:rPr dirty="0"/>
              <a:t> </a:t>
            </a:r>
            <a:r>
              <a:rPr dirty="0" err="1"/>
              <a:t>undefinierten</a:t>
            </a:r>
            <a:r>
              <a:rPr dirty="0"/>
              <a:t> </a:t>
            </a:r>
            <a:r>
              <a:rPr dirty="0" err="1"/>
              <a:t>Referenzen</a:t>
            </a:r>
            <a:endParaRPr dirty="0"/>
          </a:p>
          <a:p>
            <a:pPr lvl="1"/>
            <a:r>
              <a:rPr dirty="0"/>
              <a:t>Repo </a:t>
            </a:r>
            <a:r>
              <a:rPr dirty="0" err="1"/>
              <a:t>gepusht</a:t>
            </a:r>
            <a:endParaRPr lang="de-DE" dirty="0"/>
          </a:p>
          <a:p>
            <a:pPr lvl="1"/>
            <a:endParaRPr dirty="0"/>
          </a:p>
          <a:p>
            <a:r>
              <a:rPr dirty="0" err="1"/>
              <a:t>Verbleibend</a:t>
            </a:r>
            <a:endParaRPr dirty="0"/>
          </a:p>
          <a:p>
            <a:pPr lvl="1"/>
            <a:r>
              <a:rPr dirty="0"/>
              <a:t>Feedback </a:t>
            </a:r>
            <a:r>
              <a:rPr dirty="0" err="1"/>
              <a:t>aus</a:t>
            </a:r>
            <a:r>
              <a:rPr dirty="0"/>
              <a:t> </a:t>
            </a:r>
            <a:r>
              <a:rPr dirty="0" err="1"/>
              <a:t>diesem</a:t>
            </a:r>
            <a:r>
              <a:rPr dirty="0"/>
              <a:t> Treffen </a:t>
            </a:r>
            <a:r>
              <a:rPr dirty="0" err="1"/>
              <a:t>einarbeiten</a:t>
            </a:r>
            <a:endParaRPr dirty="0"/>
          </a:p>
          <a:p>
            <a:pPr lvl="1"/>
            <a:r>
              <a:rPr dirty="0"/>
              <a:t>Letzter </a:t>
            </a:r>
            <a:r>
              <a:rPr dirty="0" err="1"/>
              <a:t>Lesedurchgang</a:t>
            </a:r>
            <a:r>
              <a:rPr dirty="0"/>
              <a:t> §5/§6 auf </a:t>
            </a:r>
            <a:r>
              <a:rPr dirty="0" err="1"/>
              <a:t>Konsistenz</a:t>
            </a:r>
            <a:endParaRPr dirty="0"/>
          </a:p>
          <a:p>
            <a:pPr lvl="1"/>
            <a:r>
              <a:rPr dirty="0"/>
              <a:t>Finale </a:t>
            </a:r>
            <a:r>
              <a:rPr dirty="0" err="1"/>
              <a:t>Kompilierung</a:t>
            </a:r>
            <a:r>
              <a:rPr dirty="0"/>
              <a:t>, Druck, </a:t>
            </a:r>
            <a:r>
              <a:rPr dirty="0" err="1"/>
              <a:t>Verteidigung</a:t>
            </a:r>
            <a:endParaRPr dirty="0"/>
          </a:p>
          <a:p>
            <a:pPr lvl="1"/>
            <a:r>
              <a:rPr lang="de-DE" dirty="0"/>
              <a:t>Titeländerung </a:t>
            </a:r>
            <a:endParaRPr dirty="0"/>
          </a:p>
          <a:p>
            <a:r>
              <a:rPr dirty="0" err="1"/>
              <a:t>Einreichung</a:t>
            </a:r>
            <a:r>
              <a:rPr dirty="0"/>
              <a:t>: Ende Juni 2026</a:t>
            </a:r>
          </a:p>
        </p:txBody>
      </p:sp>
      <p:sp>
        <p:nvSpPr>
          <p:cNvPr id="4" name="Title 3">
            <a:extLst>
              <a:ext uri="{FF2B5EF4-FFF2-40B4-BE49-F238E27FC236}">
                <a16:creationId xmlns:a16="http://schemas.microsoft.com/office/drawing/2014/main" id="{FEAAB6C7-2E70-E24F-C243-77156980F09A}"/>
              </a:ext>
            </a:extLst>
          </p:cNvPr>
          <p:cNvSpPr>
            <a:spLocks noGrp="1"/>
          </p:cNvSpPr>
          <p:nvPr>
            <p:ph type="title"/>
          </p:nvPr>
        </p:nvSpPr>
        <p:spPr/>
        <p:txBody>
          <a:bodyPr/>
          <a:lstStyle/>
          <a:p>
            <a:r>
              <a:t>Stand der Arbeit &amp; Weg zur Abgabe</a:t>
            </a:r>
          </a:p>
        </p:txBody>
      </p:sp>
      <p:sp>
        <p:nvSpPr>
          <p:cNvPr id="5" name="Text Placeholder 4">
            <a:extLst>
              <a:ext uri="{FF2B5EF4-FFF2-40B4-BE49-F238E27FC236}">
                <a16:creationId xmlns:a16="http://schemas.microsoft.com/office/drawing/2014/main" id="{5D4EB762-11AB-E39E-EB31-BF12DF180C24}"/>
              </a:ext>
            </a:extLst>
          </p:cNvPr>
          <p:cNvSpPr>
            <a:spLocks noGrp="1"/>
          </p:cNvSpPr>
          <p:nvPr>
            <p:ph type="body" sz="quarter" idx="35"/>
          </p:nvPr>
        </p:nvSpPr>
        <p:spPr/>
        <p:txBody>
          <a:bodyPr/>
          <a:lstStyle/>
          <a:p>
            <a:endParaRPr/>
          </a:p>
        </p:txBody>
      </p:sp>
      <p:sp>
        <p:nvSpPr>
          <p:cNvPr id="6" name="Text Placeholder 5">
            <a:extLst>
              <a:ext uri="{FF2B5EF4-FFF2-40B4-BE49-F238E27FC236}">
                <a16:creationId xmlns:a16="http://schemas.microsoft.com/office/drawing/2014/main" id="{159D2098-86A9-C435-4DA3-E252233B74F3}"/>
              </a:ext>
            </a:extLst>
          </p:cNvPr>
          <p:cNvSpPr>
            <a:spLocks noGrp="1"/>
          </p:cNvSpPr>
          <p:nvPr>
            <p:ph type="body" sz="quarter" idx="39"/>
          </p:nvPr>
        </p:nvSpPr>
        <p:spPr/>
        <p:txBody>
          <a:bodyPr/>
          <a:lstStyle/>
          <a:p>
            <a:endParaRPr/>
          </a:p>
        </p:txBody>
      </p:sp>
      <p:sp>
        <p:nvSpPr>
          <p:cNvPr id="7" name="Textfeld 6">
            <a:extLst>
              <a:ext uri="{FF2B5EF4-FFF2-40B4-BE49-F238E27FC236}">
                <a16:creationId xmlns:a16="http://schemas.microsoft.com/office/drawing/2014/main" id="{95DA9A45-C7F4-7F91-CAC6-8B8830B2AECA}"/>
              </a:ext>
            </a:extLst>
          </p:cNvPr>
          <p:cNvSpPr txBox="1"/>
          <p:nvPr/>
        </p:nvSpPr>
        <p:spPr>
          <a:xfrm>
            <a:off x="8046720" y="2958201"/>
            <a:ext cx="3623310" cy="3416320"/>
          </a:xfrm>
          <a:prstGeom prst="rect">
            <a:avLst/>
          </a:prstGeom>
          <a:noFill/>
        </p:spPr>
        <p:txBody>
          <a:bodyPr wrap="square" rtlCol="0">
            <a:spAutoFit/>
          </a:bodyPr>
          <a:lstStyle/>
          <a:p>
            <a:pPr lvl="1"/>
            <a:r>
              <a:rPr lang="en-US" i="1" dirty="0"/>
              <a:t>Beyond the Mean: HAR-Based Quantile Regression for Cocoa Futures Volatility at Long Horizons</a:t>
            </a:r>
          </a:p>
          <a:p>
            <a:pPr marL="742950" lvl="1" indent="-285750">
              <a:buFontTx/>
              <a:buChar char="-"/>
            </a:pPr>
            <a:endParaRPr lang="en-US" i="1" dirty="0"/>
          </a:p>
          <a:p>
            <a:pPr marL="216000" lvl="1" indent="0">
              <a:buNone/>
            </a:pPr>
            <a:r>
              <a:rPr lang="en-US" i="1" dirty="0"/>
              <a:t>	- </a:t>
            </a:r>
            <a:r>
              <a:rPr lang="en-US" i="1" dirty="0" err="1"/>
              <a:t>oder</a:t>
            </a:r>
            <a:r>
              <a:rPr lang="en-US" i="1" dirty="0"/>
              <a:t> –</a:t>
            </a:r>
          </a:p>
          <a:p>
            <a:pPr marL="216000" lvl="1" indent="0">
              <a:buNone/>
            </a:pPr>
            <a:endParaRPr lang="en-US" i="1" dirty="0"/>
          </a:p>
          <a:p>
            <a:pPr lvl="1"/>
            <a:r>
              <a:rPr lang="en-US" i="1" dirty="0"/>
              <a:t>Distributional Volatility Forecasting for Cocoa Futures: HAR Quantile Regression from One Day to Twelve Months</a:t>
            </a:r>
            <a:endParaRPr lang="de-DE" dirty="0"/>
          </a:p>
        </p:txBody>
      </p:sp>
      <p:pic>
        <p:nvPicPr>
          <p:cNvPr id="8" name="Grafik 7" descr="Ein Bild, das Text, Schrift, Grafiken, Symbol enthält.&#10;&#10;KI-generierte Inhalte können fehlerhaft sein.">
            <a:extLst>
              <a:ext uri="{FF2B5EF4-FFF2-40B4-BE49-F238E27FC236}">
                <a16:creationId xmlns:a16="http://schemas.microsoft.com/office/drawing/2014/main" id="{ACC8F8B4-EBBF-849F-8390-D632E72C4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862" y="290600"/>
            <a:ext cx="1773696" cy="458667"/>
          </a:xfrm>
          <a:prstGeom prst="rect">
            <a:avLst/>
          </a:prstGeom>
        </p:spPr>
      </p:pic>
    </p:spTree>
    <p:extLst>
      <p:ext uri="{BB962C8B-B14F-4D97-AF65-F5344CB8AC3E}">
        <p14:creationId xmlns:p14="http://schemas.microsoft.com/office/powerpoint/2010/main" val="183389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a:themeElements>
    <a:clrScheme name="Benutzerdefiniert 19">
      <a:dk1>
        <a:srgbClr val="797C7F"/>
      </a:dk1>
      <a:lt1>
        <a:srgbClr val="FFFFFF"/>
      </a:lt1>
      <a:dk2>
        <a:srgbClr val="004976"/>
      </a:dk2>
      <a:lt2>
        <a:srgbClr val="FFFFFF"/>
      </a:lt2>
      <a:accent1>
        <a:srgbClr val="F8AF00"/>
      </a:accent1>
      <a:accent2>
        <a:srgbClr val="F35F11"/>
      </a:accent2>
      <a:accent3>
        <a:srgbClr val="E7236A"/>
      </a:accent3>
      <a:accent4>
        <a:srgbClr val="28A8DC"/>
      </a:accent4>
      <a:accent5>
        <a:srgbClr val="00AEA5"/>
      </a:accent5>
      <a:accent6>
        <a:srgbClr val="12A142"/>
      </a:accent6>
      <a:hlink>
        <a:srgbClr val="1C3A89"/>
      </a:hlink>
      <a:folHlink>
        <a:srgbClr val="E7236A"/>
      </a:folHlink>
    </a:clrScheme>
    <a:fontScheme name="Ritter Spo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Bef>
            <a:spcPts val="600"/>
          </a:spcBef>
          <a:buClr>
            <a:schemeClr val="tx1"/>
          </a:buClr>
          <a:defRPr sz="2400" dirty="0" err="1" smtClean="0"/>
        </a:defPPr>
      </a:lstStyle>
    </a:txDef>
  </a:objectDefaults>
  <a:extraClrSchemeLst/>
  <a:extLst>
    <a:ext uri="{05A4C25C-085E-4340-85A3-A5531E510DB2}">
      <thm15:themeFamily xmlns:thm15="http://schemas.microsoft.com/office/thememl/2012/main" name="Ritter_Sport_Master_2023_de.potx" id="{3AD2E56E-A2C6-4D96-ABAD-A01C41BA6CAA}" vid="{6D656130-447D-400B-B6A6-FA5A3F75D128}"/>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report</Template>
  <TotalTime>0</TotalTime>
  <Words>1335</Words>
  <Application>Microsoft Office PowerPoint</Application>
  <PresentationFormat>Breitbild</PresentationFormat>
  <Paragraphs>244</Paragraphs>
  <Slides>19</Slides>
  <Notes>14</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Arial</vt:lpstr>
      <vt:lpstr>Cambria Math</vt:lpstr>
      <vt:lpstr>Symbol</vt:lpstr>
      <vt:lpstr>Wingdings</vt:lpstr>
      <vt:lpstr>Office</vt:lpstr>
      <vt:lpstr>Aktueller Stand</vt:lpstr>
      <vt:lpstr>Agenda</vt:lpstr>
      <vt:lpstr>Stand der schriftlichen Arbeit</vt:lpstr>
      <vt:lpstr>Phase 1: Der Pivot nach dem 28. April</vt:lpstr>
      <vt:lpstr>Was der Pivot gebracht hat – Robustheit</vt:lpstr>
      <vt:lpstr>Expanding Window ENSO Gain</vt:lpstr>
      <vt:lpstr>Was der Pivot gebracht hat – Robustheit</vt:lpstr>
      <vt:lpstr>ENSO Cross Correlation Function</vt:lpstr>
      <vt:lpstr>Was der Pivot gebracht hat – Robustheit</vt:lpstr>
      <vt:lpstr>Cross-Commodity Analyse</vt:lpstr>
      <vt:lpstr>ENSO Volatilität Vergleich</vt:lpstr>
      <vt:lpstr>Was der Pivot gebracht hat – Robustheit</vt:lpstr>
      <vt:lpstr>Phase 2: Code-Audit</vt:lpstr>
      <vt:lpstr>Vorher / Nachher</vt:lpstr>
      <vt:lpstr>Quantilverlust bei τ = 0,95 - finale Zahlen</vt:lpstr>
      <vt:lpstr>RQ1: Schlägt HAR-QR die Benchmarks?</vt:lpstr>
      <vt:lpstr>RQ2: Verbessert ENSO die Prognosen?</vt:lpstr>
      <vt:lpstr>Stand der Arbeit &amp; Weg zur Abgabe</vt:lpstr>
      <vt:lpstr>Stand der Arbeit &amp; Weg zur Abgabe</vt:lpstr>
    </vt:vector>
  </TitlesOfParts>
  <Company>Alfred Ritter GmbH &amp; Co.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Köhler, Felix</dc:creator>
  <cp:lastModifiedBy>Köhler, Felix</cp:lastModifiedBy>
  <cp:revision>27</cp:revision>
  <dcterms:created xsi:type="dcterms:W3CDTF">2025-11-26T15:40:59Z</dcterms:created>
  <dcterms:modified xsi:type="dcterms:W3CDTF">2026-06-23T07:52:37Z</dcterms:modified>
</cp:coreProperties>
</file>