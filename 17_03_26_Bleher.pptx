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134804822" r:id="rId2"/>
    <p:sldId id="2134804830" r:id="rId3"/>
    <p:sldId id="2134804838" r:id="rId4"/>
    <p:sldId id="2134804852" r:id="rId5"/>
    <p:sldId id="2134804845" r:id="rId6"/>
    <p:sldId id="2134804844" r:id="rId7"/>
    <p:sldId id="2134804854" r:id="rId8"/>
    <p:sldId id="2134804840" r:id="rId9"/>
    <p:sldId id="2134804855" r:id="rId10"/>
    <p:sldId id="2134804848" r:id="rId11"/>
    <p:sldId id="2134804856" r:id="rId12"/>
    <p:sldId id="2134804846" r:id="rId13"/>
    <p:sldId id="2134804857" r:id="rId14"/>
    <p:sldId id="2134804841" r:id="rId15"/>
    <p:sldId id="2134804859" r:id="rId16"/>
    <p:sldId id="2134804849" r:id="rId17"/>
    <p:sldId id="2134804851" r:id="rId18"/>
    <p:sldId id="2134804842" r:id="rId19"/>
    <p:sldId id="2134804850" r:id="rId20"/>
    <p:sldId id="2134804843" r:id="rId21"/>
    <p:sldId id="4422" r:id="rId22"/>
    <p:sldId id="4423" r:id="rId23"/>
    <p:sldId id="4424" r:id="rId24"/>
    <p:sldId id="2134804858" r:id="rId25"/>
    <p:sldId id="2134804847" r:id="rId2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itter Sport" id="{750F6B32-C1AD-49B3-8052-A568520959C1}">
          <p14:sldIdLst>
            <p14:sldId id="2134804822"/>
            <p14:sldId id="2134804830"/>
            <p14:sldId id="2134804838"/>
            <p14:sldId id="2134804852"/>
            <p14:sldId id="2134804845"/>
            <p14:sldId id="2134804844"/>
            <p14:sldId id="2134804854"/>
            <p14:sldId id="2134804840"/>
            <p14:sldId id="2134804855"/>
            <p14:sldId id="2134804848"/>
            <p14:sldId id="2134804856"/>
            <p14:sldId id="2134804846"/>
            <p14:sldId id="2134804857"/>
            <p14:sldId id="2134804841"/>
            <p14:sldId id="2134804859"/>
            <p14:sldId id="2134804849"/>
            <p14:sldId id="2134804851"/>
            <p14:sldId id="2134804842"/>
            <p14:sldId id="2134804850"/>
            <p14:sldId id="2134804843"/>
            <p14:sldId id="4422"/>
            <p14:sldId id="4423"/>
            <p14:sldId id="4424"/>
            <p14:sldId id="2134804858"/>
            <p14:sldId id="2134804847"/>
          </p14:sldIdLst>
        </p14:section>
        <p14:section name="Icons &amp; Farbwelt" id="{0CE457BB-BB77-4F75-98E9-8C616F70F4B6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6D0E4C"/>
    <a:srgbClr val="F35F11"/>
    <a:srgbClr val="8BBF40"/>
    <a:srgbClr val="ED2722"/>
    <a:srgbClr val="F8485E"/>
    <a:srgbClr val="BBB323"/>
    <a:srgbClr val="0D5257"/>
    <a:srgbClr val="1971B8"/>
    <a:srgbClr val="A0D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0A15C55-8517-42AA-B614-E9B94910E393}"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327" autoAdjust="0"/>
  </p:normalViewPr>
  <p:slideViewPr>
    <p:cSldViewPr snapToGrid="0" showGuides="1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318"/>
    </p:cViewPr>
  </p:sorterViewPr>
  <p:notesViewPr>
    <p:cSldViewPr snapToGrid="0"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AA386A9F-9CC9-40E6-885B-EEE71E3DFA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>
              <a:latin typeface="Arial" panose="020B0604020202020204" pitchFamily="34" charset="0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FFEC356-898A-40E9-8C70-CD8B116F69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F8BB1-F92D-4DED-B03F-30484B5AA2A1}" type="datetimeFigureOut">
              <a:rPr lang="de-DE" smtClean="0">
                <a:latin typeface="Arial" panose="020B0604020202020204" pitchFamily="34" charset="0"/>
              </a:rPr>
              <a:t>16.03.2026</a:t>
            </a:fld>
            <a:endParaRPr lang="de-DE" dirty="0">
              <a:latin typeface="Arial" panose="020B060402020202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2E43D1B-157D-4A2E-BEBF-0D2912561BA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>
              <a:latin typeface="Arial" panose="020B0604020202020204" pitchFamily="34" charset="0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49EC914-AD79-4531-98B5-E2EE20CFF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C07FD8-8D12-4B87-BAC4-6C230F5B1FE3}" type="slidenum">
              <a:rPr lang="de-DE" smtClean="0">
                <a:latin typeface="Arial" panose="020B0604020202020204" pitchFamily="34" charset="0"/>
              </a:rPr>
              <a:t>‹Nr.›</a:t>
            </a:fld>
            <a:endParaRPr lang="de-DE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9484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2A2B6385-6051-4A91-BEE8-AE7D91ACBBF0}" type="datetimeFigureOut">
              <a:rPr lang="de-DE" smtClean="0"/>
              <a:pPr/>
              <a:t>16.03.2026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A1D51158-57A2-499A-9688-191D0F3AC54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48475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9D833-D5AB-9BAD-10EA-942C9F3B3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67C1B37-667F-EFC2-F954-D2E727F0D7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8BB411D-8B6A-0C35-00D9-939E766098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8E5B151-E4F9-7FE2-6CB4-CC02D32D21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51158-57A2-499A-9688-191D0F3AC541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9663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AAF44-C2F6-DAA9-1EFC-5020606D9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A418493-7BA5-8F90-2E12-67008E8595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F18EF53-2CC4-7A6B-E656-28EB7B9EEC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endParaRPr lang="de-DE" baseline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4DF5671-2ED7-E637-3078-C57273F241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51158-57A2-499A-9688-191D0F3AC541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04015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865DD-AD73-5FE5-5A0E-165E88857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1FFD92C-C853-BAD3-1DBB-A5857514EB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784D8EB-93F2-666E-61D4-8FE17AEBA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endParaRPr lang="de-DE" baseline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FFF318B-00A9-FDE3-D376-C2D83A2909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51158-57A2-499A-9688-191D0F3AC541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1347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DD157-6928-CD78-9C28-9FD0977D3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71685D1-CF17-928C-97FD-F08A58021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C71D102-D2E0-63EA-F191-6E33DEEFA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AEC1DE9-4415-D3D1-9457-A770DF3AF5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51158-57A2-499A-9688-191D0F3AC541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8556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85940-E713-A01C-E86B-2ADCEDAA8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8BB379B-9D6D-1B32-D499-4455E4904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77431D3-F193-B655-4698-EA1DD9134C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endParaRPr lang="de-DE" baseline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A80C469-232C-AAE6-5091-F3709DB780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51158-57A2-499A-9688-191D0F3AC541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27227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29678-991D-E210-F0AE-8C8749AD8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E9F83BD-F9EA-D2EB-0FBD-42616ECC3B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A744E70-F6C9-F5F9-8C57-E4D1A2C45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endParaRPr lang="de-DE" baseline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51EF08A-214B-2DD0-8344-0AED2C9C3F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51158-57A2-499A-9688-191D0F3AC541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91069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68383-0ED7-451E-6435-82270FFD0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FEBD827-BC25-E335-CE96-62F72B8AB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59079DA-CFA7-CD4B-EED4-C7B5F7D18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endParaRPr lang="de-DE" baseline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C414BB0-C1CF-238E-2C69-5F2AD8F232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51158-57A2-499A-9688-191D0F3AC541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93221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FA46-AE33-FA52-E973-726BD461C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617BB08-8D34-9A86-BAA7-06DDA35B27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D482189-3878-3C54-28FF-23580FF13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endParaRPr lang="de-DE" baseline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FC2EDCD-B41C-47AD-4D57-6C1237D906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51158-57A2-499A-9688-191D0F3AC541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57269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BAC22-C364-448D-F533-1F5B9FEA6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2E0BEF5-655B-DCDF-CB3D-13E4E79569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16B7DBE-E1E5-5B4E-5DB9-C7FB531F7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endParaRPr lang="de-DE" baseline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E073C4D-ED3B-D1AA-1794-731964BECB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51158-57A2-499A-9688-191D0F3AC541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75343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8F916-8EE0-F7E9-BBAF-DCA840AF6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7B1A794-7BE0-F437-64F1-CFDA0671E3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ACCC2E9-86C4-5E8A-79D5-E59D5B3C8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endParaRPr lang="de-DE" baseline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A68D85F-1D9C-4DB2-253A-DE3FE5B51A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51158-57A2-499A-9688-191D0F3AC541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09032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FB7E6-DD2E-A4E4-E7D5-7108EDEFA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40BF9D9-AF36-1501-343F-45F666EE45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447E684-6BA5-ECD1-209F-27EF924870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endParaRPr lang="de-DE" baseline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DCBD0C6-981D-DB32-5923-9F613AC87A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51158-57A2-499A-9688-191D0F3AC541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24812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8B980-FD37-9287-6C38-623452B13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57E7B85-32B0-C656-B602-A82449D69D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762789F-AC82-25AF-3FC4-CEB365A7B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endParaRPr lang="de-DE" baseline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E6C9880-9FCD-0A8B-9BCA-BB5740A171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51158-57A2-499A-9688-191D0F3AC541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98861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0C0B5-6639-5162-B585-E7FEDD5D7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8C3B9A8-666E-24C7-A2B7-CA131E5833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EC1710B-1727-B151-AC79-A7C073933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endParaRPr lang="de-DE" baseline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BD19870-DC6C-F1C9-A82E-680C1CC474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51158-57A2-499A-9688-191D0F3AC541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40522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51F52-21A9-BAD1-EAA5-D5BCB8E49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F4981A3-4D43-9895-BD39-198B06B4C9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873FEC8-A7B8-B236-BBCA-7AE4749349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endParaRPr lang="de-DE" baseline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2E25707-544F-43C8-8188-476810AA15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51158-57A2-499A-9688-191D0F3AC541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02042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85F7A-39B6-784C-46EC-C1239F98C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37DB591-5E27-425F-70DE-3DF629419E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46D4FD4-8E0A-675F-2DEA-59C3E894D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endParaRPr lang="de-DE" baseline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FD2D196-306B-6EEF-FD48-8EBC6FB795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51158-57A2-499A-9688-191D0F3AC541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67196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0882B-C1CC-D3D2-3703-C93AAC98B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B69C5CC-373A-C38F-BD87-38BE571EE4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0E6AE6A-0F93-3627-F735-05C1CF44DB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endParaRPr lang="de-DE" baseline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037361A-04D2-249C-AE76-5675495F85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51158-57A2-499A-9688-191D0F3AC541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76216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3BC05-A67B-B6FB-4021-BD775F63C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D495785-370C-EFD6-53EF-0D25AA0AA3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C16A680-E8C7-6EE0-2794-2CEC9F46C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endParaRPr lang="de-DE" baseline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9480B5-478F-F51E-89CC-DB2108B0DA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51158-57A2-499A-9688-191D0F3AC541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88909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Symbol" panose="05050102010706020507" pitchFamily="18" charset="2"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51158-57A2-499A-9688-191D0F3AC541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20308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51158-57A2-499A-9688-191D0F3AC541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40623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51158-57A2-499A-9688-191D0F3AC541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52709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ACA7A-9E55-AF65-CC72-0FF58BA66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BF7D4DB-4AA2-9146-8BBF-D13E5A014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FB79437-7424-D585-5874-AF89A118DD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endParaRPr lang="de-DE" baseline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BF65433-ADF9-679F-7B6E-0D68E008E9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51158-57A2-499A-9688-191D0F3AC541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80730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A05A6-A4F1-BF7D-832A-33DBC2C10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6EB62B6-3A8F-F3F7-790A-145DFB75A2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38B8131-7165-7491-E6E9-44139DF5F0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endParaRPr lang="de-DE" baseline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8D9CAA3-AED1-A85E-0E84-DD40DD1E85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51158-57A2-499A-9688-191D0F3AC541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8344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5CC4E9A2-A91D-41D3-B346-E1BF43CF66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68DC71D2-3710-413E-AD29-2BADED1C98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4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002" b="6687"/>
          <a:stretch/>
        </p:blipFill>
        <p:spPr>
          <a:xfrm>
            <a:off x="279338" y="0"/>
            <a:ext cx="1166023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694C89D-D509-4A2C-98E6-94893ADB4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951" y="1777042"/>
            <a:ext cx="11160125" cy="1651958"/>
          </a:xfrm>
          <a:prstGeom prst="rect">
            <a:avLst/>
          </a:prstGeom>
        </p:spPr>
        <p:txBody>
          <a:bodyPr anchor="b"/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6E862B-FB84-4960-991C-6EEF1C76C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951" y="3536050"/>
            <a:ext cx="11157489" cy="508049"/>
          </a:xfrm>
        </p:spPr>
        <p:txBody>
          <a:bodyPr lIns="0" tIns="0" rIns="0" bIns="0" anchor="ctr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B48C485-8AFA-4AD9-B00F-860E110158C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3144" y="476249"/>
            <a:ext cx="1082919" cy="1082919"/>
          </a:xfrm>
          <a:prstGeom prst="rect">
            <a:avLst/>
          </a:prstGeom>
        </p:spPr>
      </p:pic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7F8B6F5-59A5-4A0B-A360-3C5492304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3330" y="6411476"/>
            <a:ext cx="4543425" cy="36512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| Vorname Name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E1B75DD0-720E-46AE-80B5-A7AC5005EA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1951" y="6411476"/>
            <a:ext cx="1111380" cy="36512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11415716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FB56BB8B-C6F7-4C85-AE5B-75D1A59C46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BB78F14-8924-486D-8518-A02DB2DC6F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lum bright="20000"/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002" b="6687"/>
          <a:stretch/>
        </p:blipFill>
        <p:spPr>
          <a:xfrm>
            <a:off x="265885" y="0"/>
            <a:ext cx="1166023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694C89D-D509-4A2C-98E6-94893ADB4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951" y="1777042"/>
            <a:ext cx="11160125" cy="1651958"/>
          </a:xfrm>
          <a:prstGeom prst="rect">
            <a:avLst/>
          </a:prstGeom>
        </p:spPr>
        <p:txBody>
          <a:bodyPr anchor="b"/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6E862B-FB84-4960-991C-6EEF1C76C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951" y="3536050"/>
            <a:ext cx="11157489" cy="508049"/>
          </a:xfrm>
        </p:spPr>
        <p:txBody>
          <a:bodyPr lIns="0" tIns="0" rIns="0" bIns="0" anchor="ctr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B48C485-8AFA-4AD9-B00F-860E110158C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lum/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3144" y="476249"/>
            <a:ext cx="1082919" cy="1082919"/>
          </a:xfrm>
          <a:prstGeom prst="rect">
            <a:avLst/>
          </a:prstGeom>
        </p:spPr>
      </p:pic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ECD2F0C0-4BED-455D-A509-ABDB604516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3330" y="6411476"/>
            <a:ext cx="4543425" cy="36512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| Vorname Name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E4CD1561-69D5-4CC3-9D64-4588C36793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1951" y="6411476"/>
            <a:ext cx="1111380" cy="36512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2874612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FB56BB8B-C6F7-4C85-AE5B-75D1A59C46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BB78F14-8924-486D-8518-A02DB2DC6F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lum bright="20000"/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002" b="6687"/>
          <a:stretch/>
        </p:blipFill>
        <p:spPr>
          <a:xfrm>
            <a:off x="279338" y="0"/>
            <a:ext cx="1166023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694C89D-D509-4A2C-98E6-94893ADB4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951" y="1777042"/>
            <a:ext cx="11160125" cy="1651958"/>
          </a:xfrm>
          <a:prstGeom prst="rect">
            <a:avLst/>
          </a:prstGeom>
        </p:spPr>
        <p:txBody>
          <a:bodyPr anchor="b"/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6E862B-FB84-4960-991C-6EEF1C76C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951" y="3536050"/>
            <a:ext cx="11157489" cy="508049"/>
          </a:xfrm>
        </p:spPr>
        <p:txBody>
          <a:bodyPr lIns="0" tIns="0" rIns="0" bIns="0" anchor="ctr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B48C485-8AFA-4AD9-B00F-860E110158C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3144" y="476249"/>
            <a:ext cx="1082919" cy="1082919"/>
          </a:xfrm>
          <a:prstGeom prst="rect">
            <a:avLst/>
          </a:prstGeom>
        </p:spPr>
      </p:pic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22C31F79-E01A-4A09-8512-B0F2655C50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3330" y="6411476"/>
            <a:ext cx="4543425" cy="36512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| Vorname Name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3D6B5A09-33A1-429C-8E8B-A2B6159B27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1951" y="6411476"/>
            <a:ext cx="1111380" cy="36512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4144147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FB56BB8B-C6F7-4C85-AE5B-75D1A59C46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BB78F14-8924-486D-8518-A02DB2DC6F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3">
                <a:shade val="45000"/>
                <a:satMod val="135000"/>
              </a:schemeClr>
              <a:prstClr val="white"/>
            </a:duotone>
            <a:lum bright="20000"/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002" b="6687"/>
          <a:stretch/>
        </p:blipFill>
        <p:spPr>
          <a:xfrm>
            <a:off x="279338" y="0"/>
            <a:ext cx="1166023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694C89D-D509-4A2C-98E6-94893ADB4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951" y="1777042"/>
            <a:ext cx="11160125" cy="1651958"/>
          </a:xfrm>
          <a:prstGeom prst="rect">
            <a:avLst/>
          </a:prstGeom>
        </p:spPr>
        <p:txBody>
          <a:bodyPr anchor="b"/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6E862B-FB84-4960-991C-6EEF1C76C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951" y="3536050"/>
            <a:ext cx="11157489" cy="508049"/>
          </a:xfrm>
        </p:spPr>
        <p:txBody>
          <a:bodyPr lIns="0" tIns="0" rIns="0" bIns="0" anchor="ctr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69D6D9F-0000-48C8-8DFA-247F45AEF07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3144" y="476249"/>
            <a:ext cx="1082919" cy="1082919"/>
          </a:xfrm>
          <a:prstGeom prst="rect">
            <a:avLst/>
          </a:prstGeom>
        </p:spPr>
      </p:pic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9D68A853-ACF3-4CDE-94AB-BD2D866601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3330" y="6411476"/>
            <a:ext cx="4543425" cy="36512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| Vorname Name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B953F1C-47F3-49C0-B452-3D860B1F8E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1951" y="6411476"/>
            <a:ext cx="1111380" cy="36512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4053593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FB56BB8B-C6F7-4C85-AE5B-75D1A59C46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BB78F14-8924-486D-8518-A02DB2DC6F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4">
                <a:shade val="45000"/>
                <a:satMod val="135000"/>
              </a:schemeClr>
              <a:prstClr val="white"/>
            </a:duotone>
            <a:lum bright="20000"/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002" b="6687"/>
          <a:stretch/>
        </p:blipFill>
        <p:spPr>
          <a:xfrm>
            <a:off x="279338" y="0"/>
            <a:ext cx="1166023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694C89D-D509-4A2C-98E6-94893ADB4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951" y="1777042"/>
            <a:ext cx="11160125" cy="1651958"/>
          </a:xfrm>
          <a:prstGeom prst="rect">
            <a:avLst/>
          </a:prstGeom>
        </p:spPr>
        <p:txBody>
          <a:bodyPr anchor="b"/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6E862B-FB84-4960-991C-6EEF1C76C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951" y="3536050"/>
            <a:ext cx="11157489" cy="508049"/>
          </a:xfrm>
        </p:spPr>
        <p:txBody>
          <a:bodyPr lIns="0" tIns="0" rIns="0" bIns="0" anchor="ctr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9319405-1E28-462F-AF67-8DE53F19D5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3144" y="476249"/>
            <a:ext cx="1082919" cy="1082919"/>
          </a:xfrm>
          <a:prstGeom prst="rect">
            <a:avLst/>
          </a:prstGeom>
        </p:spPr>
      </p:pic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F100B746-5A0C-4DCF-871B-F60C9353EF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3330" y="6411476"/>
            <a:ext cx="4543425" cy="36512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| Vorname Name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263DCF3-97F6-465D-B4C6-808623B7F75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1951" y="6411476"/>
            <a:ext cx="1111380" cy="36512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1066937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FB56BB8B-C6F7-4C85-AE5B-75D1A59C46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BB78F14-8924-486D-8518-A02DB2DC6F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5">
                <a:shade val="45000"/>
                <a:satMod val="135000"/>
              </a:schemeClr>
              <a:prstClr val="white"/>
            </a:duotone>
            <a:lum bright="20000"/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002" b="6687"/>
          <a:stretch/>
        </p:blipFill>
        <p:spPr>
          <a:xfrm>
            <a:off x="279338" y="0"/>
            <a:ext cx="1166023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694C89D-D509-4A2C-98E6-94893ADB4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951" y="1777042"/>
            <a:ext cx="11160125" cy="1651958"/>
          </a:xfrm>
          <a:prstGeom prst="rect">
            <a:avLst/>
          </a:prstGeom>
        </p:spPr>
        <p:txBody>
          <a:bodyPr anchor="b"/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6E862B-FB84-4960-991C-6EEF1C76C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951" y="3536050"/>
            <a:ext cx="11157489" cy="508049"/>
          </a:xfrm>
        </p:spPr>
        <p:txBody>
          <a:bodyPr lIns="0" tIns="0" rIns="0" bIns="0" anchor="ctr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5C504D7E-DCDA-4EFB-896A-696151B31A3B}"/>
              </a:ext>
            </a:extLst>
          </p:cNvPr>
          <p:cNvSpPr/>
          <p:nvPr/>
        </p:nvSpPr>
        <p:spPr>
          <a:xfrm>
            <a:off x="1479317" y="-198863"/>
            <a:ext cx="2159993" cy="1215009"/>
          </a:xfrm>
          <a:custGeom>
            <a:avLst/>
            <a:gdLst>
              <a:gd name="connsiteX0" fmla="*/ 0 w 2159993"/>
              <a:gd name="connsiteY0" fmla="*/ 0 h 1215009"/>
              <a:gd name="connsiteX1" fmla="*/ 2159994 w 2159993"/>
              <a:gd name="connsiteY1" fmla="*/ 0 h 1215009"/>
              <a:gd name="connsiteX2" fmla="*/ 2159994 w 2159993"/>
              <a:gd name="connsiteY2" fmla="*/ 1215009 h 1215009"/>
              <a:gd name="connsiteX3" fmla="*/ 0 w 2159993"/>
              <a:gd name="connsiteY3" fmla="*/ 1215009 h 1215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9993" h="1215009">
                <a:moveTo>
                  <a:pt x="0" y="0"/>
                </a:moveTo>
                <a:lnTo>
                  <a:pt x="2159994" y="0"/>
                </a:lnTo>
                <a:lnTo>
                  <a:pt x="2159994" y="1215009"/>
                </a:lnTo>
                <a:lnTo>
                  <a:pt x="0" y="1215009"/>
                </a:lnTo>
                <a:close/>
              </a:path>
            </a:pathLst>
          </a:custGeom>
          <a:noFill/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507D980-822E-44A9-AB15-A80B3A917AA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3144" y="476249"/>
            <a:ext cx="1082919" cy="1082919"/>
          </a:xfrm>
          <a:prstGeom prst="rect">
            <a:avLst/>
          </a:prstGeom>
        </p:spPr>
      </p:pic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91A6BCD3-BC62-4D84-AD10-82E4E3FAE64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3330" y="6411476"/>
            <a:ext cx="4543425" cy="36512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| Vorname Name</a:t>
            </a:r>
          </a:p>
        </p:txBody>
      </p:sp>
      <p:sp>
        <p:nvSpPr>
          <p:cNvPr id="15" name="Textplatzhalter 8">
            <a:extLst>
              <a:ext uri="{FF2B5EF4-FFF2-40B4-BE49-F238E27FC236}">
                <a16:creationId xmlns:a16="http://schemas.microsoft.com/office/drawing/2014/main" id="{F6E33FCA-F59F-4AF2-8ED0-7C83CE6CD4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1951" y="6411476"/>
            <a:ext cx="1111380" cy="36512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808733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FB56BB8B-C6F7-4C85-AE5B-75D1A59C46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BB78F14-8924-486D-8518-A02DB2DC6F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6">
                <a:shade val="45000"/>
                <a:satMod val="135000"/>
              </a:schemeClr>
              <a:prstClr val="white"/>
            </a:duotone>
            <a:lum bright="20000"/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002" b="6687"/>
          <a:stretch/>
        </p:blipFill>
        <p:spPr>
          <a:xfrm>
            <a:off x="279338" y="0"/>
            <a:ext cx="1166023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694C89D-D509-4A2C-98E6-94893ADB4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951" y="1777042"/>
            <a:ext cx="11160125" cy="1651958"/>
          </a:xfrm>
          <a:prstGeom prst="rect">
            <a:avLst/>
          </a:prstGeom>
        </p:spPr>
        <p:txBody>
          <a:bodyPr anchor="b"/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6E862B-FB84-4960-991C-6EEF1C76C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951" y="3536050"/>
            <a:ext cx="11157489" cy="508049"/>
          </a:xfrm>
        </p:spPr>
        <p:txBody>
          <a:bodyPr lIns="0" tIns="0" rIns="0" bIns="0" anchor="ctr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5C504D7E-DCDA-4EFB-896A-696151B31A3B}"/>
              </a:ext>
            </a:extLst>
          </p:cNvPr>
          <p:cNvSpPr/>
          <p:nvPr/>
        </p:nvSpPr>
        <p:spPr>
          <a:xfrm>
            <a:off x="1479317" y="-198863"/>
            <a:ext cx="2159993" cy="1215009"/>
          </a:xfrm>
          <a:custGeom>
            <a:avLst/>
            <a:gdLst>
              <a:gd name="connsiteX0" fmla="*/ 0 w 2159993"/>
              <a:gd name="connsiteY0" fmla="*/ 0 h 1215009"/>
              <a:gd name="connsiteX1" fmla="*/ 2159994 w 2159993"/>
              <a:gd name="connsiteY1" fmla="*/ 0 h 1215009"/>
              <a:gd name="connsiteX2" fmla="*/ 2159994 w 2159993"/>
              <a:gd name="connsiteY2" fmla="*/ 1215009 h 1215009"/>
              <a:gd name="connsiteX3" fmla="*/ 0 w 2159993"/>
              <a:gd name="connsiteY3" fmla="*/ 1215009 h 1215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9993" h="1215009">
                <a:moveTo>
                  <a:pt x="0" y="0"/>
                </a:moveTo>
                <a:lnTo>
                  <a:pt x="2159994" y="0"/>
                </a:lnTo>
                <a:lnTo>
                  <a:pt x="2159994" y="1215009"/>
                </a:lnTo>
                <a:lnTo>
                  <a:pt x="0" y="1215009"/>
                </a:lnTo>
                <a:close/>
              </a:path>
            </a:pathLst>
          </a:custGeom>
          <a:noFill/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F730C60-BACC-47DA-9A3C-A9ECDE033E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3144" y="476249"/>
            <a:ext cx="1082919" cy="1082919"/>
          </a:xfrm>
          <a:prstGeom prst="rect">
            <a:avLst/>
          </a:prstGeom>
        </p:spPr>
      </p:pic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F2078301-6B8F-40FD-8D2B-909FC2A492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3330" y="6411476"/>
            <a:ext cx="4543425" cy="36512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| Vorname Name</a:t>
            </a:r>
          </a:p>
        </p:txBody>
      </p:sp>
      <p:sp>
        <p:nvSpPr>
          <p:cNvPr id="15" name="Textplatzhalter 8">
            <a:extLst>
              <a:ext uri="{FF2B5EF4-FFF2-40B4-BE49-F238E27FC236}">
                <a16:creationId xmlns:a16="http://schemas.microsoft.com/office/drawing/2014/main" id="{1F657CE9-5FD5-4201-8473-190A04F579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1951" y="6411476"/>
            <a:ext cx="1111380" cy="36512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1791170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E45234A8-A02F-43C1-9091-4E8050BC3F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61E6D58-31B9-4D5C-88C1-75CA84840030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096000" y="1132595"/>
            <a:ext cx="6096000" cy="5725405"/>
          </a:xfr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de-DE" sz="1200"/>
            </a:lvl1pPr>
          </a:lstStyle>
          <a:p>
            <a:pPr marL="72000" lvl="0" indent="-72000"/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08B47E8F-5348-4337-A5C6-AB3185FACA8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311650" y="263961"/>
            <a:ext cx="518400" cy="5184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7" name="Textplatzhalter 36">
            <a:extLst>
              <a:ext uri="{FF2B5EF4-FFF2-40B4-BE49-F238E27FC236}">
                <a16:creationId xmlns:a16="http://schemas.microsoft.com/office/drawing/2014/main" id="{BB6C81EF-ADDD-4A18-8BB2-7D84627F80A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5324" y="1397264"/>
            <a:ext cx="4713725" cy="348745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de-DE" sz="20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F00"/>
              </a:buClr>
              <a:buSzTx/>
              <a:buFontTx/>
              <a:buNone/>
              <a:tabLst/>
              <a:defRPr/>
            </a:pPr>
            <a:r>
              <a:rPr lang="de-DE" dirty="0"/>
              <a:t>Agenda Platzhalter</a:t>
            </a:r>
          </a:p>
        </p:txBody>
      </p:sp>
      <p:sp>
        <p:nvSpPr>
          <p:cNvPr id="34" name="Foliennummernplatzhalter 33">
            <a:extLst>
              <a:ext uri="{FF2B5EF4-FFF2-40B4-BE49-F238E27FC236}">
                <a16:creationId xmlns:a16="http://schemas.microsoft.com/office/drawing/2014/main" id="{19242956-7041-4E17-A767-04FA4456D627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5" name="Textplatzhalter 8">
            <a:extLst>
              <a:ext uri="{FF2B5EF4-FFF2-40B4-BE49-F238E27FC236}">
                <a16:creationId xmlns:a16="http://schemas.microsoft.com/office/drawing/2014/main" id="{A9AAA297-97DF-477F-8D60-299B76036F5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79D1F44E-90A8-49C2-ACE1-5222C99AC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0476015-0343-47B2-91D8-E80EFE75B471}"/>
              </a:ext>
            </a:extLst>
          </p:cNvPr>
          <p:cNvSpPr/>
          <p:nvPr userDrawn="1"/>
        </p:nvSpPr>
        <p:spPr>
          <a:xfrm>
            <a:off x="361950" y="6348916"/>
            <a:ext cx="5387776" cy="4610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21" name="Textplatzhalter 39">
            <a:extLst>
              <a:ext uri="{FF2B5EF4-FFF2-40B4-BE49-F238E27FC236}">
                <a16:creationId xmlns:a16="http://schemas.microsoft.com/office/drawing/2014/main" id="{F7028340-3D61-4C21-86C5-966C7D1CFD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1950" y="1397264"/>
            <a:ext cx="360000" cy="360000"/>
          </a:xfrm>
          <a:solidFill>
            <a:schemeClr val="accent1"/>
          </a:solidFill>
          <a:ln>
            <a:noFill/>
          </a:ln>
        </p:spPr>
        <p:txBody>
          <a:bodyPr lIns="108000" tIns="0" rIns="0" bIns="18000" anchor="ctr" anchorCtr="0">
            <a:noAutofit/>
          </a:bodyPr>
          <a:lstStyle>
            <a:lvl1pPr marL="0" indent="0" algn="l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 dirty="0"/>
              <a:t>1</a:t>
            </a:r>
          </a:p>
        </p:txBody>
      </p:sp>
      <p:sp>
        <p:nvSpPr>
          <p:cNvPr id="23" name="Textplatzhalter 39">
            <a:extLst>
              <a:ext uri="{FF2B5EF4-FFF2-40B4-BE49-F238E27FC236}">
                <a16:creationId xmlns:a16="http://schemas.microsoft.com/office/drawing/2014/main" id="{86842BD0-3317-413E-BE2E-290659A88C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1950" y="5753025"/>
            <a:ext cx="360000" cy="360000"/>
          </a:xfrm>
          <a:solidFill>
            <a:srgbClr val="8BBF40"/>
          </a:solidFill>
          <a:ln>
            <a:noFill/>
          </a:ln>
        </p:spPr>
        <p:txBody>
          <a:bodyPr lIns="108000" tIns="0" rIns="0" bIns="18000" anchor="ctr" anchorCtr="0">
            <a:noAutofit/>
          </a:bodyPr>
          <a:lstStyle>
            <a:lvl1pPr marL="0" indent="0" algn="l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 dirty="0"/>
              <a:t>8</a:t>
            </a:r>
          </a:p>
        </p:txBody>
      </p:sp>
      <p:sp>
        <p:nvSpPr>
          <p:cNvPr id="24" name="Textplatzhalter 39">
            <a:extLst>
              <a:ext uri="{FF2B5EF4-FFF2-40B4-BE49-F238E27FC236}">
                <a16:creationId xmlns:a16="http://schemas.microsoft.com/office/drawing/2014/main" id="{721FE8F0-D43A-4878-BA81-CB2804D35AE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1950" y="5132516"/>
            <a:ext cx="360000" cy="360000"/>
          </a:xfrm>
          <a:solidFill>
            <a:schemeClr val="accent6"/>
          </a:solidFill>
          <a:ln>
            <a:noFill/>
          </a:ln>
        </p:spPr>
        <p:txBody>
          <a:bodyPr lIns="108000" tIns="0" rIns="0" bIns="18000" anchor="ctr" anchorCtr="0">
            <a:noAutofit/>
          </a:bodyPr>
          <a:lstStyle>
            <a:lvl1pPr marL="0" indent="0" algn="l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 dirty="0"/>
              <a:t>7</a:t>
            </a:r>
          </a:p>
        </p:txBody>
      </p:sp>
      <p:sp>
        <p:nvSpPr>
          <p:cNvPr id="26" name="Textplatzhalter 39">
            <a:extLst>
              <a:ext uri="{FF2B5EF4-FFF2-40B4-BE49-F238E27FC236}">
                <a16:creationId xmlns:a16="http://schemas.microsoft.com/office/drawing/2014/main" id="{AE484BC2-ACFE-4995-9156-24FCA903E8D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61950" y="4509974"/>
            <a:ext cx="360000" cy="360000"/>
          </a:xfrm>
          <a:solidFill>
            <a:schemeClr val="accent5"/>
          </a:solidFill>
          <a:ln>
            <a:noFill/>
          </a:ln>
        </p:spPr>
        <p:txBody>
          <a:bodyPr lIns="108000" tIns="0" rIns="0" bIns="18000" anchor="ctr" anchorCtr="0">
            <a:noAutofit/>
          </a:bodyPr>
          <a:lstStyle>
            <a:lvl1pPr marL="0" indent="0" algn="l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 dirty="0"/>
              <a:t>6</a:t>
            </a:r>
          </a:p>
        </p:txBody>
      </p:sp>
      <p:sp>
        <p:nvSpPr>
          <p:cNvPr id="27" name="Textplatzhalter 39">
            <a:extLst>
              <a:ext uri="{FF2B5EF4-FFF2-40B4-BE49-F238E27FC236}">
                <a16:creationId xmlns:a16="http://schemas.microsoft.com/office/drawing/2014/main" id="{CFD350A1-E7CA-482C-894C-2FEEA3CCA98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61950" y="3887432"/>
            <a:ext cx="360000" cy="360000"/>
          </a:xfrm>
          <a:solidFill>
            <a:schemeClr val="accent4"/>
          </a:solidFill>
          <a:ln>
            <a:noFill/>
          </a:ln>
        </p:spPr>
        <p:txBody>
          <a:bodyPr lIns="108000" tIns="0" rIns="0" bIns="18000" anchor="ctr" anchorCtr="0">
            <a:noAutofit/>
          </a:bodyPr>
          <a:lstStyle>
            <a:lvl1pPr marL="0" indent="0" algn="l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 dirty="0"/>
              <a:t>5</a:t>
            </a:r>
          </a:p>
        </p:txBody>
      </p:sp>
      <p:sp>
        <p:nvSpPr>
          <p:cNvPr id="31" name="Textplatzhalter 39">
            <a:extLst>
              <a:ext uri="{FF2B5EF4-FFF2-40B4-BE49-F238E27FC236}">
                <a16:creationId xmlns:a16="http://schemas.microsoft.com/office/drawing/2014/main" id="{2222D48D-161F-403A-B311-5BE67657BCA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1950" y="3264890"/>
            <a:ext cx="360000" cy="360000"/>
          </a:xfrm>
          <a:solidFill>
            <a:srgbClr val="1971B8"/>
          </a:solidFill>
          <a:ln>
            <a:noFill/>
          </a:ln>
        </p:spPr>
        <p:txBody>
          <a:bodyPr lIns="108000" tIns="0" rIns="0" bIns="18000" anchor="ctr" anchorCtr="0">
            <a:noAutofit/>
          </a:bodyPr>
          <a:lstStyle>
            <a:lvl1pPr marL="0" indent="0" algn="l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 dirty="0"/>
              <a:t>4</a:t>
            </a:r>
          </a:p>
        </p:txBody>
      </p:sp>
      <p:sp>
        <p:nvSpPr>
          <p:cNvPr id="32" name="Textplatzhalter 39">
            <a:extLst>
              <a:ext uri="{FF2B5EF4-FFF2-40B4-BE49-F238E27FC236}">
                <a16:creationId xmlns:a16="http://schemas.microsoft.com/office/drawing/2014/main" id="{DDF3E50F-FFFF-40E6-9478-90B4D7D5A4C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1950" y="2642348"/>
            <a:ext cx="360000" cy="360000"/>
          </a:xfrm>
          <a:solidFill>
            <a:schemeClr val="accent3"/>
          </a:solidFill>
          <a:ln>
            <a:noFill/>
          </a:ln>
        </p:spPr>
        <p:txBody>
          <a:bodyPr lIns="108000" tIns="0" rIns="0" bIns="18000" anchor="ctr" anchorCtr="0">
            <a:noAutofit/>
          </a:bodyPr>
          <a:lstStyle>
            <a:lvl1pPr marL="0" indent="0" algn="l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 dirty="0"/>
              <a:t>3</a:t>
            </a:r>
          </a:p>
        </p:txBody>
      </p:sp>
      <p:sp>
        <p:nvSpPr>
          <p:cNvPr id="33" name="Textplatzhalter 39">
            <a:extLst>
              <a:ext uri="{FF2B5EF4-FFF2-40B4-BE49-F238E27FC236}">
                <a16:creationId xmlns:a16="http://schemas.microsoft.com/office/drawing/2014/main" id="{BA69FB94-B663-4B31-AF0A-A05B55103DC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61950" y="2019806"/>
            <a:ext cx="360000" cy="360000"/>
          </a:xfrm>
          <a:solidFill>
            <a:schemeClr val="accent2"/>
          </a:solidFill>
          <a:ln>
            <a:noFill/>
          </a:ln>
        </p:spPr>
        <p:txBody>
          <a:bodyPr lIns="108000" tIns="0" rIns="0" bIns="18000" anchor="ctr" anchorCtr="0">
            <a:noAutofit/>
          </a:bodyPr>
          <a:lstStyle>
            <a:lvl1pPr marL="0" indent="0" algn="l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 dirty="0"/>
              <a:t>2</a:t>
            </a:r>
          </a:p>
        </p:txBody>
      </p:sp>
      <p:sp>
        <p:nvSpPr>
          <p:cNvPr id="36" name="Textplatzhalter 36">
            <a:extLst>
              <a:ext uri="{FF2B5EF4-FFF2-40B4-BE49-F238E27FC236}">
                <a16:creationId xmlns:a16="http://schemas.microsoft.com/office/drawing/2014/main" id="{05580C51-ABF9-476E-A92B-24EF3D119D3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95324" y="2019516"/>
            <a:ext cx="4713725" cy="348745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de-DE" sz="20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F00"/>
              </a:buClr>
              <a:buSzTx/>
              <a:buFontTx/>
              <a:buNone/>
              <a:tabLst/>
              <a:defRPr/>
            </a:pPr>
            <a:r>
              <a:rPr lang="de-DE" dirty="0"/>
              <a:t>Agenda Platzhalter</a:t>
            </a:r>
          </a:p>
        </p:txBody>
      </p:sp>
      <p:sp>
        <p:nvSpPr>
          <p:cNvPr id="42" name="Textplatzhalter 36">
            <a:extLst>
              <a:ext uri="{FF2B5EF4-FFF2-40B4-BE49-F238E27FC236}">
                <a16:creationId xmlns:a16="http://schemas.microsoft.com/office/drawing/2014/main" id="{7EC4FB61-9D84-4CDB-8D1D-77AE342DF70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95324" y="2641768"/>
            <a:ext cx="4713725" cy="348745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de-DE" sz="20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F00"/>
              </a:buClr>
              <a:buSzTx/>
              <a:buFontTx/>
              <a:buNone/>
              <a:tabLst/>
              <a:defRPr/>
            </a:pPr>
            <a:r>
              <a:rPr lang="de-DE" dirty="0"/>
              <a:t>Agenda Platzhalter</a:t>
            </a:r>
          </a:p>
        </p:txBody>
      </p:sp>
      <p:sp>
        <p:nvSpPr>
          <p:cNvPr id="48" name="Textplatzhalter 36">
            <a:extLst>
              <a:ext uri="{FF2B5EF4-FFF2-40B4-BE49-F238E27FC236}">
                <a16:creationId xmlns:a16="http://schemas.microsoft.com/office/drawing/2014/main" id="{A6309178-8881-4F64-ABA4-C704E3A8837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95324" y="3264020"/>
            <a:ext cx="4713725" cy="348745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de-DE" sz="20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F00"/>
              </a:buClr>
              <a:buSzTx/>
              <a:buFontTx/>
              <a:buNone/>
              <a:tabLst/>
              <a:defRPr/>
            </a:pPr>
            <a:r>
              <a:rPr lang="de-DE" dirty="0"/>
              <a:t>Agenda Platzhalter</a:t>
            </a:r>
          </a:p>
        </p:txBody>
      </p:sp>
      <p:sp>
        <p:nvSpPr>
          <p:cNvPr id="49" name="Textplatzhalter 36">
            <a:extLst>
              <a:ext uri="{FF2B5EF4-FFF2-40B4-BE49-F238E27FC236}">
                <a16:creationId xmlns:a16="http://schemas.microsoft.com/office/drawing/2014/main" id="{C306CAD5-C80C-44F0-A705-1E97FE9E588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95324" y="3886272"/>
            <a:ext cx="4713725" cy="348745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de-DE" sz="20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F00"/>
              </a:buClr>
              <a:buSzTx/>
              <a:buFontTx/>
              <a:buNone/>
              <a:tabLst/>
              <a:defRPr/>
            </a:pPr>
            <a:r>
              <a:rPr lang="de-DE" dirty="0"/>
              <a:t>Agenda Platzhalter</a:t>
            </a:r>
          </a:p>
        </p:txBody>
      </p:sp>
      <p:sp>
        <p:nvSpPr>
          <p:cNvPr id="50" name="Textplatzhalter 36">
            <a:extLst>
              <a:ext uri="{FF2B5EF4-FFF2-40B4-BE49-F238E27FC236}">
                <a16:creationId xmlns:a16="http://schemas.microsoft.com/office/drawing/2014/main" id="{620EB2C1-8259-48E8-A05F-51068242358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95324" y="4508524"/>
            <a:ext cx="4713725" cy="348745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de-DE" sz="20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F00"/>
              </a:buClr>
              <a:buSzTx/>
              <a:buFontTx/>
              <a:buNone/>
              <a:tabLst/>
              <a:defRPr/>
            </a:pPr>
            <a:r>
              <a:rPr lang="de-DE" dirty="0"/>
              <a:t>Agenda Platzhalter</a:t>
            </a:r>
          </a:p>
        </p:txBody>
      </p:sp>
      <p:sp>
        <p:nvSpPr>
          <p:cNvPr id="51" name="Textplatzhalter 36">
            <a:extLst>
              <a:ext uri="{FF2B5EF4-FFF2-40B4-BE49-F238E27FC236}">
                <a16:creationId xmlns:a16="http://schemas.microsoft.com/office/drawing/2014/main" id="{79209C60-A1BA-443C-973F-9ECF6C3E572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95324" y="5130776"/>
            <a:ext cx="4713725" cy="348745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de-DE" sz="20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F00"/>
              </a:buClr>
              <a:buSzTx/>
              <a:buFontTx/>
              <a:buNone/>
              <a:tabLst/>
              <a:defRPr/>
            </a:pPr>
            <a:r>
              <a:rPr lang="de-DE" dirty="0"/>
              <a:t>Agenda Platzhalter</a:t>
            </a:r>
          </a:p>
        </p:txBody>
      </p:sp>
      <p:sp>
        <p:nvSpPr>
          <p:cNvPr id="52" name="Textplatzhalter 36">
            <a:extLst>
              <a:ext uri="{FF2B5EF4-FFF2-40B4-BE49-F238E27FC236}">
                <a16:creationId xmlns:a16="http://schemas.microsoft.com/office/drawing/2014/main" id="{509966E7-14E4-45AD-A933-B583C1FF997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95324" y="5753025"/>
            <a:ext cx="4713725" cy="348745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de-DE" sz="20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F00"/>
              </a:buClr>
              <a:buSzTx/>
              <a:buFontTx/>
              <a:buNone/>
              <a:tabLst/>
              <a:defRPr/>
            </a:pPr>
            <a:r>
              <a:rPr lang="de-DE" dirty="0"/>
              <a:t>Agenda Platzhalter</a:t>
            </a:r>
          </a:p>
        </p:txBody>
      </p:sp>
    </p:spTree>
    <p:extLst>
      <p:ext uri="{BB962C8B-B14F-4D97-AF65-F5344CB8AC3E}">
        <p14:creationId xmlns:p14="http://schemas.microsoft.com/office/powerpoint/2010/main" val="1192665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mit Uhrz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E45234A8-A02F-43C1-9091-4E8050BC3F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61E6D58-31B9-4D5C-88C1-75CA84840030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096000" y="1132595"/>
            <a:ext cx="6096000" cy="5725405"/>
          </a:xfr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de-DE" sz="1200"/>
            </a:lvl1pPr>
          </a:lstStyle>
          <a:p>
            <a:pPr marL="72000" lvl="0" indent="-72000"/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08B47E8F-5348-4337-A5C6-AB3185FACA8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311650" y="263961"/>
            <a:ext cx="518400" cy="5184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4" name="Foliennummernplatzhalter 33">
            <a:extLst>
              <a:ext uri="{FF2B5EF4-FFF2-40B4-BE49-F238E27FC236}">
                <a16:creationId xmlns:a16="http://schemas.microsoft.com/office/drawing/2014/main" id="{19242956-7041-4E17-A767-04FA4456D627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5" name="Textplatzhalter 8">
            <a:extLst>
              <a:ext uri="{FF2B5EF4-FFF2-40B4-BE49-F238E27FC236}">
                <a16:creationId xmlns:a16="http://schemas.microsoft.com/office/drawing/2014/main" id="{A9AAA297-97DF-477F-8D60-299B76036F5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79D1F44E-90A8-49C2-ACE1-5222C99AC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0476015-0343-47B2-91D8-E80EFE75B471}"/>
              </a:ext>
            </a:extLst>
          </p:cNvPr>
          <p:cNvSpPr/>
          <p:nvPr userDrawn="1"/>
        </p:nvSpPr>
        <p:spPr>
          <a:xfrm>
            <a:off x="361950" y="6348916"/>
            <a:ext cx="5387776" cy="4610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28" name="Textplatzhalter 39">
            <a:extLst>
              <a:ext uri="{FF2B5EF4-FFF2-40B4-BE49-F238E27FC236}">
                <a16:creationId xmlns:a16="http://schemas.microsoft.com/office/drawing/2014/main" id="{D750B3DB-9070-40FE-91CE-DE5F902749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1950" y="1397264"/>
            <a:ext cx="360000" cy="360000"/>
          </a:xfrm>
          <a:solidFill>
            <a:schemeClr val="accent1"/>
          </a:solidFill>
          <a:ln>
            <a:noFill/>
          </a:ln>
        </p:spPr>
        <p:txBody>
          <a:bodyPr lIns="108000" tIns="0" rIns="0" bIns="18000" anchor="ctr" anchorCtr="0">
            <a:noAutofit/>
          </a:bodyPr>
          <a:lstStyle>
            <a:lvl1pPr marL="0" indent="0" algn="l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 dirty="0"/>
              <a:t>1</a:t>
            </a:r>
          </a:p>
        </p:txBody>
      </p:sp>
      <p:sp>
        <p:nvSpPr>
          <p:cNvPr id="48" name="Textplatzhalter 39">
            <a:extLst>
              <a:ext uri="{FF2B5EF4-FFF2-40B4-BE49-F238E27FC236}">
                <a16:creationId xmlns:a16="http://schemas.microsoft.com/office/drawing/2014/main" id="{65A41A14-C075-46DA-8699-5022DE6FC9C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61950" y="4101392"/>
            <a:ext cx="360000" cy="360000"/>
          </a:xfrm>
          <a:solidFill>
            <a:schemeClr val="accent4"/>
          </a:solidFill>
          <a:ln>
            <a:noFill/>
          </a:ln>
        </p:spPr>
        <p:txBody>
          <a:bodyPr lIns="108000" tIns="0" rIns="0" bIns="18000" anchor="ctr" anchorCtr="0">
            <a:noAutofit/>
          </a:bodyPr>
          <a:lstStyle>
            <a:lvl1pPr marL="0" indent="0" algn="l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 dirty="0"/>
              <a:t>4</a:t>
            </a:r>
          </a:p>
        </p:txBody>
      </p:sp>
      <p:sp>
        <p:nvSpPr>
          <p:cNvPr id="49" name="Textplatzhalter 39">
            <a:extLst>
              <a:ext uri="{FF2B5EF4-FFF2-40B4-BE49-F238E27FC236}">
                <a16:creationId xmlns:a16="http://schemas.microsoft.com/office/drawing/2014/main" id="{57668606-5F56-4109-A59F-6531FE8B5EE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61950" y="3200016"/>
            <a:ext cx="360000" cy="360000"/>
          </a:xfrm>
          <a:solidFill>
            <a:schemeClr val="accent3"/>
          </a:solidFill>
          <a:ln>
            <a:noFill/>
          </a:ln>
        </p:spPr>
        <p:txBody>
          <a:bodyPr lIns="108000" tIns="0" rIns="0" bIns="18000" anchor="ctr" anchorCtr="0">
            <a:noAutofit/>
          </a:bodyPr>
          <a:lstStyle>
            <a:lvl1pPr marL="0" indent="0" algn="l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 dirty="0"/>
              <a:t>3</a:t>
            </a:r>
          </a:p>
        </p:txBody>
      </p:sp>
      <p:sp>
        <p:nvSpPr>
          <p:cNvPr id="50" name="Textplatzhalter 39">
            <a:extLst>
              <a:ext uri="{FF2B5EF4-FFF2-40B4-BE49-F238E27FC236}">
                <a16:creationId xmlns:a16="http://schemas.microsoft.com/office/drawing/2014/main" id="{5B3525BC-1F5B-4ED3-9F5A-69DE9EEE94C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61950" y="2298640"/>
            <a:ext cx="360000" cy="360000"/>
          </a:xfrm>
          <a:solidFill>
            <a:schemeClr val="accent2"/>
          </a:solidFill>
          <a:ln>
            <a:noFill/>
          </a:ln>
        </p:spPr>
        <p:txBody>
          <a:bodyPr lIns="108000" tIns="0" rIns="0" bIns="18000" anchor="ctr" anchorCtr="0">
            <a:noAutofit/>
          </a:bodyPr>
          <a:lstStyle>
            <a:lvl1pPr marL="0" indent="0" algn="l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 dirty="0"/>
              <a:t>2</a:t>
            </a:r>
          </a:p>
        </p:txBody>
      </p:sp>
      <p:sp>
        <p:nvSpPr>
          <p:cNvPr id="52" name="Textplatzhalter 36">
            <a:extLst>
              <a:ext uri="{FF2B5EF4-FFF2-40B4-BE49-F238E27FC236}">
                <a16:creationId xmlns:a16="http://schemas.microsoft.com/office/drawing/2014/main" id="{83580EA6-6078-4566-816B-9A2E85DB9D2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95324" y="1397264"/>
            <a:ext cx="4713725" cy="348745"/>
          </a:xfrm>
        </p:spPr>
        <p:txBody>
          <a:bodyPr anchor="ctr">
            <a:normAutofit/>
          </a:bodyPr>
          <a:lstStyle>
            <a:lvl1pPr marL="0" indent="0">
              <a:buNone/>
              <a:defRPr kumimoji="0" lang="de-DE" sz="2000" b="1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F00"/>
              </a:buClr>
              <a:buSzTx/>
              <a:buFontTx/>
              <a:buNone/>
              <a:tabLst/>
              <a:defRPr/>
            </a:pPr>
            <a:r>
              <a:rPr lang="de-DE" dirty="0"/>
              <a:t>00.00 - 00.00</a:t>
            </a:r>
          </a:p>
        </p:txBody>
      </p:sp>
      <p:sp>
        <p:nvSpPr>
          <p:cNvPr id="53" name="Textplatzhalter 36">
            <a:extLst>
              <a:ext uri="{FF2B5EF4-FFF2-40B4-BE49-F238E27FC236}">
                <a16:creationId xmlns:a16="http://schemas.microsoft.com/office/drawing/2014/main" id="{A8E583FB-A438-47E5-8CA4-E773F5D0E39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95324" y="1757264"/>
            <a:ext cx="4713725" cy="348745"/>
          </a:xfrm>
        </p:spPr>
        <p:txBody>
          <a:bodyPr anchor="ctr">
            <a:normAutofit/>
          </a:bodyPr>
          <a:lstStyle>
            <a:lvl1pPr marL="0" indent="0">
              <a:buNone/>
              <a:defRPr kumimoji="0" lang="de-DE" sz="20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F00"/>
              </a:buClr>
              <a:buSzTx/>
              <a:buFontTx/>
              <a:buNone/>
              <a:tabLst/>
              <a:defRPr/>
            </a:pPr>
            <a:r>
              <a:rPr lang="de-DE" dirty="0"/>
              <a:t>Agenda Platzhalter</a:t>
            </a:r>
          </a:p>
        </p:txBody>
      </p:sp>
      <p:sp>
        <p:nvSpPr>
          <p:cNvPr id="56" name="Textplatzhalter 39">
            <a:extLst>
              <a:ext uri="{FF2B5EF4-FFF2-40B4-BE49-F238E27FC236}">
                <a16:creationId xmlns:a16="http://schemas.microsoft.com/office/drawing/2014/main" id="{DB5C50E3-AB9F-4645-A849-13ACC2664BF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61950" y="5002768"/>
            <a:ext cx="360000" cy="360000"/>
          </a:xfrm>
          <a:solidFill>
            <a:schemeClr val="accent5"/>
          </a:solidFill>
          <a:ln>
            <a:noFill/>
          </a:ln>
        </p:spPr>
        <p:txBody>
          <a:bodyPr lIns="108000" tIns="0" rIns="0" bIns="18000" anchor="ctr" anchorCtr="0">
            <a:noAutofit/>
          </a:bodyPr>
          <a:lstStyle>
            <a:lvl1pPr marL="0" indent="0" algn="l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 dirty="0"/>
              <a:t>5</a:t>
            </a:r>
          </a:p>
        </p:txBody>
      </p:sp>
      <p:sp>
        <p:nvSpPr>
          <p:cNvPr id="60" name="Textplatzhalter 36">
            <a:extLst>
              <a:ext uri="{FF2B5EF4-FFF2-40B4-BE49-F238E27FC236}">
                <a16:creationId xmlns:a16="http://schemas.microsoft.com/office/drawing/2014/main" id="{5F021572-39BC-47A8-9636-D57DB68AA49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95324" y="2293005"/>
            <a:ext cx="4713725" cy="348745"/>
          </a:xfrm>
        </p:spPr>
        <p:txBody>
          <a:bodyPr anchor="ctr">
            <a:normAutofit/>
          </a:bodyPr>
          <a:lstStyle>
            <a:lvl1pPr marL="0" indent="0">
              <a:buNone/>
              <a:defRPr kumimoji="0" lang="de-DE" sz="2000" b="1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F00"/>
              </a:buClr>
              <a:buSzTx/>
              <a:buFontTx/>
              <a:buNone/>
              <a:tabLst/>
              <a:defRPr/>
            </a:pPr>
            <a:r>
              <a:rPr lang="de-DE" dirty="0"/>
              <a:t>00.00 - 00.00</a:t>
            </a:r>
          </a:p>
        </p:txBody>
      </p:sp>
      <p:sp>
        <p:nvSpPr>
          <p:cNvPr id="61" name="Textplatzhalter 36">
            <a:extLst>
              <a:ext uri="{FF2B5EF4-FFF2-40B4-BE49-F238E27FC236}">
                <a16:creationId xmlns:a16="http://schemas.microsoft.com/office/drawing/2014/main" id="{32261443-15C4-43C2-83D1-0A43650CCCC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95324" y="2653005"/>
            <a:ext cx="4713725" cy="348745"/>
          </a:xfrm>
        </p:spPr>
        <p:txBody>
          <a:bodyPr anchor="ctr">
            <a:normAutofit/>
          </a:bodyPr>
          <a:lstStyle>
            <a:lvl1pPr marL="0" indent="0">
              <a:buNone/>
              <a:defRPr kumimoji="0" lang="de-DE" sz="20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F00"/>
              </a:buClr>
              <a:buSzTx/>
              <a:buFontTx/>
              <a:buNone/>
              <a:tabLst/>
              <a:defRPr/>
            </a:pPr>
            <a:r>
              <a:rPr lang="de-DE" dirty="0"/>
              <a:t>Agenda Platzhalter</a:t>
            </a:r>
          </a:p>
        </p:txBody>
      </p:sp>
      <p:sp>
        <p:nvSpPr>
          <p:cNvPr id="62" name="Textplatzhalter 36">
            <a:extLst>
              <a:ext uri="{FF2B5EF4-FFF2-40B4-BE49-F238E27FC236}">
                <a16:creationId xmlns:a16="http://schemas.microsoft.com/office/drawing/2014/main" id="{7B6E9DE5-F88D-4A24-AF3A-C6DE1DD48BA8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895324" y="3188746"/>
            <a:ext cx="4713725" cy="348745"/>
          </a:xfrm>
        </p:spPr>
        <p:txBody>
          <a:bodyPr anchor="ctr">
            <a:normAutofit/>
          </a:bodyPr>
          <a:lstStyle>
            <a:lvl1pPr marL="0" indent="0">
              <a:buNone/>
              <a:defRPr kumimoji="0" lang="de-DE" sz="2000" b="1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F00"/>
              </a:buClr>
              <a:buSzTx/>
              <a:buFontTx/>
              <a:buNone/>
              <a:tabLst/>
              <a:defRPr/>
            </a:pPr>
            <a:r>
              <a:rPr lang="de-DE" dirty="0"/>
              <a:t>00.00 - 00.00</a:t>
            </a:r>
          </a:p>
        </p:txBody>
      </p:sp>
      <p:sp>
        <p:nvSpPr>
          <p:cNvPr id="63" name="Textplatzhalter 36">
            <a:extLst>
              <a:ext uri="{FF2B5EF4-FFF2-40B4-BE49-F238E27FC236}">
                <a16:creationId xmlns:a16="http://schemas.microsoft.com/office/drawing/2014/main" id="{F7A9A947-FF12-4214-8C09-FC89AC1D3E3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895324" y="3548746"/>
            <a:ext cx="4713725" cy="348745"/>
          </a:xfrm>
        </p:spPr>
        <p:txBody>
          <a:bodyPr anchor="ctr">
            <a:normAutofit/>
          </a:bodyPr>
          <a:lstStyle>
            <a:lvl1pPr marL="0" indent="0">
              <a:buNone/>
              <a:defRPr kumimoji="0" lang="de-DE" sz="20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F00"/>
              </a:buClr>
              <a:buSzTx/>
              <a:buFontTx/>
              <a:buNone/>
              <a:tabLst/>
              <a:defRPr/>
            </a:pPr>
            <a:r>
              <a:rPr lang="de-DE" dirty="0"/>
              <a:t>Agenda Platzhalter</a:t>
            </a:r>
          </a:p>
        </p:txBody>
      </p:sp>
      <p:sp>
        <p:nvSpPr>
          <p:cNvPr id="64" name="Textplatzhalter 36">
            <a:extLst>
              <a:ext uri="{FF2B5EF4-FFF2-40B4-BE49-F238E27FC236}">
                <a16:creationId xmlns:a16="http://schemas.microsoft.com/office/drawing/2014/main" id="{9BCE7ED6-D35A-48B4-880C-E2C29E4D1DC5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895324" y="4084487"/>
            <a:ext cx="4713725" cy="348745"/>
          </a:xfrm>
        </p:spPr>
        <p:txBody>
          <a:bodyPr anchor="ctr">
            <a:normAutofit/>
          </a:bodyPr>
          <a:lstStyle>
            <a:lvl1pPr marL="0" indent="0">
              <a:buNone/>
              <a:defRPr kumimoji="0" lang="de-DE" sz="2000" b="1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F00"/>
              </a:buClr>
              <a:buSzTx/>
              <a:buFontTx/>
              <a:buNone/>
              <a:tabLst/>
              <a:defRPr/>
            </a:pPr>
            <a:r>
              <a:rPr lang="de-DE" dirty="0"/>
              <a:t>00.00 - 00.00</a:t>
            </a:r>
          </a:p>
        </p:txBody>
      </p:sp>
      <p:sp>
        <p:nvSpPr>
          <p:cNvPr id="65" name="Textplatzhalter 36">
            <a:extLst>
              <a:ext uri="{FF2B5EF4-FFF2-40B4-BE49-F238E27FC236}">
                <a16:creationId xmlns:a16="http://schemas.microsoft.com/office/drawing/2014/main" id="{6F2444B7-7D8E-4867-85B6-582B6B3DBCAF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895324" y="4444487"/>
            <a:ext cx="4713725" cy="348745"/>
          </a:xfrm>
        </p:spPr>
        <p:txBody>
          <a:bodyPr anchor="ctr">
            <a:normAutofit/>
          </a:bodyPr>
          <a:lstStyle>
            <a:lvl1pPr marL="0" indent="0">
              <a:buNone/>
              <a:defRPr kumimoji="0" lang="de-DE" sz="20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F00"/>
              </a:buClr>
              <a:buSzTx/>
              <a:buFontTx/>
              <a:buNone/>
              <a:tabLst/>
              <a:defRPr/>
            </a:pPr>
            <a:r>
              <a:rPr lang="de-DE" dirty="0"/>
              <a:t>Agenda Platzhalter</a:t>
            </a:r>
          </a:p>
        </p:txBody>
      </p:sp>
      <p:sp>
        <p:nvSpPr>
          <p:cNvPr id="66" name="Textplatzhalter 36">
            <a:extLst>
              <a:ext uri="{FF2B5EF4-FFF2-40B4-BE49-F238E27FC236}">
                <a16:creationId xmlns:a16="http://schemas.microsoft.com/office/drawing/2014/main" id="{7C28EB8F-A8A2-45A0-9F57-2A3ED333254B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95324" y="4980228"/>
            <a:ext cx="4713725" cy="348745"/>
          </a:xfrm>
        </p:spPr>
        <p:txBody>
          <a:bodyPr anchor="ctr">
            <a:normAutofit/>
          </a:bodyPr>
          <a:lstStyle>
            <a:lvl1pPr marL="0" indent="0">
              <a:buNone/>
              <a:defRPr kumimoji="0" lang="de-DE" sz="2000" b="1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F00"/>
              </a:buClr>
              <a:buSzTx/>
              <a:buFontTx/>
              <a:buNone/>
              <a:tabLst/>
              <a:defRPr/>
            </a:pPr>
            <a:r>
              <a:rPr lang="de-DE" dirty="0"/>
              <a:t>00.00 - 00.00</a:t>
            </a:r>
          </a:p>
        </p:txBody>
      </p:sp>
      <p:sp>
        <p:nvSpPr>
          <p:cNvPr id="67" name="Textplatzhalter 36">
            <a:extLst>
              <a:ext uri="{FF2B5EF4-FFF2-40B4-BE49-F238E27FC236}">
                <a16:creationId xmlns:a16="http://schemas.microsoft.com/office/drawing/2014/main" id="{B380F3BD-4842-4E6F-A6FF-CC6F5C2280CB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95324" y="5340228"/>
            <a:ext cx="4713725" cy="348745"/>
          </a:xfrm>
        </p:spPr>
        <p:txBody>
          <a:bodyPr anchor="ctr">
            <a:normAutofit/>
          </a:bodyPr>
          <a:lstStyle>
            <a:lvl1pPr marL="0" indent="0">
              <a:buNone/>
              <a:defRPr kumimoji="0" lang="de-DE" sz="20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F00"/>
              </a:buClr>
              <a:buSzTx/>
              <a:buFontTx/>
              <a:buNone/>
              <a:tabLst/>
              <a:defRPr/>
            </a:pPr>
            <a:r>
              <a:rPr lang="de-DE" dirty="0"/>
              <a:t>Agenda Platzhalter</a:t>
            </a:r>
          </a:p>
        </p:txBody>
      </p:sp>
    </p:spTree>
    <p:extLst>
      <p:ext uri="{BB962C8B-B14F-4D97-AF65-F5344CB8AC3E}">
        <p14:creationId xmlns:p14="http://schemas.microsoft.com/office/powerpoint/2010/main" val="827372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_flexi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16AF22B2-75C2-4A7F-98F1-C8E4B4A05D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7496353" cy="6858000"/>
          </a:xfr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de-DE" sz="1800"/>
            </a:lvl1pPr>
          </a:lstStyle>
          <a:p>
            <a:pPr lvl="0"/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025058F-3F5B-450C-871B-6351D24FA8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96352" y="0"/>
            <a:ext cx="4695648" cy="6858000"/>
          </a:xfrm>
          <a:custGeom>
            <a:avLst/>
            <a:gdLst>
              <a:gd name="connsiteX0" fmla="*/ 0 w 4695648"/>
              <a:gd name="connsiteY0" fmla="*/ 0 h 6858000"/>
              <a:gd name="connsiteX1" fmla="*/ 4695648 w 4695648"/>
              <a:gd name="connsiteY1" fmla="*/ 0 h 6858000"/>
              <a:gd name="connsiteX2" fmla="*/ 4695648 w 4695648"/>
              <a:gd name="connsiteY2" fmla="*/ 6858000 h 6858000"/>
              <a:gd name="connsiteX3" fmla="*/ 0 w 469564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5648" h="6858000">
                <a:moveTo>
                  <a:pt x="0" y="0"/>
                </a:moveTo>
                <a:lnTo>
                  <a:pt x="4695648" y="0"/>
                </a:lnTo>
                <a:lnTo>
                  <a:pt x="469564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C91914B-E805-4FD9-80C0-A055B1286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7758" y="3088958"/>
            <a:ext cx="3762287" cy="340042"/>
          </a:xfrm>
          <a:prstGeom prst="rect">
            <a:avLst/>
          </a:prstGeom>
        </p:spPr>
        <p:txBody>
          <a:bodyPr lIns="36000" anchor="b"/>
          <a:lstStyle>
            <a:lvl1pPr>
              <a:defRPr sz="24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Kapitel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95B72B5-7F27-4E92-B885-C9274AA6E8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7674" y="3429000"/>
            <a:ext cx="3762375" cy="2700338"/>
          </a:xfrm>
        </p:spPr>
        <p:txBody>
          <a:bodyPr wrap="square" lIns="0" tIns="0" rIns="0" bIns="7200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pic>
        <p:nvPicPr>
          <p:cNvPr id="3" name="Inhaltsplatzhalter 4">
            <a:extLst>
              <a:ext uri="{FF2B5EF4-FFF2-40B4-BE49-F238E27FC236}">
                <a16:creationId xmlns:a16="http://schemas.microsoft.com/office/drawing/2014/main" id="{00DA7F62-8276-83B6-3E70-5890B038C9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664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ap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F98253A7-4B5E-4313-ADA6-992F2A8F1B54}"/>
              </a:ext>
            </a:extLst>
          </p:cNvPr>
          <p:cNvSpPr/>
          <p:nvPr userDrawn="1"/>
        </p:nvSpPr>
        <p:spPr>
          <a:xfrm>
            <a:off x="7496352" y="0"/>
            <a:ext cx="4695648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16AF22B2-75C2-4A7F-98F1-C8E4B4A05D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7496353" cy="6858000"/>
          </a:xfr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de-DE" sz="1800"/>
            </a:lvl1pPr>
          </a:lstStyle>
          <a:p>
            <a:pPr lvl="0"/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C91914B-E805-4FD9-80C0-A055B1286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7758" y="3088958"/>
            <a:ext cx="3762287" cy="340042"/>
          </a:xfrm>
          <a:prstGeom prst="rect">
            <a:avLst/>
          </a:prstGeom>
        </p:spPr>
        <p:txBody>
          <a:bodyPr lIns="36000" anchor="b"/>
          <a:lstStyle>
            <a:lvl1pPr>
              <a:defRPr sz="24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Kapitel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95B72B5-7F27-4E92-B885-C9274AA6E8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7674" y="3429000"/>
            <a:ext cx="3762375" cy="2700338"/>
          </a:xfrm>
        </p:spPr>
        <p:txBody>
          <a:bodyPr wrap="square" lIns="0" tIns="0" rIns="0" bIns="7200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7FD28414-D865-F72D-9AAD-5EBD015F58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952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Kap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16AF22B2-75C2-4A7F-98F1-C8E4B4A05D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7496353" cy="6858000"/>
          </a:xfr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de-DE" sz="1800"/>
            </a:lvl1pPr>
          </a:lstStyle>
          <a:p>
            <a:pPr lvl="0"/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FC3E4CBF-07C4-4CF6-9A8F-103247ED8E46}"/>
              </a:ext>
            </a:extLst>
          </p:cNvPr>
          <p:cNvSpPr/>
          <p:nvPr userDrawn="1"/>
        </p:nvSpPr>
        <p:spPr>
          <a:xfrm>
            <a:off x="7496352" y="0"/>
            <a:ext cx="4695648" cy="6858000"/>
          </a:xfrm>
          <a:prstGeom prst="rect">
            <a:avLst/>
          </a:prstGeom>
          <a:solidFill>
            <a:srgbClr val="F35F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C91914B-E805-4FD9-80C0-A055B1286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7758" y="3088958"/>
            <a:ext cx="3762287" cy="340042"/>
          </a:xfrm>
          <a:prstGeom prst="rect">
            <a:avLst/>
          </a:prstGeom>
        </p:spPr>
        <p:txBody>
          <a:bodyPr lIns="36000" anchor="b"/>
          <a:lstStyle>
            <a:lvl1pPr>
              <a:defRPr sz="24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Kapitel</a:t>
            </a: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D5DB2A7D-1764-42C7-B534-DCCC3EC3EF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7674" y="3429000"/>
            <a:ext cx="3762375" cy="2700338"/>
          </a:xfrm>
        </p:spPr>
        <p:txBody>
          <a:bodyPr wrap="square" lIns="0" tIns="0" rIns="0" bIns="7200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DCF59612-DF30-3884-CCC0-527386B69B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2380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Kap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5A173F45-A31B-44B7-BAFA-AAD3B31C9ABF}"/>
              </a:ext>
            </a:extLst>
          </p:cNvPr>
          <p:cNvSpPr/>
          <p:nvPr userDrawn="1"/>
        </p:nvSpPr>
        <p:spPr>
          <a:xfrm>
            <a:off x="7496352" y="0"/>
            <a:ext cx="4695648" cy="6858000"/>
          </a:xfrm>
          <a:prstGeom prst="rect">
            <a:avLst/>
          </a:prstGeom>
          <a:solidFill>
            <a:srgbClr val="E72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16AF22B2-75C2-4A7F-98F1-C8E4B4A05D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7496353" cy="6858000"/>
          </a:xfr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de-DE" sz="1800"/>
            </a:lvl1pPr>
          </a:lstStyle>
          <a:p>
            <a:pPr lvl="0"/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C91914B-E805-4FD9-80C0-A055B1286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7758" y="3088958"/>
            <a:ext cx="3762287" cy="340042"/>
          </a:xfrm>
          <a:prstGeom prst="rect">
            <a:avLst/>
          </a:prstGeom>
        </p:spPr>
        <p:txBody>
          <a:bodyPr lIns="36000" anchor="b"/>
          <a:lstStyle>
            <a:lvl1pPr>
              <a:defRPr sz="24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Kapitel</a:t>
            </a: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CBD56275-5164-4934-9906-26C643E47B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7674" y="3429000"/>
            <a:ext cx="3762375" cy="2700338"/>
          </a:xfrm>
        </p:spPr>
        <p:txBody>
          <a:bodyPr wrap="square" lIns="0" tIns="0" rIns="0" bIns="7200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116392B2-8DC2-2602-7025-01828EEDC6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1004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Kap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47AF7BBD-42EB-4F54-A7A0-AACEBA956396}"/>
              </a:ext>
            </a:extLst>
          </p:cNvPr>
          <p:cNvSpPr/>
          <p:nvPr userDrawn="1"/>
        </p:nvSpPr>
        <p:spPr>
          <a:xfrm>
            <a:off x="7496352" y="0"/>
            <a:ext cx="4695648" cy="6858000"/>
          </a:xfrm>
          <a:prstGeom prst="rect">
            <a:avLst/>
          </a:prstGeom>
          <a:solidFill>
            <a:srgbClr val="1971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16AF22B2-75C2-4A7F-98F1-C8E4B4A05D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7496353" cy="6858000"/>
          </a:xfr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de-DE" sz="1800"/>
            </a:lvl1pPr>
          </a:lstStyle>
          <a:p>
            <a:pPr lvl="0"/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C91914B-E805-4FD9-80C0-A055B1286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7758" y="3088958"/>
            <a:ext cx="3762287" cy="340042"/>
          </a:xfrm>
          <a:prstGeom prst="rect">
            <a:avLst/>
          </a:prstGeom>
        </p:spPr>
        <p:txBody>
          <a:bodyPr lIns="36000" anchor="b"/>
          <a:lstStyle>
            <a:lvl1pPr>
              <a:defRPr sz="24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Kapitel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C6198531-A9FA-4342-A4AB-E4596E781B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7674" y="3429000"/>
            <a:ext cx="3762375" cy="2700338"/>
          </a:xfrm>
        </p:spPr>
        <p:txBody>
          <a:bodyPr wrap="square" lIns="0" tIns="0" rIns="0" bIns="7200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6D891532-271A-22EB-EEC1-F73FBD994A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6021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Kap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9440486C-693B-4882-9000-995FFB6AFABB}"/>
              </a:ext>
            </a:extLst>
          </p:cNvPr>
          <p:cNvSpPr/>
          <p:nvPr userDrawn="1"/>
        </p:nvSpPr>
        <p:spPr>
          <a:xfrm>
            <a:off x="7496352" y="0"/>
            <a:ext cx="4695648" cy="6858000"/>
          </a:xfrm>
          <a:prstGeom prst="rect">
            <a:avLst/>
          </a:prstGeom>
          <a:solidFill>
            <a:srgbClr val="24A7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16AF22B2-75C2-4A7F-98F1-C8E4B4A05D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7496353" cy="6858000"/>
          </a:xfr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de-DE" sz="1800"/>
            </a:lvl1pPr>
          </a:lstStyle>
          <a:p>
            <a:pPr lvl="0"/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C91914B-E805-4FD9-80C0-A055B1286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7758" y="3088958"/>
            <a:ext cx="3762287" cy="340042"/>
          </a:xfrm>
          <a:prstGeom prst="rect">
            <a:avLst/>
          </a:prstGeom>
        </p:spPr>
        <p:txBody>
          <a:bodyPr lIns="36000" anchor="b"/>
          <a:lstStyle>
            <a:lvl1pPr>
              <a:defRPr sz="24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Kapitel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52E7A20E-262E-43B0-BDE2-588F9053E85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7674" y="3429000"/>
            <a:ext cx="3762375" cy="2700338"/>
          </a:xfrm>
        </p:spPr>
        <p:txBody>
          <a:bodyPr wrap="square" lIns="0" tIns="0" rIns="0" bIns="7200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9682905A-9A52-0664-184C-5DD7AD8398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6349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Kap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941B0431-28C3-43BF-B355-507B5ED7FC17}"/>
              </a:ext>
            </a:extLst>
          </p:cNvPr>
          <p:cNvSpPr/>
          <p:nvPr userDrawn="1"/>
        </p:nvSpPr>
        <p:spPr>
          <a:xfrm>
            <a:off x="7496352" y="0"/>
            <a:ext cx="4695648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16AF22B2-75C2-4A7F-98F1-C8E4B4A05D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7496353" cy="6858000"/>
          </a:xfr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de-DE" sz="1800"/>
            </a:lvl1pPr>
          </a:lstStyle>
          <a:p>
            <a:pPr lvl="0"/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C91914B-E805-4FD9-80C0-A055B1286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7759" y="3088958"/>
            <a:ext cx="3608304" cy="340042"/>
          </a:xfrm>
          <a:prstGeom prst="rect">
            <a:avLst/>
          </a:prstGeom>
        </p:spPr>
        <p:txBody>
          <a:bodyPr lIns="36000" anchor="b"/>
          <a:lstStyle>
            <a:lvl1pPr>
              <a:defRPr sz="24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Kapitel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4E5F6FE7-E235-4D2E-9F01-CD6E48A10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7675" y="3429000"/>
            <a:ext cx="3608388" cy="2700338"/>
          </a:xfrm>
        </p:spPr>
        <p:txBody>
          <a:bodyPr wrap="square" lIns="0" tIns="0" rIns="0" bIns="7200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007E060E-068C-E388-C0B4-A2253F68A1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4675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Kap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B4725CE2-4770-4105-96DE-AA5DCDE83FC0}"/>
              </a:ext>
            </a:extLst>
          </p:cNvPr>
          <p:cNvSpPr/>
          <p:nvPr userDrawn="1"/>
        </p:nvSpPr>
        <p:spPr>
          <a:xfrm>
            <a:off x="7496352" y="0"/>
            <a:ext cx="4695648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16AF22B2-75C2-4A7F-98F1-C8E4B4A05D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7496353" cy="6858000"/>
          </a:xfr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de-DE" sz="1800"/>
            </a:lvl1pPr>
          </a:lstStyle>
          <a:p>
            <a:pPr lvl="0"/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C91914B-E805-4FD9-80C0-A055B1286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7758" y="3088958"/>
            <a:ext cx="3762287" cy="340042"/>
          </a:xfrm>
          <a:prstGeom prst="rect">
            <a:avLst/>
          </a:prstGeom>
        </p:spPr>
        <p:txBody>
          <a:bodyPr lIns="36000" anchor="b"/>
          <a:lstStyle>
            <a:lvl1pPr>
              <a:defRPr sz="24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Kapitel</a:t>
            </a: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1EB6E44E-9D5B-4032-B495-4E7B763481F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7674" y="3429000"/>
            <a:ext cx="3762375" cy="2700338"/>
          </a:xfrm>
        </p:spPr>
        <p:txBody>
          <a:bodyPr wrap="square" lIns="0" tIns="0" rIns="0" bIns="7200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784338B1-7F30-4ED6-DACE-13DB074248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9733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Kap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4D870292-FCCA-430E-A3B1-A2392D087842}"/>
              </a:ext>
            </a:extLst>
          </p:cNvPr>
          <p:cNvSpPr/>
          <p:nvPr userDrawn="1"/>
        </p:nvSpPr>
        <p:spPr>
          <a:xfrm>
            <a:off x="7496352" y="0"/>
            <a:ext cx="4695648" cy="6858000"/>
          </a:xfrm>
          <a:prstGeom prst="rect">
            <a:avLst/>
          </a:prstGeom>
          <a:solidFill>
            <a:srgbClr val="8BBF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16AF22B2-75C2-4A7F-98F1-C8E4B4A05D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7496353" cy="6858000"/>
          </a:xfr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de-DE" sz="1800"/>
            </a:lvl1pPr>
          </a:lstStyle>
          <a:p>
            <a:pPr lvl="0"/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C91914B-E805-4FD9-80C0-A055B1286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7758" y="3088958"/>
            <a:ext cx="3762287" cy="340042"/>
          </a:xfrm>
          <a:prstGeom prst="rect">
            <a:avLst/>
          </a:prstGeom>
        </p:spPr>
        <p:txBody>
          <a:bodyPr lIns="36000" anchor="b"/>
          <a:lstStyle>
            <a:lvl1pPr>
              <a:defRPr sz="24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Kapitel</a:t>
            </a: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188A3A27-6AAF-4F44-988F-E52BC5873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7674" y="3429000"/>
            <a:ext cx="3762375" cy="2700338"/>
          </a:xfrm>
        </p:spPr>
        <p:txBody>
          <a:bodyPr wrap="square" lIns="0" tIns="0" rIns="0" bIns="7200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B4938AEF-80E3-CE19-4B64-53C19CD67E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818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A240C0E-BF04-4530-AE5B-FCBD070E9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t>‹Nr.›</a:t>
            </a:fld>
            <a:endParaRPr lang="de-DE"/>
          </a:p>
        </p:txBody>
      </p:sp>
      <p:pic>
        <p:nvPicPr>
          <p:cNvPr id="3" name="Inhaltsplatzhalter 4">
            <a:extLst>
              <a:ext uri="{FF2B5EF4-FFF2-40B4-BE49-F238E27FC236}">
                <a16:creationId xmlns:a16="http://schemas.microsoft.com/office/drawing/2014/main" id="{78E891C7-185A-16F6-75AA-5658982402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6154772"/>
            <a:ext cx="847090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7088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_flexi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3262DF7-13BA-4E6E-AA8B-402FF3E51A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B939F3-C9A3-44E4-89B3-04EA622B0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376363"/>
            <a:ext cx="11468100" cy="477677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0832A44F-DB9D-4391-AD08-64B3F11BE845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49A1577-3007-4B2C-AC06-294BF0928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263961"/>
            <a:ext cx="10018491" cy="411931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9" name="Textplatzhalter 12">
            <a:extLst>
              <a:ext uri="{FF2B5EF4-FFF2-40B4-BE49-F238E27FC236}">
                <a16:creationId xmlns:a16="http://schemas.microsoft.com/office/drawing/2014/main" id="{700C0284-CCB0-475C-86F8-B65852F901D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311650" y="263961"/>
            <a:ext cx="518400" cy="5184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099F6C87-9256-4670-9675-238B1B11A2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0" y="694976"/>
            <a:ext cx="10018491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3EFB0F0D-9FA0-274F-C0B2-D019799B98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6154772"/>
            <a:ext cx="847090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0157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5CE7294C-1CF8-40AC-A014-30A11495977A}"/>
              </a:ext>
            </a:extLst>
          </p:cNvPr>
          <p:cNvSpPr/>
          <p:nvPr userDrawn="1"/>
        </p:nvSpPr>
        <p:spPr>
          <a:xfrm>
            <a:off x="361950" y="6370578"/>
            <a:ext cx="850833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13241FBC-E92E-4198-91DB-683B9C978B18}"/>
              </a:ext>
            </a:extLst>
          </p:cNvPr>
          <p:cNvSpPr/>
          <p:nvPr userDrawn="1"/>
        </p:nvSpPr>
        <p:spPr>
          <a:xfrm>
            <a:off x="0" y="0"/>
            <a:ext cx="12192000" cy="11325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B939F3-C9A3-44E4-89B3-04EA622B0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376363"/>
            <a:ext cx="11468100" cy="477677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0832A44F-DB9D-4391-AD08-64B3F11BE845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49A1577-3007-4B2C-AC06-294BF0928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1" y="263961"/>
            <a:ext cx="10653982" cy="411931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099F6C87-9256-4670-9675-238B1B11A2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0D09292-F0FB-4B3A-AF89-763649D03F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345A8430-5AE0-33D7-C30C-A6D92E2733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8469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3241FBC-E92E-4198-91DB-683B9C978B18}"/>
              </a:ext>
            </a:extLst>
          </p:cNvPr>
          <p:cNvSpPr/>
          <p:nvPr userDrawn="1"/>
        </p:nvSpPr>
        <p:spPr>
          <a:xfrm>
            <a:off x="0" y="0"/>
            <a:ext cx="12192000" cy="113259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B939F3-C9A3-44E4-89B3-04EA622B0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376363"/>
            <a:ext cx="11468100" cy="477677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0832A44F-DB9D-4391-AD08-64B3F11BE845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49A1577-3007-4B2C-AC06-294BF0928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1" y="263961"/>
            <a:ext cx="10653982" cy="411931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099F6C87-9256-4670-9675-238B1B11A2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1520396-435A-402B-9EBF-16627FA7C4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5FED708B-CA1F-C5DA-9D22-608E43982F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8245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3241FBC-E92E-4198-91DB-683B9C978B18}"/>
              </a:ext>
            </a:extLst>
          </p:cNvPr>
          <p:cNvSpPr/>
          <p:nvPr userDrawn="1"/>
        </p:nvSpPr>
        <p:spPr>
          <a:xfrm>
            <a:off x="0" y="0"/>
            <a:ext cx="12192000" cy="113259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B939F3-C9A3-44E4-89B3-04EA622B0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376363"/>
            <a:ext cx="11468100" cy="477677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0832A44F-DB9D-4391-AD08-64B3F11BE845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49A1577-3007-4B2C-AC06-294BF0928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1" y="263961"/>
            <a:ext cx="10653982" cy="411931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099F6C87-9256-4670-9675-238B1B11A2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014699A-471F-4953-A97B-3114803C79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F4AC2740-E655-33E7-8028-836F3211A5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000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3241FBC-E92E-4198-91DB-683B9C978B18}"/>
              </a:ext>
            </a:extLst>
          </p:cNvPr>
          <p:cNvSpPr/>
          <p:nvPr userDrawn="1"/>
        </p:nvSpPr>
        <p:spPr>
          <a:xfrm>
            <a:off x="0" y="0"/>
            <a:ext cx="12192000" cy="1132596"/>
          </a:xfrm>
          <a:prstGeom prst="rect">
            <a:avLst/>
          </a:prstGeom>
          <a:solidFill>
            <a:srgbClr val="1971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B939F3-C9A3-44E4-89B3-04EA622B0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376363"/>
            <a:ext cx="11468100" cy="477677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0832A44F-DB9D-4391-AD08-64B3F11BE845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49A1577-3007-4B2C-AC06-294BF0928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1" y="263961"/>
            <a:ext cx="10653982" cy="411931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099F6C87-9256-4670-9675-238B1B11A2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F3DDEC-3136-4ED1-9486-0A07DF906B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33110927-CE72-C1C8-7E4D-91F2AFBA539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7663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3241FBC-E92E-4198-91DB-683B9C978B18}"/>
              </a:ext>
            </a:extLst>
          </p:cNvPr>
          <p:cNvSpPr/>
          <p:nvPr userDrawn="1"/>
        </p:nvSpPr>
        <p:spPr>
          <a:xfrm>
            <a:off x="0" y="0"/>
            <a:ext cx="12192000" cy="113259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B939F3-C9A3-44E4-89B3-04EA622B0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376363"/>
            <a:ext cx="11468100" cy="477677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0832A44F-DB9D-4391-AD08-64B3F11BE845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49A1577-3007-4B2C-AC06-294BF0928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1" y="263961"/>
            <a:ext cx="10653982" cy="411931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099F6C87-9256-4670-9675-238B1B11A2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FA0E33C-52D5-4E4C-BE1B-658CCC8CFB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4D31C73C-1732-C860-C997-BFC935CD930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704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3241FBC-E92E-4198-91DB-683B9C978B18}"/>
              </a:ext>
            </a:extLst>
          </p:cNvPr>
          <p:cNvSpPr/>
          <p:nvPr userDrawn="1"/>
        </p:nvSpPr>
        <p:spPr>
          <a:xfrm>
            <a:off x="0" y="0"/>
            <a:ext cx="12192000" cy="113259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B939F3-C9A3-44E4-89B3-04EA622B0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376363"/>
            <a:ext cx="11468100" cy="477677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0832A44F-DB9D-4391-AD08-64B3F11BE845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49A1577-3007-4B2C-AC06-294BF0928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1" y="263961"/>
            <a:ext cx="10653982" cy="411931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099F6C87-9256-4670-9675-238B1B11A2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DDD97AF-AB37-44E9-874C-3E328D2DAD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4E090DEA-33D2-0B72-BDF0-69793878F5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3810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3241FBC-E92E-4198-91DB-683B9C978B18}"/>
              </a:ext>
            </a:extLst>
          </p:cNvPr>
          <p:cNvSpPr/>
          <p:nvPr userDrawn="1"/>
        </p:nvSpPr>
        <p:spPr>
          <a:xfrm>
            <a:off x="0" y="0"/>
            <a:ext cx="12192000" cy="11325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B939F3-C9A3-44E4-89B3-04EA622B0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376363"/>
            <a:ext cx="11468100" cy="477677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0832A44F-DB9D-4391-AD08-64B3F11BE845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49A1577-3007-4B2C-AC06-294BF0928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1" y="263961"/>
            <a:ext cx="10653982" cy="411931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099F6C87-9256-4670-9675-238B1B11A2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5428E76-FB8F-456D-8B57-D8CF18E153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1A90F1E3-5147-BA3C-DB5B-21ECE437A11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5482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3241FBC-E92E-4198-91DB-683B9C978B18}"/>
              </a:ext>
            </a:extLst>
          </p:cNvPr>
          <p:cNvSpPr/>
          <p:nvPr userDrawn="1"/>
        </p:nvSpPr>
        <p:spPr>
          <a:xfrm>
            <a:off x="0" y="0"/>
            <a:ext cx="12192000" cy="1132596"/>
          </a:xfrm>
          <a:prstGeom prst="rect">
            <a:avLst/>
          </a:prstGeom>
          <a:solidFill>
            <a:srgbClr val="8BBF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B939F3-C9A3-44E4-89B3-04EA622B0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376363"/>
            <a:ext cx="11468100" cy="477677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0832A44F-DB9D-4391-AD08-64B3F11BE845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49A1577-3007-4B2C-AC06-294BF0928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1" y="263961"/>
            <a:ext cx="10653982" cy="411931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099F6C87-9256-4670-9675-238B1B11A2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2BDC98CC-426D-475A-8004-A93AB81E16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B83FBD96-7801-A89D-C062-64D3598F03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1393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D07B4593-C0AE-42FE-AE7D-AECA8FD6FF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021EE199-365F-4250-B7F2-91C59C9C3A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9" name="Textplatzhalter 8">
            <a:extLst>
              <a:ext uri="{FF2B5EF4-FFF2-40B4-BE49-F238E27FC236}">
                <a16:creationId xmlns:a16="http://schemas.microsoft.com/office/drawing/2014/main" id="{D63E63A5-AA8A-429E-B59D-A01A72121C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82B40AAE-1C86-4FAF-A0DC-6453875A4A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717E28C1-A450-4276-A12C-A3B43FBF5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83337CF-BADD-4ABE-9B01-68D8744F9A0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61950" y="1376363"/>
            <a:ext cx="5616575" cy="4786312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1" name="Textplatzhalter 4">
            <a:extLst>
              <a:ext uri="{FF2B5EF4-FFF2-40B4-BE49-F238E27FC236}">
                <a16:creationId xmlns:a16="http://schemas.microsoft.com/office/drawing/2014/main" id="{BBAF4473-713F-4FBF-8AA2-1762272D851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210837" y="1376363"/>
            <a:ext cx="5616575" cy="4786312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DDD45F84-0A00-A063-EA7E-41CECD19C48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6154772"/>
            <a:ext cx="847090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2227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boxen bu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1211E5DD-46CD-42EE-93D0-3CA5C2C949A2}"/>
              </a:ext>
            </a:extLst>
          </p:cNvPr>
          <p:cNvSpPr/>
          <p:nvPr userDrawn="1"/>
        </p:nvSpPr>
        <p:spPr>
          <a:xfrm>
            <a:off x="373380" y="6355081"/>
            <a:ext cx="918210" cy="4096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24180EB1-DEC0-480B-8D8B-87A02A71D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18E76D78-0AD1-4B10-A76B-C8CC570F6B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" hasCustomPrompt="1"/>
          </p:nvPr>
        </p:nvSpPr>
        <p:spPr bwMode="gray">
          <a:xfrm>
            <a:off x="361950" y="1376363"/>
            <a:ext cx="5544000" cy="576000"/>
          </a:xfrm>
          <a:solidFill>
            <a:srgbClr val="FFD162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361949" y="1951048"/>
            <a:ext cx="5544000" cy="4079270"/>
          </a:xfrm>
          <a:solidFill>
            <a:srgbClr val="FFD162"/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8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8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bg2"/>
                </a:solidFill>
              </a:defRPr>
            </a:lvl3pPr>
            <a:lvl4pPr>
              <a:buClr>
                <a:schemeClr val="bg1"/>
              </a:buClr>
              <a:defRPr sz="1800">
                <a:solidFill>
                  <a:schemeClr val="bg2"/>
                </a:solidFill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5" name="Text 2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6286050" y="1376363"/>
            <a:ext cx="5544000" cy="576000"/>
          </a:xfrm>
          <a:solidFill>
            <a:srgbClr val="FFD162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6" name="Inhalt 2"/>
          <p:cNvSpPr>
            <a:spLocks noGrp="1"/>
          </p:cNvSpPr>
          <p:nvPr>
            <p:ph sz="quarter" idx="4"/>
          </p:nvPr>
        </p:nvSpPr>
        <p:spPr bwMode="gray">
          <a:xfrm>
            <a:off x="6286050" y="1951047"/>
            <a:ext cx="5544000" cy="4094153"/>
          </a:xfrm>
          <a:solidFill>
            <a:srgbClr val="FFD162"/>
          </a:solidFill>
        </p:spPr>
        <p:txBody>
          <a:bodyPr lIns="252000" tIns="252000" rIns="252000" bIns="252000">
            <a:norm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936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29B8138-E5DD-46B6-B9A4-AF18C44167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54F0B93-C268-47E0-AF31-7736AC8CD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9" name="Inhaltsplatzhalter 4">
            <a:extLst>
              <a:ext uri="{FF2B5EF4-FFF2-40B4-BE49-F238E27FC236}">
                <a16:creationId xmlns:a16="http://schemas.microsoft.com/office/drawing/2014/main" id="{B1536DE2-8B0F-5E93-B39C-6B78FF4A381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395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boxen bu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1211E5DD-46CD-42EE-93D0-3CA5C2C949A2}"/>
              </a:ext>
            </a:extLst>
          </p:cNvPr>
          <p:cNvSpPr/>
          <p:nvPr userDrawn="1"/>
        </p:nvSpPr>
        <p:spPr>
          <a:xfrm>
            <a:off x="373380" y="6355081"/>
            <a:ext cx="918210" cy="4096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24180EB1-DEC0-480B-8D8B-87A02A71D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18E76D78-0AD1-4B10-A76B-C8CC570F6B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" hasCustomPrompt="1"/>
          </p:nvPr>
        </p:nvSpPr>
        <p:spPr bwMode="gray">
          <a:xfrm>
            <a:off x="361950" y="1376363"/>
            <a:ext cx="5544000" cy="576000"/>
          </a:xfrm>
          <a:solidFill>
            <a:srgbClr val="F67F44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361949" y="1951047"/>
            <a:ext cx="5544000" cy="4041309"/>
          </a:xfrm>
          <a:solidFill>
            <a:srgbClr val="F67F44"/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8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8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bg2"/>
                </a:solidFill>
              </a:defRPr>
            </a:lvl3pPr>
            <a:lvl4pPr>
              <a:buClr>
                <a:schemeClr val="bg1"/>
              </a:buClr>
              <a:defRPr sz="1800">
                <a:solidFill>
                  <a:schemeClr val="bg2"/>
                </a:solidFill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5" name="Text 2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6286050" y="1376363"/>
            <a:ext cx="5544000" cy="576000"/>
          </a:xfrm>
          <a:solidFill>
            <a:srgbClr val="F67F44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6" name="Inhalt 2"/>
          <p:cNvSpPr>
            <a:spLocks noGrp="1"/>
          </p:cNvSpPr>
          <p:nvPr>
            <p:ph sz="quarter" idx="4"/>
          </p:nvPr>
        </p:nvSpPr>
        <p:spPr bwMode="gray">
          <a:xfrm>
            <a:off x="6286050" y="1951047"/>
            <a:ext cx="5544000" cy="4056053"/>
          </a:xfrm>
          <a:solidFill>
            <a:srgbClr val="F67F44"/>
          </a:solidFill>
        </p:spPr>
        <p:txBody>
          <a:bodyPr lIns="252000" tIns="252000" rIns="252000" bIns="252000">
            <a:norm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936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29B8138-E5DD-46B6-B9A4-AF18C44167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54F0B93-C268-47E0-AF31-7736AC8CD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2" name="Inhaltsplatzhalter 4">
            <a:extLst>
              <a:ext uri="{FF2B5EF4-FFF2-40B4-BE49-F238E27FC236}">
                <a16:creationId xmlns:a16="http://schemas.microsoft.com/office/drawing/2014/main" id="{D9B38536-2708-C486-F7CC-0358C7EE6E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61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boxen bunt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1211E5DD-46CD-42EE-93D0-3CA5C2C949A2}"/>
              </a:ext>
            </a:extLst>
          </p:cNvPr>
          <p:cNvSpPr/>
          <p:nvPr userDrawn="1"/>
        </p:nvSpPr>
        <p:spPr>
          <a:xfrm>
            <a:off x="373380" y="6355081"/>
            <a:ext cx="918210" cy="40968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24180EB1-DEC0-480B-8D8B-87A02A71D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18E76D78-0AD1-4B10-A76B-C8CC570F6B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" hasCustomPrompt="1"/>
          </p:nvPr>
        </p:nvSpPr>
        <p:spPr bwMode="gray">
          <a:xfrm>
            <a:off x="361950" y="1376363"/>
            <a:ext cx="5544000" cy="576000"/>
          </a:xfrm>
          <a:solidFill>
            <a:srgbClr val="EC4E86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361949" y="1951048"/>
            <a:ext cx="5544000" cy="4053962"/>
          </a:xfrm>
          <a:solidFill>
            <a:srgbClr val="EC4E86"/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8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8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bg2"/>
                </a:solidFill>
              </a:defRPr>
            </a:lvl3pPr>
            <a:lvl4pPr>
              <a:buClr>
                <a:schemeClr val="bg1"/>
              </a:buClr>
              <a:defRPr sz="1800">
                <a:solidFill>
                  <a:schemeClr val="bg2"/>
                </a:solidFill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5" name="Text 2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6286050" y="1376363"/>
            <a:ext cx="5544000" cy="576000"/>
          </a:xfrm>
          <a:solidFill>
            <a:srgbClr val="EC4E86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6" name="Inhalt 2"/>
          <p:cNvSpPr>
            <a:spLocks noGrp="1"/>
          </p:cNvSpPr>
          <p:nvPr>
            <p:ph sz="quarter" idx="4"/>
          </p:nvPr>
        </p:nvSpPr>
        <p:spPr bwMode="gray">
          <a:xfrm>
            <a:off x="6286050" y="1951047"/>
            <a:ext cx="5544000" cy="4068753"/>
          </a:xfrm>
          <a:solidFill>
            <a:srgbClr val="EC4E86"/>
          </a:solidFill>
        </p:spPr>
        <p:txBody>
          <a:bodyPr lIns="252000" tIns="252000" rIns="252000" bIns="252000">
            <a:norm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936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29B8138-E5DD-46B6-B9A4-AF18C44167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54F0B93-C268-47E0-AF31-7736AC8CD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2" name="Inhaltsplatzhalter 4">
            <a:extLst>
              <a:ext uri="{FF2B5EF4-FFF2-40B4-BE49-F238E27FC236}">
                <a16:creationId xmlns:a16="http://schemas.microsoft.com/office/drawing/2014/main" id="{C4D8226E-428A-46B2-94C8-8E52F59C3C3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727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boxen bunt 4">
    <p:bg>
      <p:bgPr>
        <a:solidFill>
          <a:srgbClr val="1971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1211E5DD-46CD-42EE-93D0-3CA5C2C949A2}"/>
              </a:ext>
            </a:extLst>
          </p:cNvPr>
          <p:cNvSpPr/>
          <p:nvPr userDrawn="1"/>
        </p:nvSpPr>
        <p:spPr>
          <a:xfrm>
            <a:off x="373380" y="6355081"/>
            <a:ext cx="918210" cy="409686"/>
          </a:xfrm>
          <a:prstGeom prst="rect">
            <a:avLst/>
          </a:prstGeom>
          <a:solidFill>
            <a:srgbClr val="1971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24180EB1-DEC0-480B-8D8B-87A02A71D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18E76D78-0AD1-4B10-A76B-C8CC570F6B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" hasCustomPrompt="1"/>
          </p:nvPr>
        </p:nvSpPr>
        <p:spPr bwMode="gray">
          <a:xfrm>
            <a:off x="361950" y="1376363"/>
            <a:ext cx="5544000" cy="576000"/>
          </a:xfrm>
          <a:solidFill>
            <a:srgbClr val="268DE2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361949" y="1951048"/>
            <a:ext cx="5544000" cy="4079270"/>
          </a:xfrm>
          <a:solidFill>
            <a:srgbClr val="268DE2"/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8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8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bg2"/>
                </a:solidFill>
              </a:defRPr>
            </a:lvl3pPr>
            <a:lvl4pPr>
              <a:buClr>
                <a:schemeClr val="bg1"/>
              </a:buClr>
              <a:defRPr sz="1800">
                <a:solidFill>
                  <a:schemeClr val="bg2"/>
                </a:solidFill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5" name="Text 2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6286050" y="1376363"/>
            <a:ext cx="5544000" cy="576000"/>
          </a:xfrm>
          <a:solidFill>
            <a:srgbClr val="268DE2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6" name="Inhalt 2"/>
          <p:cNvSpPr>
            <a:spLocks noGrp="1"/>
          </p:cNvSpPr>
          <p:nvPr>
            <p:ph sz="quarter" idx="4"/>
          </p:nvPr>
        </p:nvSpPr>
        <p:spPr bwMode="gray">
          <a:xfrm>
            <a:off x="6286050" y="1951047"/>
            <a:ext cx="5544000" cy="4094153"/>
          </a:xfrm>
          <a:solidFill>
            <a:srgbClr val="268DE2"/>
          </a:solidFill>
        </p:spPr>
        <p:txBody>
          <a:bodyPr lIns="252000" tIns="252000" rIns="252000" bIns="252000">
            <a:norm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936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29B8138-E5DD-46B6-B9A4-AF18C44167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54F0B93-C268-47E0-AF31-7736AC8CD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2" name="Inhaltsplatzhalter 4">
            <a:extLst>
              <a:ext uri="{FF2B5EF4-FFF2-40B4-BE49-F238E27FC236}">
                <a16:creationId xmlns:a16="http://schemas.microsoft.com/office/drawing/2014/main" id="{6B882CBE-6814-4AC0-4F0E-A6E012EF452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564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boxen bunt 5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1211E5DD-46CD-42EE-93D0-3CA5C2C949A2}"/>
              </a:ext>
            </a:extLst>
          </p:cNvPr>
          <p:cNvSpPr/>
          <p:nvPr userDrawn="1"/>
        </p:nvSpPr>
        <p:spPr>
          <a:xfrm>
            <a:off x="373380" y="6355081"/>
            <a:ext cx="918210" cy="40968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24180EB1-DEC0-480B-8D8B-87A02A71D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18E76D78-0AD1-4B10-A76B-C8CC570F6B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" hasCustomPrompt="1"/>
          </p:nvPr>
        </p:nvSpPr>
        <p:spPr bwMode="gray">
          <a:xfrm>
            <a:off x="361950" y="1376363"/>
            <a:ext cx="5544000" cy="576000"/>
          </a:xfrm>
          <a:solidFill>
            <a:srgbClr val="50B8E2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361949" y="1951048"/>
            <a:ext cx="5544000" cy="4091924"/>
          </a:xfrm>
          <a:solidFill>
            <a:srgbClr val="50B8E2"/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8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8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bg2"/>
                </a:solidFill>
              </a:defRPr>
            </a:lvl3pPr>
            <a:lvl4pPr>
              <a:buClr>
                <a:schemeClr val="bg1"/>
              </a:buClr>
              <a:defRPr sz="1800">
                <a:solidFill>
                  <a:schemeClr val="bg2"/>
                </a:solidFill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5" name="Text 2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6286050" y="1376363"/>
            <a:ext cx="5544000" cy="576000"/>
          </a:xfrm>
          <a:solidFill>
            <a:srgbClr val="50B8E2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6" name="Inhalt 2"/>
          <p:cNvSpPr>
            <a:spLocks noGrp="1"/>
          </p:cNvSpPr>
          <p:nvPr>
            <p:ph sz="quarter" idx="4"/>
          </p:nvPr>
        </p:nvSpPr>
        <p:spPr bwMode="gray">
          <a:xfrm>
            <a:off x="6286050" y="1951047"/>
            <a:ext cx="5544000" cy="4106853"/>
          </a:xfrm>
          <a:solidFill>
            <a:srgbClr val="50B8E2"/>
          </a:solidFill>
        </p:spPr>
        <p:txBody>
          <a:bodyPr lIns="252000" tIns="252000" rIns="252000" bIns="252000">
            <a:norm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936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29B8138-E5DD-46B6-B9A4-AF18C44167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54F0B93-C268-47E0-AF31-7736AC8CD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2" name="Inhaltsplatzhalter 4">
            <a:extLst>
              <a:ext uri="{FF2B5EF4-FFF2-40B4-BE49-F238E27FC236}">
                <a16:creationId xmlns:a16="http://schemas.microsoft.com/office/drawing/2014/main" id="{1362D4F3-534A-CE8A-CA16-83CADB46A4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32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boxen bunt 6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1211E5DD-46CD-42EE-93D0-3CA5C2C949A2}"/>
              </a:ext>
            </a:extLst>
          </p:cNvPr>
          <p:cNvSpPr/>
          <p:nvPr userDrawn="1"/>
        </p:nvSpPr>
        <p:spPr>
          <a:xfrm>
            <a:off x="373380" y="6355081"/>
            <a:ext cx="918210" cy="4096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24180EB1-DEC0-480B-8D8B-87A02A71D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18E76D78-0AD1-4B10-A76B-C8CC570F6B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" hasCustomPrompt="1"/>
          </p:nvPr>
        </p:nvSpPr>
        <p:spPr bwMode="gray">
          <a:xfrm>
            <a:off x="361950" y="1376363"/>
            <a:ext cx="5544000" cy="576000"/>
          </a:xfrm>
          <a:solidFill>
            <a:srgbClr val="40C2BC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361949" y="1951048"/>
            <a:ext cx="5544000" cy="4079270"/>
          </a:xfrm>
          <a:solidFill>
            <a:srgbClr val="40C2BC"/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8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8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bg2"/>
                </a:solidFill>
              </a:defRPr>
            </a:lvl3pPr>
            <a:lvl4pPr>
              <a:buClr>
                <a:schemeClr val="bg1"/>
              </a:buClr>
              <a:defRPr sz="1800">
                <a:solidFill>
                  <a:schemeClr val="bg2"/>
                </a:solidFill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5" name="Text 2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6286050" y="1376363"/>
            <a:ext cx="5544000" cy="576000"/>
          </a:xfrm>
          <a:solidFill>
            <a:srgbClr val="40C2BC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6" name="Inhalt 2"/>
          <p:cNvSpPr>
            <a:spLocks noGrp="1"/>
          </p:cNvSpPr>
          <p:nvPr>
            <p:ph sz="quarter" idx="4"/>
          </p:nvPr>
        </p:nvSpPr>
        <p:spPr bwMode="gray">
          <a:xfrm>
            <a:off x="6286050" y="1951047"/>
            <a:ext cx="5544000" cy="4094153"/>
          </a:xfrm>
          <a:solidFill>
            <a:srgbClr val="40C2BC"/>
          </a:solidFill>
        </p:spPr>
        <p:txBody>
          <a:bodyPr lIns="252000" tIns="252000" rIns="252000" bIns="252000">
            <a:norm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936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29B8138-E5DD-46B6-B9A4-AF18C44167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54F0B93-C268-47E0-AF31-7736AC8CD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2" name="Inhaltsplatzhalter 4">
            <a:extLst>
              <a:ext uri="{FF2B5EF4-FFF2-40B4-BE49-F238E27FC236}">
                <a16:creationId xmlns:a16="http://schemas.microsoft.com/office/drawing/2014/main" id="{4B4BB8BD-DB42-5E9E-E4ED-F1170E09133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313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boxen bunt 7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1211E5DD-46CD-42EE-93D0-3CA5C2C949A2}"/>
              </a:ext>
            </a:extLst>
          </p:cNvPr>
          <p:cNvSpPr/>
          <p:nvPr userDrawn="1"/>
        </p:nvSpPr>
        <p:spPr>
          <a:xfrm>
            <a:off x="373380" y="6355081"/>
            <a:ext cx="918210" cy="40968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24180EB1-DEC0-480B-8D8B-87A02A71D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18E76D78-0AD1-4B10-A76B-C8CC570F6B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" hasCustomPrompt="1"/>
          </p:nvPr>
        </p:nvSpPr>
        <p:spPr bwMode="gray">
          <a:xfrm>
            <a:off x="361950" y="1376363"/>
            <a:ext cx="5544000" cy="576000"/>
          </a:xfrm>
          <a:solidFill>
            <a:srgbClr val="00C057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361949" y="1951048"/>
            <a:ext cx="5544000" cy="4066616"/>
          </a:xfrm>
          <a:solidFill>
            <a:srgbClr val="00C057"/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8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8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bg2"/>
                </a:solidFill>
              </a:defRPr>
            </a:lvl3pPr>
            <a:lvl4pPr>
              <a:buClr>
                <a:schemeClr val="bg1"/>
              </a:buClr>
              <a:defRPr sz="1800">
                <a:solidFill>
                  <a:schemeClr val="bg2"/>
                </a:solidFill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5" name="Text 2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6286050" y="1376363"/>
            <a:ext cx="5544000" cy="576000"/>
          </a:xfrm>
          <a:solidFill>
            <a:srgbClr val="00C057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6" name="Inhalt 2"/>
          <p:cNvSpPr>
            <a:spLocks noGrp="1"/>
          </p:cNvSpPr>
          <p:nvPr>
            <p:ph sz="quarter" idx="4"/>
          </p:nvPr>
        </p:nvSpPr>
        <p:spPr bwMode="gray">
          <a:xfrm>
            <a:off x="6286050" y="1951047"/>
            <a:ext cx="5544000" cy="4081453"/>
          </a:xfrm>
          <a:solidFill>
            <a:srgbClr val="00C057"/>
          </a:solidFill>
        </p:spPr>
        <p:txBody>
          <a:bodyPr lIns="252000" tIns="252000" rIns="252000" bIns="252000">
            <a:norm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936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29B8138-E5DD-46B6-B9A4-AF18C44167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54F0B93-C268-47E0-AF31-7736AC8CD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2" name="Inhaltsplatzhalter 4">
            <a:extLst>
              <a:ext uri="{FF2B5EF4-FFF2-40B4-BE49-F238E27FC236}">
                <a16:creationId xmlns:a16="http://schemas.microsoft.com/office/drawing/2014/main" id="{D45473AE-4308-6AC1-3703-D6E80BB9EB1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658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boxen bunt 8">
    <p:bg>
      <p:bgPr>
        <a:solidFill>
          <a:srgbClr val="8BBF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1211E5DD-46CD-42EE-93D0-3CA5C2C949A2}"/>
              </a:ext>
            </a:extLst>
          </p:cNvPr>
          <p:cNvSpPr/>
          <p:nvPr userDrawn="1"/>
        </p:nvSpPr>
        <p:spPr>
          <a:xfrm>
            <a:off x="373380" y="6355081"/>
            <a:ext cx="918210" cy="409686"/>
          </a:xfrm>
          <a:prstGeom prst="rect">
            <a:avLst/>
          </a:prstGeom>
          <a:solidFill>
            <a:srgbClr val="8BBF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24180EB1-DEC0-480B-8D8B-87A02A71D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18E76D78-0AD1-4B10-A76B-C8CC570F6B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" hasCustomPrompt="1"/>
          </p:nvPr>
        </p:nvSpPr>
        <p:spPr bwMode="gray">
          <a:xfrm>
            <a:off x="361950" y="1376363"/>
            <a:ext cx="5544000" cy="576000"/>
          </a:xfrm>
          <a:solidFill>
            <a:srgbClr val="A0D565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361949" y="1951048"/>
            <a:ext cx="5544000" cy="4053962"/>
          </a:xfrm>
          <a:solidFill>
            <a:srgbClr val="A0D565"/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8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8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bg2"/>
                </a:solidFill>
              </a:defRPr>
            </a:lvl3pPr>
            <a:lvl4pPr>
              <a:buClr>
                <a:schemeClr val="bg1"/>
              </a:buClr>
              <a:defRPr sz="1800">
                <a:solidFill>
                  <a:schemeClr val="bg2"/>
                </a:solidFill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5" name="Text 2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6286050" y="1376363"/>
            <a:ext cx="5544000" cy="576000"/>
          </a:xfrm>
          <a:solidFill>
            <a:srgbClr val="A0D565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6" name="Inhalt 2"/>
          <p:cNvSpPr>
            <a:spLocks noGrp="1"/>
          </p:cNvSpPr>
          <p:nvPr>
            <p:ph sz="quarter" idx="4"/>
          </p:nvPr>
        </p:nvSpPr>
        <p:spPr bwMode="gray">
          <a:xfrm>
            <a:off x="6286050" y="1951047"/>
            <a:ext cx="5544000" cy="4068753"/>
          </a:xfrm>
          <a:solidFill>
            <a:srgbClr val="A0D565"/>
          </a:solidFill>
        </p:spPr>
        <p:txBody>
          <a:bodyPr lIns="252000" tIns="252000" rIns="252000" bIns="252000">
            <a:norm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936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29B8138-E5DD-46B6-B9A4-AF18C44167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54F0B93-C268-47E0-AF31-7736AC8CD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2" name="Inhaltsplatzhalter 4">
            <a:extLst>
              <a:ext uri="{FF2B5EF4-FFF2-40B4-BE49-F238E27FC236}">
                <a16:creationId xmlns:a16="http://schemas.microsoft.com/office/drawing/2014/main" id="{3B764FF1-4740-BD4B-1260-87A993762E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166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boxe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E2F91D99-856D-4956-A4A4-09902B7131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</a:t>
            </a:r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24180EB1-DEC0-480B-8D8B-87A02A71D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18E76D78-0AD1-4B10-A76B-C8CC570F6B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" hasCustomPrompt="1"/>
          </p:nvPr>
        </p:nvSpPr>
        <p:spPr bwMode="gray">
          <a:xfrm>
            <a:off x="361950" y="1376363"/>
            <a:ext cx="5544000" cy="576000"/>
          </a:xfrm>
          <a:solidFill>
            <a:srgbClr val="BBB323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361949" y="1951048"/>
            <a:ext cx="5544000" cy="4094652"/>
          </a:xfrm>
          <a:solidFill>
            <a:srgbClr val="BBB323">
              <a:alpha val="75000"/>
            </a:srgb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8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8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bg2"/>
                </a:solidFill>
              </a:defRPr>
            </a:lvl3pPr>
            <a:lvl4pPr>
              <a:buClr>
                <a:schemeClr val="bg1"/>
              </a:buClr>
              <a:defRPr sz="1800">
                <a:solidFill>
                  <a:schemeClr val="bg2"/>
                </a:solidFill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5" name="Text 2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6286050" y="1376363"/>
            <a:ext cx="5544000" cy="576000"/>
          </a:xfrm>
          <a:solidFill>
            <a:srgbClr val="F8485E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6" name="Inhalt 2"/>
          <p:cNvSpPr>
            <a:spLocks noGrp="1"/>
          </p:cNvSpPr>
          <p:nvPr>
            <p:ph sz="quarter" idx="4"/>
          </p:nvPr>
        </p:nvSpPr>
        <p:spPr bwMode="gray">
          <a:xfrm>
            <a:off x="6286050" y="1951047"/>
            <a:ext cx="5544000" cy="4109591"/>
          </a:xfrm>
          <a:solidFill>
            <a:srgbClr val="F8485E">
              <a:alpha val="75000"/>
            </a:srgbClr>
          </a:solidFill>
        </p:spPr>
        <p:txBody>
          <a:bodyPr lIns="252000" tIns="252000" rIns="252000" bIns="252000">
            <a:norm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936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29B8138-E5DD-46B6-B9A4-AF18C44167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54F0B93-C268-47E0-AF31-7736AC8CD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7" name="Inhaltsplatzhalter 4">
            <a:extLst>
              <a:ext uri="{FF2B5EF4-FFF2-40B4-BE49-F238E27FC236}">
                <a16:creationId xmlns:a16="http://schemas.microsoft.com/office/drawing/2014/main" id="{92613733-2139-AFA8-271F-E5EAB86749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6154772"/>
            <a:ext cx="847090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909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box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E2F91D99-856D-4956-A4A4-09902B7131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</a:t>
            </a:r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24180EB1-DEC0-480B-8D8B-87A02A71D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18E76D78-0AD1-4B10-A76B-C8CC570F6B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" hasCustomPrompt="1"/>
          </p:nvPr>
        </p:nvSpPr>
        <p:spPr bwMode="gray">
          <a:xfrm>
            <a:off x="361950" y="1376363"/>
            <a:ext cx="5544000" cy="576000"/>
          </a:xfrm>
          <a:solidFill>
            <a:srgbClr val="8BBF40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361949" y="1951048"/>
            <a:ext cx="5544000" cy="4094652"/>
          </a:xfrm>
          <a:solidFill>
            <a:srgbClr val="8BBF40">
              <a:alpha val="75000"/>
            </a:srgb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8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8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bg2"/>
                </a:solidFill>
              </a:defRPr>
            </a:lvl3pPr>
            <a:lvl4pPr>
              <a:buClr>
                <a:schemeClr val="bg1"/>
              </a:buClr>
              <a:defRPr sz="1800">
                <a:solidFill>
                  <a:schemeClr val="bg2"/>
                </a:solidFill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5" name="Text 2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6286050" y="1376363"/>
            <a:ext cx="5544000" cy="576000"/>
          </a:xfrm>
          <a:solidFill>
            <a:schemeClr val="accent6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6" name="Inhalt 2"/>
          <p:cNvSpPr>
            <a:spLocks noGrp="1"/>
          </p:cNvSpPr>
          <p:nvPr>
            <p:ph sz="quarter" idx="4"/>
          </p:nvPr>
        </p:nvSpPr>
        <p:spPr bwMode="gray">
          <a:xfrm>
            <a:off x="6286050" y="1951047"/>
            <a:ext cx="5544000" cy="4109591"/>
          </a:xfrm>
          <a:solidFill>
            <a:schemeClr val="accent6">
              <a:alpha val="75000"/>
            </a:schemeClr>
          </a:solidFill>
        </p:spPr>
        <p:txBody>
          <a:bodyPr lIns="252000" tIns="252000" rIns="252000" bIns="252000">
            <a:norm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936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29B8138-E5DD-46B6-B9A4-AF18C44167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54F0B93-C268-47E0-AF31-7736AC8CD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7" name="Inhaltsplatzhalter 4">
            <a:extLst>
              <a:ext uri="{FF2B5EF4-FFF2-40B4-BE49-F238E27FC236}">
                <a16:creationId xmlns:a16="http://schemas.microsoft.com/office/drawing/2014/main" id="{94CA8C48-35EF-4EA4-0504-D4DB1B0ACA2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6154772"/>
            <a:ext cx="847090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579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boxe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E2F91D99-856D-4956-A4A4-09902B7131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</a:t>
            </a:r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24180EB1-DEC0-480B-8D8B-87A02A71D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18E76D78-0AD1-4B10-A76B-C8CC570F6B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" hasCustomPrompt="1"/>
          </p:nvPr>
        </p:nvSpPr>
        <p:spPr bwMode="gray">
          <a:xfrm>
            <a:off x="361950" y="1376363"/>
            <a:ext cx="5544000" cy="576000"/>
          </a:xfrm>
          <a:solidFill>
            <a:srgbClr val="ED2722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361949" y="1951048"/>
            <a:ext cx="5544000" cy="4094652"/>
          </a:xfrm>
          <a:solidFill>
            <a:srgbClr val="ED2722">
              <a:alpha val="75000"/>
            </a:srgb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8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8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bg2"/>
                </a:solidFill>
              </a:defRPr>
            </a:lvl3pPr>
            <a:lvl4pPr>
              <a:buClr>
                <a:schemeClr val="bg1"/>
              </a:buClr>
              <a:defRPr sz="1800">
                <a:solidFill>
                  <a:schemeClr val="bg2"/>
                </a:solidFill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5" name="Text 2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6286050" y="1376363"/>
            <a:ext cx="5544000" cy="576000"/>
          </a:xfrm>
          <a:solidFill>
            <a:srgbClr val="6D0E4C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6" name="Inhalt 2"/>
          <p:cNvSpPr>
            <a:spLocks noGrp="1"/>
          </p:cNvSpPr>
          <p:nvPr>
            <p:ph sz="quarter" idx="4"/>
          </p:nvPr>
        </p:nvSpPr>
        <p:spPr bwMode="gray">
          <a:xfrm>
            <a:off x="6286050" y="1951047"/>
            <a:ext cx="5544000" cy="4109591"/>
          </a:xfrm>
          <a:solidFill>
            <a:srgbClr val="6D0E4C">
              <a:alpha val="75000"/>
            </a:srgbClr>
          </a:solidFill>
        </p:spPr>
        <p:txBody>
          <a:bodyPr lIns="252000" tIns="252000" rIns="252000" bIns="252000">
            <a:norm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936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29B8138-E5DD-46B6-B9A4-AF18C44167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54F0B93-C268-47E0-AF31-7736AC8CD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7" name="Inhaltsplatzhalter 4">
            <a:extLst>
              <a:ext uri="{FF2B5EF4-FFF2-40B4-BE49-F238E27FC236}">
                <a16:creationId xmlns:a16="http://schemas.microsoft.com/office/drawing/2014/main" id="{491C69E4-01A2-ADB0-6A02-4602B34D7E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6154772"/>
            <a:ext cx="847090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48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Textboxe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5E6635EE-CD4B-42CA-BD02-664AF235D5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</a:t>
            </a:r>
          </a:p>
        </p:txBody>
      </p:sp>
      <p:sp>
        <p:nvSpPr>
          <p:cNvPr id="43" name="Text 1"/>
          <p:cNvSpPr>
            <a:spLocks noGrp="1"/>
          </p:cNvSpPr>
          <p:nvPr>
            <p:ph type="body" idx="24" hasCustomPrompt="1"/>
          </p:nvPr>
        </p:nvSpPr>
        <p:spPr bwMode="gray">
          <a:xfrm>
            <a:off x="361950" y="1635156"/>
            <a:ext cx="3607670" cy="1335600"/>
          </a:xfrm>
          <a:solidFill>
            <a:schemeClr val="accent2"/>
          </a:solidFill>
        </p:spPr>
        <p:txBody>
          <a:bodyPr lIns="252000" tIns="252000" rIns="252000" bIns="252000" anchor="t"/>
          <a:lstStyle>
            <a:lvl1pPr marL="0" indent="0">
              <a:buNone/>
              <a:defRPr sz="1600" b="1" cap="all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</a:t>
            </a:r>
          </a:p>
        </p:txBody>
      </p:sp>
      <p:sp>
        <p:nvSpPr>
          <p:cNvPr id="44" name="Inhalt 1"/>
          <p:cNvSpPr>
            <a:spLocks noGrp="1"/>
          </p:cNvSpPr>
          <p:nvPr>
            <p:ph sz="quarter" idx="25"/>
          </p:nvPr>
        </p:nvSpPr>
        <p:spPr bwMode="gray">
          <a:xfrm>
            <a:off x="3969620" y="1635156"/>
            <a:ext cx="7860430" cy="1335600"/>
          </a:xfrm>
          <a:solidFill>
            <a:schemeClr val="accent2">
              <a:alpha val="75000"/>
            </a:scheme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</p:txBody>
      </p:sp>
      <p:sp>
        <p:nvSpPr>
          <p:cNvPr id="41" name="Text 2"/>
          <p:cNvSpPr>
            <a:spLocks noGrp="1"/>
          </p:cNvSpPr>
          <p:nvPr>
            <p:ph type="body" idx="22" hasCustomPrompt="1"/>
          </p:nvPr>
        </p:nvSpPr>
        <p:spPr bwMode="gray">
          <a:xfrm>
            <a:off x="361950" y="3204222"/>
            <a:ext cx="3607670" cy="1335600"/>
          </a:xfrm>
          <a:solidFill>
            <a:schemeClr val="accent4"/>
          </a:solidFill>
        </p:spPr>
        <p:txBody>
          <a:bodyPr lIns="252000" tIns="252000" rIns="252000" bIns="252000" anchor="t"/>
          <a:lstStyle>
            <a:lvl1pPr marL="0" indent="0">
              <a:buNone/>
              <a:defRPr sz="1600" b="1" cap="all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</a:t>
            </a:r>
          </a:p>
        </p:txBody>
      </p:sp>
      <p:sp>
        <p:nvSpPr>
          <p:cNvPr id="42" name="Inhalt 2"/>
          <p:cNvSpPr>
            <a:spLocks noGrp="1"/>
          </p:cNvSpPr>
          <p:nvPr>
            <p:ph sz="quarter" idx="23"/>
          </p:nvPr>
        </p:nvSpPr>
        <p:spPr bwMode="gray">
          <a:xfrm>
            <a:off x="3969620" y="3204222"/>
            <a:ext cx="7860430" cy="1335600"/>
          </a:xfrm>
          <a:solidFill>
            <a:schemeClr val="accent4">
              <a:alpha val="75000"/>
            </a:scheme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</p:txBody>
      </p:sp>
      <p:sp>
        <p:nvSpPr>
          <p:cNvPr id="15" name="Text 3"/>
          <p:cNvSpPr>
            <a:spLocks noGrp="1"/>
          </p:cNvSpPr>
          <p:nvPr>
            <p:ph type="body" idx="18" hasCustomPrompt="1"/>
          </p:nvPr>
        </p:nvSpPr>
        <p:spPr bwMode="gray">
          <a:xfrm>
            <a:off x="361950" y="4773288"/>
            <a:ext cx="3607670" cy="1335600"/>
          </a:xfrm>
          <a:solidFill>
            <a:srgbClr val="8BBF40"/>
          </a:solidFill>
        </p:spPr>
        <p:txBody>
          <a:bodyPr lIns="252000" tIns="252000" rIns="252000" bIns="252000" anchor="t"/>
          <a:lstStyle>
            <a:lvl1pPr marL="0" indent="0">
              <a:buNone/>
              <a:defRPr sz="1600" b="1" cap="all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</a:t>
            </a:r>
          </a:p>
        </p:txBody>
      </p:sp>
      <p:sp>
        <p:nvSpPr>
          <p:cNvPr id="18" name="Inhalt 3"/>
          <p:cNvSpPr>
            <a:spLocks noGrp="1"/>
          </p:cNvSpPr>
          <p:nvPr>
            <p:ph sz="quarter" idx="21"/>
          </p:nvPr>
        </p:nvSpPr>
        <p:spPr bwMode="gray">
          <a:xfrm>
            <a:off x="3969620" y="4773288"/>
            <a:ext cx="7860430" cy="1335600"/>
          </a:xfrm>
          <a:solidFill>
            <a:srgbClr val="8BBF40">
              <a:alpha val="75000"/>
            </a:srgb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F98B17-71EE-4F54-BB8C-D24A0D3DE724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9" name="Textplatzhalter 8">
            <a:extLst>
              <a:ext uri="{FF2B5EF4-FFF2-40B4-BE49-F238E27FC236}">
                <a16:creationId xmlns:a16="http://schemas.microsoft.com/office/drawing/2014/main" id="{85015F86-6C06-4E48-9D7E-E3778272510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7C774E68-BFBC-449C-950F-A8C47E83FE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28D09EC-B396-4335-A953-D2F4657B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7AFB0444-D7A0-0C2B-9F2E-8E4751728F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6154772"/>
            <a:ext cx="847090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100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boxe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5E6635EE-CD4B-42CA-BD02-664AF235D5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</a:t>
            </a:r>
          </a:p>
        </p:txBody>
      </p:sp>
      <p:sp>
        <p:nvSpPr>
          <p:cNvPr id="43" name="Text 1"/>
          <p:cNvSpPr>
            <a:spLocks noGrp="1"/>
          </p:cNvSpPr>
          <p:nvPr>
            <p:ph type="body" idx="24" hasCustomPrompt="1"/>
          </p:nvPr>
        </p:nvSpPr>
        <p:spPr bwMode="gray">
          <a:xfrm>
            <a:off x="361950" y="1635156"/>
            <a:ext cx="3607670" cy="1335600"/>
          </a:xfrm>
          <a:solidFill>
            <a:srgbClr val="BBB323"/>
          </a:solidFill>
        </p:spPr>
        <p:txBody>
          <a:bodyPr lIns="252000" tIns="252000" rIns="252000" bIns="252000" anchor="t"/>
          <a:lstStyle>
            <a:lvl1pPr marL="0" indent="0">
              <a:buNone/>
              <a:defRPr sz="1600" b="1" cap="all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</a:t>
            </a:r>
          </a:p>
        </p:txBody>
      </p:sp>
      <p:sp>
        <p:nvSpPr>
          <p:cNvPr id="44" name="Inhalt 1"/>
          <p:cNvSpPr>
            <a:spLocks noGrp="1"/>
          </p:cNvSpPr>
          <p:nvPr>
            <p:ph sz="quarter" idx="25"/>
          </p:nvPr>
        </p:nvSpPr>
        <p:spPr bwMode="gray">
          <a:xfrm>
            <a:off x="3969620" y="1635156"/>
            <a:ext cx="7860430" cy="1335600"/>
          </a:xfrm>
          <a:solidFill>
            <a:srgbClr val="BBB323">
              <a:alpha val="75000"/>
            </a:srgb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</p:txBody>
      </p:sp>
      <p:sp>
        <p:nvSpPr>
          <p:cNvPr id="41" name="Text 2"/>
          <p:cNvSpPr>
            <a:spLocks noGrp="1"/>
          </p:cNvSpPr>
          <p:nvPr>
            <p:ph type="body" idx="22" hasCustomPrompt="1"/>
          </p:nvPr>
        </p:nvSpPr>
        <p:spPr bwMode="gray">
          <a:xfrm>
            <a:off x="361950" y="3204222"/>
            <a:ext cx="3607670" cy="1335600"/>
          </a:xfrm>
          <a:solidFill>
            <a:srgbClr val="6D0E4C"/>
          </a:solidFill>
        </p:spPr>
        <p:txBody>
          <a:bodyPr lIns="252000" tIns="252000" rIns="252000" bIns="252000" anchor="t"/>
          <a:lstStyle>
            <a:lvl1pPr marL="0" indent="0">
              <a:buNone/>
              <a:defRPr sz="1600" b="1" cap="all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</a:t>
            </a:r>
          </a:p>
        </p:txBody>
      </p:sp>
      <p:sp>
        <p:nvSpPr>
          <p:cNvPr id="42" name="Inhalt 2"/>
          <p:cNvSpPr>
            <a:spLocks noGrp="1"/>
          </p:cNvSpPr>
          <p:nvPr>
            <p:ph sz="quarter" idx="23"/>
          </p:nvPr>
        </p:nvSpPr>
        <p:spPr bwMode="gray">
          <a:xfrm>
            <a:off x="3969620" y="3204222"/>
            <a:ext cx="7860430" cy="1335600"/>
          </a:xfrm>
          <a:solidFill>
            <a:srgbClr val="6D0E4C">
              <a:alpha val="75000"/>
            </a:srgb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</p:txBody>
      </p:sp>
      <p:sp>
        <p:nvSpPr>
          <p:cNvPr id="15" name="Text 3"/>
          <p:cNvSpPr>
            <a:spLocks noGrp="1"/>
          </p:cNvSpPr>
          <p:nvPr>
            <p:ph type="body" idx="18" hasCustomPrompt="1"/>
          </p:nvPr>
        </p:nvSpPr>
        <p:spPr bwMode="gray">
          <a:xfrm>
            <a:off x="361950" y="4773288"/>
            <a:ext cx="3607670" cy="1335600"/>
          </a:xfrm>
          <a:solidFill>
            <a:srgbClr val="F8485E"/>
          </a:solidFill>
        </p:spPr>
        <p:txBody>
          <a:bodyPr lIns="252000" tIns="252000" rIns="252000" bIns="252000" anchor="t"/>
          <a:lstStyle>
            <a:lvl1pPr marL="0" indent="0">
              <a:buNone/>
              <a:defRPr sz="1600" b="1" cap="all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</a:t>
            </a:r>
          </a:p>
        </p:txBody>
      </p:sp>
      <p:sp>
        <p:nvSpPr>
          <p:cNvPr id="18" name="Inhalt 3"/>
          <p:cNvSpPr>
            <a:spLocks noGrp="1"/>
          </p:cNvSpPr>
          <p:nvPr>
            <p:ph sz="quarter" idx="21"/>
          </p:nvPr>
        </p:nvSpPr>
        <p:spPr bwMode="gray">
          <a:xfrm>
            <a:off x="3969620" y="4773288"/>
            <a:ext cx="7860430" cy="1335600"/>
          </a:xfrm>
          <a:solidFill>
            <a:srgbClr val="F8485E">
              <a:alpha val="75000"/>
            </a:srgb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F98B17-71EE-4F54-BB8C-D24A0D3DE724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9" name="Textplatzhalter 8">
            <a:extLst>
              <a:ext uri="{FF2B5EF4-FFF2-40B4-BE49-F238E27FC236}">
                <a16:creationId xmlns:a16="http://schemas.microsoft.com/office/drawing/2014/main" id="{85015F86-6C06-4E48-9D7E-E3778272510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7C774E68-BFBC-449C-950F-A8C47E83FE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28D09EC-B396-4335-A953-D2F4657B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912DF839-D983-CD41-CA1F-CB4F540E576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6154772"/>
            <a:ext cx="847090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78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box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5E6635EE-CD4B-42CA-BD02-664AF235D5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</a:t>
            </a:r>
          </a:p>
        </p:txBody>
      </p:sp>
      <p:sp>
        <p:nvSpPr>
          <p:cNvPr id="43" name="Text 1"/>
          <p:cNvSpPr>
            <a:spLocks noGrp="1"/>
          </p:cNvSpPr>
          <p:nvPr>
            <p:ph type="body" idx="24" hasCustomPrompt="1"/>
          </p:nvPr>
        </p:nvSpPr>
        <p:spPr bwMode="gray">
          <a:xfrm>
            <a:off x="361950" y="1635156"/>
            <a:ext cx="3607670" cy="1335600"/>
          </a:xfrm>
          <a:solidFill>
            <a:srgbClr val="8BBF40"/>
          </a:solidFill>
        </p:spPr>
        <p:txBody>
          <a:bodyPr lIns="252000" tIns="252000" rIns="252000" bIns="252000" anchor="t"/>
          <a:lstStyle>
            <a:lvl1pPr marL="0" indent="0">
              <a:buNone/>
              <a:defRPr sz="1600" b="1" cap="all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</a:t>
            </a:r>
          </a:p>
        </p:txBody>
      </p:sp>
      <p:sp>
        <p:nvSpPr>
          <p:cNvPr id="44" name="Inhalt 1"/>
          <p:cNvSpPr>
            <a:spLocks noGrp="1"/>
          </p:cNvSpPr>
          <p:nvPr>
            <p:ph sz="quarter" idx="25"/>
          </p:nvPr>
        </p:nvSpPr>
        <p:spPr bwMode="gray">
          <a:xfrm>
            <a:off x="3969620" y="1635156"/>
            <a:ext cx="7860430" cy="1335600"/>
          </a:xfrm>
          <a:solidFill>
            <a:srgbClr val="8BBF40">
              <a:alpha val="75000"/>
            </a:srgb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</p:txBody>
      </p:sp>
      <p:sp>
        <p:nvSpPr>
          <p:cNvPr id="41" name="Text 2"/>
          <p:cNvSpPr>
            <a:spLocks noGrp="1"/>
          </p:cNvSpPr>
          <p:nvPr>
            <p:ph type="body" idx="22" hasCustomPrompt="1"/>
          </p:nvPr>
        </p:nvSpPr>
        <p:spPr bwMode="gray">
          <a:xfrm>
            <a:off x="361950" y="3204222"/>
            <a:ext cx="3607670" cy="1335600"/>
          </a:xfrm>
          <a:solidFill>
            <a:schemeClr val="accent6"/>
          </a:solidFill>
        </p:spPr>
        <p:txBody>
          <a:bodyPr lIns="252000" tIns="252000" rIns="252000" bIns="252000" anchor="t"/>
          <a:lstStyle>
            <a:lvl1pPr marL="0" indent="0">
              <a:buNone/>
              <a:defRPr sz="1600" b="1" cap="all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</a:t>
            </a:r>
          </a:p>
        </p:txBody>
      </p:sp>
      <p:sp>
        <p:nvSpPr>
          <p:cNvPr id="42" name="Inhalt 2"/>
          <p:cNvSpPr>
            <a:spLocks noGrp="1"/>
          </p:cNvSpPr>
          <p:nvPr>
            <p:ph sz="quarter" idx="23"/>
          </p:nvPr>
        </p:nvSpPr>
        <p:spPr bwMode="gray">
          <a:xfrm>
            <a:off x="3969620" y="3204222"/>
            <a:ext cx="7860430" cy="1335600"/>
          </a:xfrm>
          <a:solidFill>
            <a:schemeClr val="accent6">
              <a:alpha val="75000"/>
            </a:scheme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</p:txBody>
      </p:sp>
      <p:sp>
        <p:nvSpPr>
          <p:cNvPr id="15" name="Text 3"/>
          <p:cNvSpPr>
            <a:spLocks noGrp="1"/>
          </p:cNvSpPr>
          <p:nvPr>
            <p:ph type="body" idx="18" hasCustomPrompt="1"/>
          </p:nvPr>
        </p:nvSpPr>
        <p:spPr bwMode="gray">
          <a:xfrm>
            <a:off x="361950" y="4773288"/>
            <a:ext cx="3607670" cy="1335600"/>
          </a:xfrm>
          <a:solidFill>
            <a:schemeClr val="accent5"/>
          </a:solidFill>
        </p:spPr>
        <p:txBody>
          <a:bodyPr lIns="252000" tIns="252000" rIns="252000" bIns="252000" anchor="t"/>
          <a:lstStyle>
            <a:lvl1pPr marL="0" indent="0">
              <a:buNone/>
              <a:defRPr sz="1600" b="1" cap="all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</a:t>
            </a:r>
          </a:p>
        </p:txBody>
      </p:sp>
      <p:sp>
        <p:nvSpPr>
          <p:cNvPr id="18" name="Inhalt 3"/>
          <p:cNvSpPr>
            <a:spLocks noGrp="1"/>
          </p:cNvSpPr>
          <p:nvPr>
            <p:ph sz="quarter" idx="21"/>
          </p:nvPr>
        </p:nvSpPr>
        <p:spPr bwMode="gray">
          <a:xfrm>
            <a:off x="3969620" y="4773288"/>
            <a:ext cx="7860430" cy="1335600"/>
          </a:xfrm>
          <a:solidFill>
            <a:schemeClr val="accent5">
              <a:alpha val="75000"/>
            </a:scheme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F98B17-71EE-4F54-BB8C-D24A0D3DE724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9" name="Textplatzhalter 8">
            <a:extLst>
              <a:ext uri="{FF2B5EF4-FFF2-40B4-BE49-F238E27FC236}">
                <a16:creationId xmlns:a16="http://schemas.microsoft.com/office/drawing/2014/main" id="{85015F86-6C06-4E48-9D7E-E3778272510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7C774E68-BFBC-449C-950F-A8C47E83FE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28D09EC-B396-4335-A953-D2F4657B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B568C4E3-0487-76D4-F347-264FC01B16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6154772"/>
            <a:ext cx="847090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864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boxe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5E6635EE-CD4B-42CA-BD02-664AF235D5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</a:t>
            </a:r>
          </a:p>
        </p:txBody>
      </p:sp>
      <p:sp>
        <p:nvSpPr>
          <p:cNvPr id="43" name="Text 1"/>
          <p:cNvSpPr>
            <a:spLocks noGrp="1"/>
          </p:cNvSpPr>
          <p:nvPr>
            <p:ph type="body" idx="24" hasCustomPrompt="1"/>
          </p:nvPr>
        </p:nvSpPr>
        <p:spPr bwMode="gray">
          <a:xfrm>
            <a:off x="361950" y="1635156"/>
            <a:ext cx="3607670" cy="1335600"/>
          </a:xfrm>
          <a:solidFill>
            <a:srgbClr val="ED2722"/>
          </a:solidFill>
        </p:spPr>
        <p:txBody>
          <a:bodyPr lIns="252000" tIns="252000" rIns="252000" bIns="252000" anchor="t"/>
          <a:lstStyle>
            <a:lvl1pPr marL="0" indent="0">
              <a:buNone/>
              <a:defRPr sz="1600" b="1" cap="all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</a:t>
            </a:r>
          </a:p>
        </p:txBody>
      </p:sp>
      <p:sp>
        <p:nvSpPr>
          <p:cNvPr id="44" name="Inhalt 1"/>
          <p:cNvSpPr>
            <a:spLocks noGrp="1"/>
          </p:cNvSpPr>
          <p:nvPr>
            <p:ph sz="quarter" idx="25"/>
          </p:nvPr>
        </p:nvSpPr>
        <p:spPr bwMode="gray">
          <a:xfrm>
            <a:off x="3969620" y="1635156"/>
            <a:ext cx="7860430" cy="1335600"/>
          </a:xfrm>
          <a:solidFill>
            <a:srgbClr val="ED2722">
              <a:alpha val="75000"/>
            </a:srgb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</p:txBody>
      </p:sp>
      <p:sp>
        <p:nvSpPr>
          <p:cNvPr id="41" name="Text 2"/>
          <p:cNvSpPr>
            <a:spLocks noGrp="1"/>
          </p:cNvSpPr>
          <p:nvPr>
            <p:ph type="body" idx="22" hasCustomPrompt="1"/>
          </p:nvPr>
        </p:nvSpPr>
        <p:spPr bwMode="gray">
          <a:xfrm>
            <a:off x="361950" y="3204222"/>
            <a:ext cx="3607670" cy="1335600"/>
          </a:xfrm>
          <a:solidFill>
            <a:srgbClr val="6D0E4C"/>
          </a:solidFill>
        </p:spPr>
        <p:txBody>
          <a:bodyPr lIns="252000" tIns="252000" rIns="252000" bIns="252000" anchor="t"/>
          <a:lstStyle>
            <a:lvl1pPr marL="0" indent="0">
              <a:buNone/>
              <a:defRPr sz="1600" b="1" cap="all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</a:t>
            </a:r>
          </a:p>
        </p:txBody>
      </p:sp>
      <p:sp>
        <p:nvSpPr>
          <p:cNvPr id="42" name="Inhalt 2"/>
          <p:cNvSpPr>
            <a:spLocks noGrp="1"/>
          </p:cNvSpPr>
          <p:nvPr>
            <p:ph sz="quarter" idx="23"/>
          </p:nvPr>
        </p:nvSpPr>
        <p:spPr bwMode="gray">
          <a:xfrm>
            <a:off x="3969620" y="3204222"/>
            <a:ext cx="7860430" cy="1335600"/>
          </a:xfrm>
          <a:solidFill>
            <a:srgbClr val="6D0E4C">
              <a:alpha val="75000"/>
            </a:srgb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</p:txBody>
      </p:sp>
      <p:sp>
        <p:nvSpPr>
          <p:cNvPr id="15" name="Text 3"/>
          <p:cNvSpPr>
            <a:spLocks noGrp="1"/>
          </p:cNvSpPr>
          <p:nvPr>
            <p:ph type="body" idx="18" hasCustomPrompt="1"/>
          </p:nvPr>
        </p:nvSpPr>
        <p:spPr bwMode="gray">
          <a:xfrm>
            <a:off x="361950" y="4773288"/>
            <a:ext cx="3607670" cy="1335600"/>
          </a:xfrm>
          <a:solidFill>
            <a:srgbClr val="F35F11"/>
          </a:solidFill>
        </p:spPr>
        <p:txBody>
          <a:bodyPr lIns="252000" tIns="252000" rIns="252000" bIns="252000" anchor="t"/>
          <a:lstStyle>
            <a:lvl1pPr marL="0" indent="0">
              <a:buNone/>
              <a:defRPr sz="1600" b="1" cap="all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</a:t>
            </a:r>
          </a:p>
        </p:txBody>
      </p:sp>
      <p:sp>
        <p:nvSpPr>
          <p:cNvPr id="18" name="Inhalt 3"/>
          <p:cNvSpPr>
            <a:spLocks noGrp="1"/>
          </p:cNvSpPr>
          <p:nvPr>
            <p:ph sz="quarter" idx="21"/>
          </p:nvPr>
        </p:nvSpPr>
        <p:spPr bwMode="gray">
          <a:xfrm>
            <a:off x="3969620" y="4773288"/>
            <a:ext cx="7860430" cy="1335600"/>
          </a:xfrm>
          <a:solidFill>
            <a:srgbClr val="F35F11">
              <a:alpha val="75000"/>
            </a:srgb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F98B17-71EE-4F54-BB8C-D24A0D3DE724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9" name="Textplatzhalter 8">
            <a:extLst>
              <a:ext uri="{FF2B5EF4-FFF2-40B4-BE49-F238E27FC236}">
                <a16:creationId xmlns:a16="http://schemas.microsoft.com/office/drawing/2014/main" id="{85015F86-6C06-4E48-9D7E-E3778272510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7C774E68-BFBC-449C-950F-A8C47E83FE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28D09EC-B396-4335-A953-D2F4657B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ABAFE221-1176-AF20-5CF0-4C9759F18D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6154772"/>
            <a:ext cx="847090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045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boxen horizonta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9612A4FA-EF8E-4C6A-A2B4-34935B21EE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</a:t>
            </a:r>
          </a:p>
        </p:txBody>
      </p:sp>
      <p:sp>
        <p:nvSpPr>
          <p:cNvPr id="25" name="Textplatzhalter 8">
            <a:extLst>
              <a:ext uri="{FF2B5EF4-FFF2-40B4-BE49-F238E27FC236}">
                <a16:creationId xmlns:a16="http://schemas.microsoft.com/office/drawing/2014/main" id="{D39BAF4B-CAEB-45EB-A983-DB8BA126868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F0B9F063-E23B-424C-BE68-CA5BC33235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" hasCustomPrompt="1"/>
          </p:nvPr>
        </p:nvSpPr>
        <p:spPr bwMode="gray">
          <a:xfrm>
            <a:off x="361950" y="1386605"/>
            <a:ext cx="5610480" cy="432000"/>
          </a:xfrm>
          <a:solidFill>
            <a:schemeClr val="accent2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361950" y="1818604"/>
            <a:ext cx="5610480" cy="1877753"/>
          </a:xfrm>
          <a:solidFill>
            <a:srgbClr val="F35F11"/>
          </a:solidFill>
        </p:spPr>
        <p:txBody>
          <a:bodyPr vert="horz" lIns="252000" tIns="108000" rIns="252000" bIns="252000" rtlCol="0">
            <a:noAutofit/>
          </a:bodyPr>
          <a:lstStyle>
            <a:lvl1pPr marL="216000" indent="-216000"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16000" lvl="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de-DE" noProof="0"/>
              <a:t>Mastertextformat bearbeiten</a:t>
            </a:r>
          </a:p>
        </p:txBody>
      </p:sp>
      <p:sp>
        <p:nvSpPr>
          <p:cNvPr id="5" name="Text 2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6210620" y="1386605"/>
            <a:ext cx="5610480" cy="432000"/>
          </a:xfrm>
          <a:solidFill>
            <a:srgbClr val="8BBF40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29B8138-E5DD-46B6-B9A4-AF18C44167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Inhalt 1">
            <a:extLst>
              <a:ext uri="{FF2B5EF4-FFF2-40B4-BE49-F238E27FC236}">
                <a16:creationId xmlns:a16="http://schemas.microsoft.com/office/drawing/2014/main" id="{D5C550A8-162C-4719-8D4B-8CEF2443700C}"/>
              </a:ext>
            </a:extLst>
          </p:cNvPr>
          <p:cNvSpPr>
            <a:spLocks noGrp="1"/>
          </p:cNvSpPr>
          <p:nvPr>
            <p:ph sz="half" idx="18"/>
          </p:nvPr>
        </p:nvSpPr>
        <p:spPr bwMode="gray">
          <a:xfrm>
            <a:off x="6210620" y="1818604"/>
            <a:ext cx="5610480" cy="1877754"/>
          </a:xfrm>
          <a:solidFill>
            <a:srgbClr val="8BBF40"/>
          </a:solidFill>
        </p:spPr>
        <p:txBody>
          <a:bodyPr vert="horz" lIns="252000" tIns="108000" rIns="252000" bIns="252000" rtlCol="0">
            <a:noAutofit/>
          </a:bodyPr>
          <a:lstStyle>
            <a:lvl1pPr>
              <a:buClr>
                <a:schemeClr val="bg1"/>
              </a:buClr>
              <a:defRPr lang="de-DE" sz="1800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1"/>
              </a:buClr>
            </a:pPr>
            <a:r>
              <a:rPr lang="de-DE" noProof="0"/>
              <a:t>Mastertextformat bearbeiten</a:t>
            </a:r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9F056043-F9B6-47D5-81A2-627568B512FF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 bwMode="gray">
          <a:xfrm>
            <a:off x="361950" y="3770689"/>
            <a:ext cx="5610480" cy="432000"/>
          </a:xfrm>
          <a:solidFill>
            <a:schemeClr val="accent4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17" name="Inhalt 1">
            <a:extLst>
              <a:ext uri="{FF2B5EF4-FFF2-40B4-BE49-F238E27FC236}">
                <a16:creationId xmlns:a16="http://schemas.microsoft.com/office/drawing/2014/main" id="{3DC475D5-B991-41CB-A15E-5D5269726652}"/>
              </a:ext>
            </a:extLst>
          </p:cNvPr>
          <p:cNvSpPr>
            <a:spLocks noGrp="1"/>
          </p:cNvSpPr>
          <p:nvPr>
            <p:ph sz="half" idx="20"/>
          </p:nvPr>
        </p:nvSpPr>
        <p:spPr bwMode="gray">
          <a:xfrm>
            <a:off x="361950" y="4190512"/>
            <a:ext cx="5610480" cy="1877751"/>
          </a:xfrm>
          <a:solidFill>
            <a:schemeClr val="accent4"/>
          </a:solidFill>
        </p:spPr>
        <p:txBody>
          <a:bodyPr vert="horz" lIns="252000" tIns="108000" rIns="252000" bIns="252000" rtlCol="0">
            <a:noAutofit/>
          </a:bodyPr>
          <a:lstStyle>
            <a:lvl1pPr>
              <a:buClr>
                <a:schemeClr val="bg1"/>
              </a:buClr>
              <a:defRPr lang="de-DE" sz="1800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1"/>
              </a:buClr>
            </a:pPr>
            <a:r>
              <a:rPr lang="de-DE" noProof="0"/>
              <a:t>Mastertextformat bearbeiten</a:t>
            </a:r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8F12D20C-0C91-46AA-BBA3-07D110D6DD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210620" y="3770689"/>
            <a:ext cx="5610480" cy="432000"/>
          </a:xfrm>
          <a:solidFill>
            <a:schemeClr val="accent3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19" name="Inhalt 1">
            <a:extLst>
              <a:ext uri="{FF2B5EF4-FFF2-40B4-BE49-F238E27FC236}">
                <a16:creationId xmlns:a16="http://schemas.microsoft.com/office/drawing/2014/main" id="{B8B183AD-0A6C-4D18-B370-E139E907CF5F}"/>
              </a:ext>
            </a:extLst>
          </p:cNvPr>
          <p:cNvSpPr>
            <a:spLocks noGrp="1"/>
          </p:cNvSpPr>
          <p:nvPr>
            <p:ph sz="half" idx="22"/>
          </p:nvPr>
        </p:nvSpPr>
        <p:spPr bwMode="gray">
          <a:xfrm>
            <a:off x="6210620" y="4190512"/>
            <a:ext cx="5610480" cy="1889928"/>
          </a:xfrm>
          <a:solidFill>
            <a:schemeClr val="accent3"/>
          </a:solidFill>
        </p:spPr>
        <p:txBody>
          <a:bodyPr vert="horz" lIns="252000" tIns="108000" rIns="252000" bIns="252000" rtlCol="0">
            <a:noAutofit/>
          </a:bodyPr>
          <a:lstStyle>
            <a:lvl1pPr>
              <a:buClr>
                <a:schemeClr val="bg1"/>
              </a:buClr>
              <a:defRPr lang="de-DE" sz="1800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1"/>
              </a:buClr>
            </a:pPr>
            <a:r>
              <a:rPr lang="de-DE" noProof="0"/>
              <a:t>Mastertextformat bearbeiten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E0B9734-F55C-4188-A5AC-C6AFC4762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pic>
        <p:nvPicPr>
          <p:cNvPr id="6" name="Inhaltsplatzhalter 4">
            <a:extLst>
              <a:ext uri="{FF2B5EF4-FFF2-40B4-BE49-F238E27FC236}">
                <a16:creationId xmlns:a16="http://schemas.microsoft.com/office/drawing/2014/main" id="{069F0EBD-7803-6E1F-F7C1-322DE1F785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6154772"/>
            <a:ext cx="847090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542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boxen horizont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9612A4FA-EF8E-4C6A-A2B4-34935B21EE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</a:t>
            </a:r>
          </a:p>
        </p:txBody>
      </p:sp>
      <p:sp>
        <p:nvSpPr>
          <p:cNvPr id="25" name="Textplatzhalter 8">
            <a:extLst>
              <a:ext uri="{FF2B5EF4-FFF2-40B4-BE49-F238E27FC236}">
                <a16:creationId xmlns:a16="http://schemas.microsoft.com/office/drawing/2014/main" id="{D39BAF4B-CAEB-45EB-A983-DB8BA126868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F0B9F063-E23B-424C-BE68-CA5BC33235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" hasCustomPrompt="1"/>
          </p:nvPr>
        </p:nvSpPr>
        <p:spPr bwMode="gray">
          <a:xfrm>
            <a:off x="361950" y="1386605"/>
            <a:ext cx="5610480" cy="432000"/>
          </a:xfrm>
          <a:solidFill>
            <a:srgbClr val="BBB323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361950" y="1818604"/>
            <a:ext cx="5610480" cy="1877753"/>
          </a:xfrm>
          <a:solidFill>
            <a:srgbClr val="BBB323"/>
          </a:solidFill>
        </p:spPr>
        <p:txBody>
          <a:bodyPr lIns="252000" tIns="108000" rIns="252000" bIns="252000"/>
          <a:lstStyle>
            <a:lvl1pPr>
              <a:buClr>
                <a:schemeClr val="bg1"/>
              </a:buClr>
              <a:defRPr sz="1800">
                <a:solidFill>
                  <a:schemeClr val="bg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5" name="Text 2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6210620" y="1386605"/>
            <a:ext cx="5610480" cy="432000"/>
          </a:xfrm>
          <a:solidFill>
            <a:srgbClr val="0D5257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29B8138-E5DD-46B6-B9A4-AF18C44167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Inhalt 1">
            <a:extLst>
              <a:ext uri="{FF2B5EF4-FFF2-40B4-BE49-F238E27FC236}">
                <a16:creationId xmlns:a16="http://schemas.microsoft.com/office/drawing/2014/main" id="{D5C550A8-162C-4719-8D4B-8CEF2443700C}"/>
              </a:ext>
            </a:extLst>
          </p:cNvPr>
          <p:cNvSpPr>
            <a:spLocks noGrp="1"/>
          </p:cNvSpPr>
          <p:nvPr>
            <p:ph sz="half" idx="18"/>
          </p:nvPr>
        </p:nvSpPr>
        <p:spPr bwMode="gray">
          <a:xfrm>
            <a:off x="6210620" y="1818604"/>
            <a:ext cx="5610480" cy="1877754"/>
          </a:xfrm>
          <a:solidFill>
            <a:srgbClr val="0D5257"/>
          </a:solidFill>
        </p:spPr>
        <p:txBody>
          <a:bodyPr vert="horz" lIns="252000" tIns="108000" rIns="252000" bIns="252000" rtlCol="0">
            <a:noAutofit/>
          </a:bodyPr>
          <a:lstStyle>
            <a:lvl1pPr>
              <a:buClr>
                <a:schemeClr val="bg1"/>
              </a:buClr>
              <a:defRPr lang="de-DE" sz="1800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1"/>
              </a:buClr>
            </a:pPr>
            <a:r>
              <a:rPr lang="de-DE" noProof="0"/>
              <a:t>Mastertextformat bearbeiten</a:t>
            </a:r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9F056043-F9B6-47D5-81A2-627568B512FF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 bwMode="gray">
          <a:xfrm>
            <a:off x="361950" y="3770689"/>
            <a:ext cx="5610480" cy="432000"/>
          </a:xfrm>
          <a:solidFill>
            <a:srgbClr val="6D0E4C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17" name="Inhalt 1">
            <a:extLst>
              <a:ext uri="{FF2B5EF4-FFF2-40B4-BE49-F238E27FC236}">
                <a16:creationId xmlns:a16="http://schemas.microsoft.com/office/drawing/2014/main" id="{3DC475D5-B991-41CB-A15E-5D5269726652}"/>
              </a:ext>
            </a:extLst>
          </p:cNvPr>
          <p:cNvSpPr>
            <a:spLocks noGrp="1"/>
          </p:cNvSpPr>
          <p:nvPr>
            <p:ph sz="half" idx="20"/>
          </p:nvPr>
        </p:nvSpPr>
        <p:spPr bwMode="gray">
          <a:xfrm>
            <a:off x="361950" y="4190512"/>
            <a:ext cx="5610480" cy="1877751"/>
          </a:xfrm>
          <a:solidFill>
            <a:srgbClr val="6D0E4C"/>
          </a:solidFill>
        </p:spPr>
        <p:txBody>
          <a:bodyPr vert="horz" lIns="252000" tIns="108000" rIns="252000" bIns="252000" rtlCol="0">
            <a:noAutofit/>
          </a:bodyPr>
          <a:lstStyle>
            <a:lvl1pPr>
              <a:buClr>
                <a:schemeClr val="bg1"/>
              </a:buClr>
              <a:defRPr lang="de-DE" sz="1800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1"/>
              </a:buClr>
            </a:pPr>
            <a:r>
              <a:rPr lang="de-DE" noProof="0"/>
              <a:t>Mastertextformat bearbeiten</a:t>
            </a:r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8F12D20C-0C91-46AA-BBA3-07D110D6DD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210620" y="3770689"/>
            <a:ext cx="5610480" cy="432000"/>
          </a:xfrm>
          <a:solidFill>
            <a:srgbClr val="F8485E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19" name="Inhalt 1">
            <a:extLst>
              <a:ext uri="{FF2B5EF4-FFF2-40B4-BE49-F238E27FC236}">
                <a16:creationId xmlns:a16="http://schemas.microsoft.com/office/drawing/2014/main" id="{B8B183AD-0A6C-4D18-B370-E139E907CF5F}"/>
              </a:ext>
            </a:extLst>
          </p:cNvPr>
          <p:cNvSpPr>
            <a:spLocks noGrp="1"/>
          </p:cNvSpPr>
          <p:nvPr>
            <p:ph sz="half" idx="22"/>
          </p:nvPr>
        </p:nvSpPr>
        <p:spPr bwMode="gray">
          <a:xfrm>
            <a:off x="6210620" y="4190512"/>
            <a:ext cx="5610480" cy="1889928"/>
          </a:xfrm>
          <a:solidFill>
            <a:srgbClr val="F8485E"/>
          </a:solidFill>
        </p:spPr>
        <p:txBody>
          <a:bodyPr vert="horz" lIns="252000" tIns="108000" rIns="252000" bIns="252000" rtlCol="0">
            <a:noAutofit/>
          </a:bodyPr>
          <a:lstStyle>
            <a:lvl1pPr>
              <a:buClr>
                <a:schemeClr val="bg1"/>
              </a:buClr>
              <a:defRPr lang="de-DE" sz="1800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1"/>
              </a:buClr>
            </a:pPr>
            <a:r>
              <a:rPr lang="de-DE" noProof="0"/>
              <a:t>Mastertextformat bearbeiten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E0B9734-F55C-4188-A5AC-C6AFC4762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pic>
        <p:nvPicPr>
          <p:cNvPr id="6" name="Inhaltsplatzhalter 4">
            <a:extLst>
              <a:ext uri="{FF2B5EF4-FFF2-40B4-BE49-F238E27FC236}">
                <a16:creationId xmlns:a16="http://schemas.microsoft.com/office/drawing/2014/main" id="{5350DF5B-583D-95CF-3C77-D3F71D6849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6154772"/>
            <a:ext cx="847090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28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boxen horizonta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9612A4FA-EF8E-4C6A-A2B4-34935B21EE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</a:t>
            </a:r>
          </a:p>
        </p:txBody>
      </p:sp>
      <p:sp>
        <p:nvSpPr>
          <p:cNvPr id="25" name="Textplatzhalter 8">
            <a:extLst>
              <a:ext uri="{FF2B5EF4-FFF2-40B4-BE49-F238E27FC236}">
                <a16:creationId xmlns:a16="http://schemas.microsoft.com/office/drawing/2014/main" id="{D39BAF4B-CAEB-45EB-A983-DB8BA126868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F0B9F063-E23B-424C-BE68-CA5BC33235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" hasCustomPrompt="1"/>
          </p:nvPr>
        </p:nvSpPr>
        <p:spPr bwMode="gray">
          <a:xfrm>
            <a:off x="361950" y="1386605"/>
            <a:ext cx="5610480" cy="432000"/>
          </a:xfrm>
          <a:solidFill>
            <a:srgbClr val="8BBF40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361950" y="1818604"/>
            <a:ext cx="5610480" cy="1877753"/>
          </a:xfrm>
          <a:solidFill>
            <a:srgbClr val="8BBF40"/>
          </a:solidFill>
        </p:spPr>
        <p:txBody>
          <a:bodyPr lIns="252000" tIns="108000" rIns="252000" bIns="252000"/>
          <a:lstStyle>
            <a:lvl1pPr>
              <a:buClr>
                <a:schemeClr val="bg1"/>
              </a:buClr>
              <a:defRPr sz="1800">
                <a:solidFill>
                  <a:schemeClr val="bg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5" name="Text 2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6210620" y="1386605"/>
            <a:ext cx="5610480" cy="432000"/>
          </a:xfrm>
          <a:solidFill>
            <a:schemeClr val="accent5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29B8138-E5DD-46B6-B9A4-AF18C44167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Inhalt 1">
            <a:extLst>
              <a:ext uri="{FF2B5EF4-FFF2-40B4-BE49-F238E27FC236}">
                <a16:creationId xmlns:a16="http://schemas.microsoft.com/office/drawing/2014/main" id="{D5C550A8-162C-4719-8D4B-8CEF2443700C}"/>
              </a:ext>
            </a:extLst>
          </p:cNvPr>
          <p:cNvSpPr>
            <a:spLocks noGrp="1"/>
          </p:cNvSpPr>
          <p:nvPr>
            <p:ph sz="half" idx="18"/>
          </p:nvPr>
        </p:nvSpPr>
        <p:spPr bwMode="gray">
          <a:xfrm>
            <a:off x="6210620" y="1818604"/>
            <a:ext cx="5610480" cy="1877754"/>
          </a:xfrm>
          <a:solidFill>
            <a:schemeClr val="accent5"/>
          </a:solidFill>
        </p:spPr>
        <p:txBody>
          <a:bodyPr vert="horz" lIns="252000" tIns="108000" rIns="252000" bIns="252000" rtlCol="0">
            <a:noAutofit/>
          </a:bodyPr>
          <a:lstStyle>
            <a:lvl1pPr>
              <a:buClr>
                <a:schemeClr val="bg1"/>
              </a:buClr>
              <a:defRPr lang="de-DE" sz="1800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1"/>
              </a:buClr>
            </a:pPr>
            <a:r>
              <a:rPr lang="de-DE" noProof="0"/>
              <a:t>Mastertextformat bearbeiten</a:t>
            </a:r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9F056043-F9B6-47D5-81A2-627568B512FF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 bwMode="gray">
          <a:xfrm>
            <a:off x="361950" y="3770689"/>
            <a:ext cx="5610480" cy="432000"/>
          </a:xfrm>
          <a:solidFill>
            <a:schemeClr val="accent4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17" name="Inhalt 1">
            <a:extLst>
              <a:ext uri="{FF2B5EF4-FFF2-40B4-BE49-F238E27FC236}">
                <a16:creationId xmlns:a16="http://schemas.microsoft.com/office/drawing/2014/main" id="{3DC475D5-B991-41CB-A15E-5D5269726652}"/>
              </a:ext>
            </a:extLst>
          </p:cNvPr>
          <p:cNvSpPr>
            <a:spLocks noGrp="1"/>
          </p:cNvSpPr>
          <p:nvPr>
            <p:ph sz="half" idx="20"/>
          </p:nvPr>
        </p:nvSpPr>
        <p:spPr bwMode="gray">
          <a:xfrm>
            <a:off x="361950" y="4190512"/>
            <a:ext cx="5610480" cy="1877751"/>
          </a:xfrm>
          <a:solidFill>
            <a:schemeClr val="accent4"/>
          </a:solidFill>
        </p:spPr>
        <p:txBody>
          <a:bodyPr vert="horz" lIns="252000" tIns="108000" rIns="252000" bIns="252000" rtlCol="0">
            <a:noAutofit/>
          </a:bodyPr>
          <a:lstStyle>
            <a:lvl1pPr>
              <a:buClr>
                <a:schemeClr val="bg1"/>
              </a:buClr>
              <a:defRPr lang="de-DE" sz="1800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1"/>
              </a:buClr>
            </a:pPr>
            <a:r>
              <a:rPr lang="de-DE" noProof="0"/>
              <a:t>Mastertextformat bearbeiten</a:t>
            </a:r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8F12D20C-0C91-46AA-BBA3-07D110D6DD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210620" y="3770689"/>
            <a:ext cx="5610480" cy="432000"/>
          </a:xfrm>
          <a:solidFill>
            <a:schemeClr val="accent6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19" name="Inhalt 1">
            <a:extLst>
              <a:ext uri="{FF2B5EF4-FFF2-40B4-BE49-F238E27FC236}">
                <a16:creationId xmlns:a16="http://schemas.microsoft.com/office/drawing/2014/main" id="{B8B183AD-0A6C-4D18-B370-E139E907CF5F}"/>
              </a:ext>
            </a:extLst>
          </p:cNvPr>
          <p:cNvSpPr>
            <a:spLocks noGrp="1"/>
          </p:cNvSpPr>
          <p:nvPr>
            <p:ph sz="half" idx="22"/>
          </p:nvPr>
        </p:nvSpPr>
        <p:spPr bwMode="gray">
          <a:xfrm>
            <a:off x="6210620" y="4190512"/>
            <a:ext cx="5610480" cy="1889928"/>
          </a:xfrm>
          <a:solidFill>
            <a:schemeClr val="accent6"/>
          </a:solidFill>
        </p:spPr>
        <p:txBody>
          <a:bodyPr vert="horz" lIns="252000" tIns="108000" rIns="252000" bIns="252000" rtlCol="0">
            <a:noAutofit/>
          </a:bodyPr>
          <a:lstStyle>
            <a:lvl1pPr>
              <a:buClr>
                <a:schemeClr val="bg1"/>
              </a:buClr>
              <a:defRPr lang="de-DE" sz="1800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1"/>
              </a:buClr>
            </a:pPr>
            <a:r>
              <a:rPr lang="de-DE" noProof="0"/>
              <a:t>Mastertextformat bearbeiten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E0B9734-F55C-4188-A5AC-C6AFC4762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pic>
        <p:nvPicPr>
          <p:cNvPr id="6" name="Inhaltsplatzhalter 4">
            <a:extLst>
              <a:ext uri="{FF2B5EF4-FFF2-40B4-BE49-F238E27FC236}">
                <a16:creationId xmlns:a16="http://schemas.microsoft.com/office/drawing/2014/main" id="{79162A54-9A8E-EDB3-B31B-0315A2A0E74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6154772"/>
            <a:ext cx="847090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760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boxen horizont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9612A4FA-EF8E-4C6A-A2B4-34935B21EE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5" name="Textplatzhalter 8">
            <a:extLst>
              <a:ext uri="{FF2B5EF4-FFF2-40B4-BE49-F238E27FC236}">
                <a16:creationId xmlns:a16="http://schemas.microsoft.com/office/drawing/2014/main" id="{D39BAF4B-CAEB-45EB-A983-DB8BA126868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F0B9F063-E23B-424C-BE68-CA5BC33235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" hasCustomPrompt="1"/>
          </p:nvPr>
        </p:nvSpPr>
        <p:spPr bwMode="gray">
          <a:xfrm>
            <a:off x="361950" y="1386605"/>
            <a:ext cx="5610480" cy="432000"/>
          </a:xfrm>
          <a:solidFill>
            <a:srgbClr val="ED2722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361950" y="1818604"/>
            <a:ext cx="5610480" cy="1877753"/>
          </a:xfrm>
          <a:solidFill>
            <a:srgbClr val="ED2722"/>
          </a:solidFill>
        </p:spPr>
        <p:txBody>
          <a:bodyPr lIns="252000" tIns="108000" rIns="252000" bIns="252000"/>
          <a:lstStyle>
            <a:lvl1pPr>
              <a:buClr>
                <a:schemeClr val="bg1"/>
              </a:buClr>
              <a:defRPr sz="1800">
                <a:solidFill>
                  <a:schemeClr val="bg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5" name="Text 2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6210620" y="1386605"/>
            <a:ext cx="5610480" cy="432000"/>
          </a:xfrm>
          <a:solidFill>
            <a:srgbClr val="6D0E4C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29B8138-E5DD-46B6-B9A4-AF18C44167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Inhalt 1">
            <a:extLst>
              <a:ext uri="{FF2B5EF4-FFF2-40B4-BE49-F238E27FC236}">
                <a16:creationId xmlns:a16="http://schemas.microsoft.com/office/drawing/2014/main" id="{D5C550A8-162C-4719-8D4B-8CEF2443700C}"/>
              </a:ext>
            </a:extLst>
          </p:cNvPr>
          <p:cNvSpPr>
            <a:spLocks noGrp="1"/>
          </p:cNvSpPr>
          <p:nvPr>
            <p:ph sz="half" idx="18"/>
          </p:nvPr>
        </p:nvSpPr>
        <p:spPr bwMode="gray">
          <a:xfrm>
            <a:off x="6210620" y="1818604"/>
            <a:ext cx="5610480" cy="1877754"/>
          </a:xfrm>
          <a:solidFill>
            <a:srgbClr val="6D0E4C"/>
          </a:solidFill>
        </p:spPr>
        <p:txBody>
          <a:bodyPr vert="horz" lIns="252000" tIns="108000" rIns="252000" bIns="252000" rtlCol="0">
            <a:noAutofit/>
          </a:bodyPr>
          <a:lstStyle>
            <a:lvl1pPr>
              <a:buClr>
                <a:schemeClr val="bg1"/>
              </a:buClr>
              <a:defRPr lang="de-DE" sz="1800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1"/>
              </a:buClr>
            </a:pPr>
            <a:r>
              <a:rPr lang="de-DE" noProof="0"/>
              <a:t>Mastertextformat bearbeiten</a:t>
            </a:r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9F056043-F9B6-47D5-81A2-627568B512FF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 bwMode="gray">
          <a:xfrm>
            <a:off x="361950" y="3763064"/>
            <a:ext cx="5610480" cy="432000"/>
          </a:xfrm>
          <a:solidFill>
            <a:schemeClr val="accent3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17" name="Inhalt 1">
            <a:extLst>
              <a:ext uri="{FF2B5EF4-FFF2-40B4-BE49-F238E27FC236}">
                <a16:creationId xmlns:a16="http://schemas.microsoft.com/office/drawing/2014/main" id="{3DC475D5-B991-41CB-A15E-5D5269726652}"/>
              </a:ext>
            </a:extLst>
          </p:cNvPr>
          <p:cNvSpPr>
            <a:spLocks noGrp="1"/>
          </p:cNvSpPr>
          <p:nvPr>
            <p:ph sz="half" idx="20"/>
          </p:nvPr>
        </p:nvSpPr>
        <p:spPr bwMode="gray">
          <a:xfrm>
            <a:off x="361950" y="4182887"/>
            <a:ext cx="5610480" cy="1877751"/>
          </a:xfrm>
          <a:solidFill>
            <a:schemeClr val="accent3"/>
          </a:solidFill>
        </p:spPr>
        <p:txBody>
          <a:bodyPr vert="horz" lIns="252000" tIns="108000" rIns="252000" bIns="252000" rtlCol="0">
            <a:noAutofit/>
          </a:bodyPr>
          <a:lstStyle>
            <a:lvl1pPr>
              <a:buClr>
                <a:schemeClr val="bg1"/>
              </a:buClr>
              <a:defRPr lang="de-DE" sz="1800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1"/>
              </a:buClr>
            </a:pPr>
            <a:r>
              <a:rPr lang="de-DE" noProof="0"/>
              <a:t>Mastertextformat bearbeiten</a:t>
            </a:r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8F12D20C-0C91-46AA-BBA3-07D110D6DD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210620" y="3763064"/>
            <a:ext cx="5610480" cy="432000"/>
          </a:xfrm>
          <a:solidFill>
            <a:schemeClr val="accent2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19" name="Inhalt 1">
            <a:extLst>
              <a:ext uri="{FF2B5EF4-FFF2-40B4-BE49-F238E27FC236}">
                <a16:creationId xmlns:a16="http://schemas.microsoft.com/office/drawing/2014/main" id="{B8B183AD-0A6C-4D18-B370-E139E907CF5F}"/>
              </a:ext>
            </a:extLst>
          </p:cNvPr>
          <p:cNvSpPr>
            <a:spLocks noGrp="1"/>
          </p:cNvSpPr>
          <p:nvPr>
            <p:ph sz="half" idx="22"/>
          </p:nvPr>
        </p:nvSpPr>
        <p:spPr bwMode="gray">
          <a:xfrm>
            <a:off x="6210620" y="4182887"/>
            <a:ext cx="5610480" cy="1889928"/>
          </a:xfrm>
          <a:solidFill>
            <a:schemeClr val="accent2"/>
          </a:solidFill>
        </p:spPr>
        <p:txBody>
          <a:bodyPr vert="horz" lIns="252000" tIns="108000" rIns="252000" bIns="252000" rtlCol="0">
            <a:noAutofit/>
          </a:bodyPr>
          <a:lstStyle>
            <a:lvl1pPr>
              <a:buClr>
                <a:schemeClr val="bg1"/>
              </a:buClr>
              <a:defRPr lang="de-DE" sz="1800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1"/>
              </a:buClr>
            </a:pPr>
            <a:r>
              <a:rPr lang="de-DE" noProof="0"/>
              <a:t>Mastertextformat bearbeiten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E0B9734-F55C-4188-A5AC-C6AFC4762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pic>
        <p:nvPicPr>
          <p:cNvPr id="6" name="Inhaltsplatzhalter 4">
            <a:extLst>
              <a:ext uri="{FF2B5EF4-FFF2-40B4-BE49-F238E27FC236}">
                <a16:creationId xmlns:a16="http://schemas.microsoft.com/office/drawing/2014/main" id="{38FA413F-73F7-AC79-0DD0-2AD903D3E8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6154772"/>
            <a:ext cx="847090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016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boxen vertik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A70EC6E2-97CE-4014-9553-D60509EEAC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" name="Text 1"/>
          <p:cNvSpPr>
            <a:spLocks noGrp="1"/>
          </p:cNvSpPr>
          <p:nvPr>
            <p:ph type="body" idx="1" hasCustomPrompt="1"/>
          </p:nvPr>
        </p:nvSpPr>
        <p:spPr bwMode="gray">
          <a:xfrm>
            <a:off x="361950" y="1389973"/>
            <a:ext cx="2736000" cy="576000"/>
          </a:xfrm>
          <a:solidFill>
            <a:srgbClr val="BBB323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4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 BEARBEITEN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361950" y="1965973"/>
            <a:ext cx="2736000" cy="4041338"/>
          </a:xfrm>
          <a:solidFill>
            <a:srgbClr val="BBB323">
              <a:alpha val="75000"/>
            </a:srgbClr>
          </a:solidFill>
        </p:spPr>
        <p:txBody>
          <a:bodyPr lIns="252000" tIns="252000" rIns="252000" bIns="252000"/>
          <a:lstStyle>
            <a:lvl1pPr>
              <a:buClr>
                <a:schemeClr val="bg2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 sz="1400"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 sz="1200">
                <a:solidFill>
                  <a:schemeClr val="bg2"/>
                </a:solidFill>
              </a:defRPr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27" name="Text 2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272650" y="1389973"/>
            <a:ext cx="2736000" cy="576000"/>
          </a:xfrm>
          <a:solidFill>
            <a:srgbClr val="6D0E4C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4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 BEARBEITEN</a:t>
            </a:r>
          </a:p>
        </p:txBody>
      </p:sp>
      <p:sp>
        <p:nvSpPr>
          <p:cNvPr id="28" name="Inhalt 2"/>
          <p:cNvSpPr>
            <a:spLocks noGrp="1"/>
          </p:cNvSpPr>
          <p:nvPr>
            <p:ph sz="quarter" idx="17"/>
          </p:nvPr>
        </p:nvSpPr>
        <p:spPr bwMode="gray">
          <a:xfrm>
            <a:off x="3272650" y="1965973"/>
            <a:ext cx="2736000" cy="4041338"/>
          </a:xfrm>
          <a:solidFill>
            <a:srgbClr val="6D0E4C">
              <a:alpha val="75000"/>
            </a:srgb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200">
                <a:solidFill>
                  <a:schemeClr val="bg2"/>
                </a:solidFill>
              </a:defRPr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25" name="Text 3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183350" y="1389973"/>
            <a:ext cx="2736000" cy="576000"/>
          </a:xfrm>
          <a:solidFill>
            <a:srgbClr val="F8485E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4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 BEARBEITEN</a:t>
            </a:r>
          </a:p>
        </p:txBody>
      </p:sp>
      <p:sp>
        <p:nvSpPr>
          <p:cNvPr id="26" name="Inhalt 3"/>
          <p:cNvSpPr>
            <a:spLocks noGrp="1"/>
          </p:cNvSpPr>
          <p:nvPr>
            <p:ph sz="quarter" idx="15"/>
          </p:nvPr>
        </p:nvSpPr>
        <p:spPr bwMode="gray">
          <a:xfrm>
            <a:off x="6183350" y="1965973"/>
            <a:ext cx="2736000" cy="4041338"/>
          </a:xfrm>
          <a:solidFill>
            <a:srgbClr val="F8485E">
              <a:alpha val="75000"/>
            </a:srgb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200">
                <a:solidFill>
                  <a:schemeClr val="bg2"/>
                </a:solidFill>
              </a:defRPr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5" name="Text 4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9094050" y="1389973"/>
            <a:ext cx="2736000" cy="576000"/>
          </a:xfrm>
          <a:solidFill>
            <a:srgbClr val="0D5257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4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 BEARBEITEN</a:t>
            </a:r>
          </a:p>
        </p:txBody>
      </p:sp>
      <p:sp>
        <p:nvSpPr>
          <p:cNvPr id="6" name="Inhalt 4"/>
          <p:cNvSpPr>
            <a:spLocks noGrp="1"/>
          </p:cNvSpPr>
          <p:nvPr>
            <p:ph sz="quarter" idx="4"/>
          </p:nvPr>
        </p:nvSpPr>
        <p:spPr bwMode="gray">
          <a:xfrm>
            <a:off x="9094050" y="1965973"/>
            <a:ext cx="2736000" cy="4041338"/>
          </a:xfrm>
          <a:solidFill>
            <a:srgbClr val="0D5257">
              <a:alpha val="75000"/>
            </a:srgb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200">
                <a:solidFill>
                  <a:schemeClr val="bg2"/>
                </a:solidFill>
              </a:defRPr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598E6FD6-3049-4A8D-9CAA-ABB3FFB0A67B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0" name="Textplatzhalter 8">
            <a:extLst>
              <a:ext uri="{FF2B5EF4-FFF2-40B4-BE49-F238E27FC236}">
                <a16:creationId xmlns:a16="http://schemas.microsoft.com/office/drawing/2014/main" id="{024F3013-51C1-4805-970B-584CFE6A897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2085AEB8-9DF9-4444-8CEB-9C6189F072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13" name="Titel 12">
            <a:extLst>
              <a:ext uri="{FF2B5EF4-FFF2-40B4-BE49-F238E27FC236}">
                <a16:creationId xmlns:a16="http://schemas.microsoft.com/office/drawing/2014/main" id="{A2BC4E20-99D1-4C6F-A745-F26F1BF4F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pic>
        <p:nvPicPr>
          <p:cNvPr id="7" name="Inhaltsplatzhalter 4">
            <a:extLst>
              <a:ext uri="{FF2B5EF4-FFF2-40B4-BE49-F238E27FC236}">
                <a16:creationId xmlns:a16="http://schemas.microsoft.com/office/drawing/2014/main" id="{EF1EC07A-6994-DAAC-1BE2-4345834FBB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6154772"/>
            <a:ext cx="847090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065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boxen vertika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A70EC6E2-97CE-4014-9553-D60509EEAC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" name="Text 1"/>
          <p:cNvSpPr>
            <a:spLocks noGrp="1"/>
          </p:cNvSpPr>
          <p:nvPr>
            <p:ph type="body" idx="1" hasCustomPrompt="1"/>
          </p:nvPr>
        </p:nvSpPr>
        <p:spPr bwMode="gray">
          <a:xfrm>
            <a:off x="361950" y="1389973"/>
            <a:ext cx="2736000" cy="576000"/>
          </a:xfrm>
          <a:solidFill>
            <a:srgbClr val="8BBF40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4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 BEARBEITEN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361950" y="1965973"/>
            <a:ext cx="2736000" cy="4041338"/>
          </a:xfrm>
          <a:solidFill>
            <a:srgbClr val="8BBF40">
              <a:alpha val="75000"/>
            </a:srgbClr>
          </a:solidFill>
        </p:spPr>
        <p:txBody>
          <a:bodyPr lIns="252000" tIns="252000" rIns="252000" bIns="252000"/>
          <a:lstStyle>
            <a:lvl1pPr>
              <a:buClr>
                <a:schemeClr val="bg2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 sz="1400"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 sz="1200">
                <a:solidFill>
                  <a:schemeClr val="bg2"/>
                </a:solidFill>
              </a:defRPr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27" name="Text 2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272650" y="1389973"/>
            <a:ext cx="2736000" cy="576000"/>
          </a:xfrm>
          <a:solidFill>
            <a:schemeClr val="accent5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4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 BEARBEITEN</a:t>
            </a:r>
          </a:p>
        </p:txBody>
      </p:sp>
      <p:sp>
        <p:nvSpPr>
          <p:cNvPr id="28" name="Inhalt 2"/>
          <p:cNvSpPr>
            <a:spLocks noGrp="1"/>
          </p:cNvSpPr>
          <p:nvPr>
            <p:ph sz="quarter" idx="17"/>
          </p:nvPr>
        </p:nvSpPr>
        <p:spPr bwMode="gray">
          <a:xfrm>
            <a:off x="3272650" y="1965973"/>
            <a:ext cx="2736000" cy="4041338"/>
          </a:xfrm>
          <a:solidFill>
            <a:schemeClr val="accent5">
              <a:alpha val="75000"/>
            </a:scheme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200">
                <a:solidFill>
                  <a:schemeClr val="bg2"/>
                </a:solidFill>
              </a:defRPr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25" name="Text 3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183350" y="1389973"/>
            <a:ext cx="2736000" cy="576000"/>
          </a:xfrm>
          <a:solidFill>
            <a:schemeClr val="accent4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4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 BEARBEITEN</a:t>
            </a:r>
          </a:p>
        </p:txBody>
      </p:sp>
      <p:sp>
        <p:nvSpPr>
          <p:cNvPr id="26" name="Inhalt 3"/>
          <p:cNvSpPr>
            <a:spLocks noGrp="1"/>
          </p:cNvSpPr>
          <p:nvPr>
            <p:ph sz="quarter" idx="15"/>
          </p:nvPr>
        </p:nvSpPr>
        <p:spPr bwMode="gray">
          <a:xfrm>
            <a:off x="6183350" y="1965973"/>
            <a:ext cx="2736000" cy="4041338"/>
          </a:xfrm>
          <a:solidFill>
            <a:schemeClr val="accent4">
              <a:alpha val="75000"/>
            </a:scheme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200">
                <a:solidFill>
                  <a:schemeClr val="bg2"/>
                </a:solidFill>
              </a:defRPr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5" name="Text 4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9094050" y="1389973"/>
            <a:ext cx="2736000" cy="576000"/>
          </a:xfrm>
          <a:solidFill>
            <a:schemeClr val="accent6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4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 BEARBEITEN</a:t>
            </a:r>
          </a:p>
        </p:txBody>
      </p:sp>
      <p:sp>
        <p:nvSpPr>
          <p:cNvPr id="6" name="Inhalt 4"/>
          <p:cNvSpPr>
            <a:spLocks noGrp="1"/>
          </p:cNvSpPr>
          <p:nvPr>
            <p:ph sz="quarter" idx="4"/>
          </p:nvPr>
        </p:nvSpPr>
        <p:spPr bwMode="gray">
          <a:xfrm>
            <a:off x="9094050" y="1965973"/>
            <a:ext cx="2736000" cy="4041338"/>
          </a:xfrm>
          <a:solidFill>
            <a:schemeClr val="accent6">
              <a:alpha val="75000"/>
            </a:scheme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200">
                <a:solidFill>
                  <a:schemeClr val="bg2"/>
                </a:solidFill>
              </a:defRPr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598E6FD6-3049-4A8D-9CAA-ABB3FFB0A67B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0" name="Textplatzhalter 8">
            <a:extLst>
              <a:ext uri="{FF2B5EF4-FFF2-40B4-BE49-F238E27FC236}">
                <a16:creationId xmlns:a16="http://schemas.microsoft.com/office/drawing/2014/main" id="{024F3013-51C1-4805-970B-584CFE6A897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2085AEB8-9DF9-4444-8CEB-9C6189F072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13" name="Titel 12">
            <a:extLst>
              <a:ext uri="{FF2B5EF4-FFF2-40B4-BE49-F238E27FC236}">
                <a16:creationId xmlns:a16="http://schemas.microsoft.com/office/drawing/2014/main" id="{A2BC4E20-99D1-4C6F-A745-F26F1BF4F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pic>
        <p:nvPicPr>
          <p:cNvPr id="7" name="Inhaltsplatzhalter 4">
            <a:extLst>
              <a:ext uri="{FF2B5EF4-FFF2-40B4-BE49-F238E27FC236}">
                <a16:creationId xmlns:a16="http://schemas.microsoft.com/office/drawing/2014/main" id="{F0EB897D-3743-068C-DD59-A481BFD057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6154772"/>
            <a:ext cx="847090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85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boxen vertik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A70EC6E2-97CE-4014-9553-D60509EEAC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" name="Text 1"/>
          <p:cNvSpPr>
            <a:spLocks noGrp="1"/>
          </p:cNvSpPr>
          <p:nvPr>
            <p:ph type="body" idx="1" hasCustomPrompt="1"/>
          </p:nvPr>
        </p:nvSpPr>
        <p:spPr bwMode="gray">
          <a:xfrm>
            <a:off x="361950" y="1389973"/>
            <a:ext cx="2736000" cy="576000"/>
          </a:xfrm>
          <a:solidFill>
            <a:srgbClr val="ED2722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4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 BEARBEITEN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361950" y="1965973"/>
            <a:ext cx="2736000" cy="4041338"/>
          </a:xfrm>
          <a:solidFill>
            <a:srgbClr val="ED2722">
              <a:alpha val="75000"/>
            </a:srgbClr>
          </a:solidFill>
        </p:spPr>
        <p:txBody>
          <a:bodyPr lIns="252000" tIns="252000" rIns="252000" bIns="252000"/>
          <a:lstStyle>
            <a:lvl1pPr>
              <a:buClr>
                <a:schemeClr val="bg2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 sz="1400"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 sz="1200">
                <a:solidFill>
                  <a:schemeClr val="bg2"/>
                </a:solidFill>
              </a:defRPr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27" name="Text 2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272650" y="1389973"/>
            <a:ext cx="2736000" cy="576000"/>
          </a:xfrm>
          <a:solidFill>
            <a:srgbClr val="6D0E4C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4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 BEARBEITEN</a:t>
            </a:r>
          </a:p>
        </p:txBody>
      </p:sp>
      <p:sp>
        <p:nvSpPr>
          <p:cNvPr id="28" name="Inhalt 2"/>
          <p:cNvSpPr>
            <a:spLocks noGrp="1"/>
          </p:cNvSpPr>
          <p:nvPr>
            <p:ph sz="quarter" idx="17"/>
          </p:nvPr>
        </p:nvSpPr>
        <p:spPr bwMode="gray">
          <a:xfrm>
            <a:off x="3272650" y="1965973"/>
            <a:ext cx="2736000" cy="4041338"/>
          </a:xfrm>
          <a:solidFill>
            <a:srgbClr val="6D0E4C">
              <a:alpha val="75000"/>
            </a:srgb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200">
                <a:solidFill>
                  <a:schemeClr val="bg2"/>
                </a:solidFill>
              </a:defRPr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25" name="Text 3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183350" y="1389973"/>
            <a:ext cx="2736000" cy="576000"/>
          </a:xfrm>
          <a:solidFill>
            <a:schemeClr val="accent3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4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 BEARBEITEN</a:t>
            </a:r>
          </a:p>
        </p:txBody>
      </p:sp>
      <p:sp>
        <p:nvSpPr>
          <p:cNvPr id="26" name="Inhalt 3"/>
          <p:cNvSpPr>
            <a:spLocks noGrp="1"/>
          </p:cNvSpPr>
          <p:nvPr>
            <p:ph sz="quarter" idx="15"/>
          </p:nvPr>
        </p:nvSpPr>
        <p:spPr bwMode="gray">
          <a:xfrm>
            <a:off x="6183350" y="1965973"/>
            <a:ext cx="2736000" cy="4041338"/>
          </a:xfrm>
          <a:solidFill>
            <a:schemeClr val="accent3">
              <a:alpha val="75000"/>
            </a:scheme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200">
                <a:solidFill>
                  <a:schemeClr val="bg2"/>
                </a:solidFill>
              </a:defRPr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5" name="Text 4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9094050" y="1389973"/>
            <a:ext cx="2736000" cy="576000"/>
          </a:xfrm>
          <a:solidFill>
            <a:schemeClr val="accent2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4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 BEARBEITEN</a:t>
            </a:r>
          </a:p>
        </p:txBody>
      </p:sp>
      <p:sp>
        <p:nvSpPr>
          <p:cNvPr id="6" name="Inhalt 4"/>
          <p:cNvSpPr>
            <a:spLocks noGrp="1"/>
          </p:cNvSpPr>
          <p:nvPr>
            <p:ph sz="quarter" idx="4"/>
          </p:nvPr>
        </p:nvSpPr>
        <p:spPr bwMode="gray">
          <a:xfrm>
            <a:off x="9094050" y="1965973"/>
            <a:ext cx="2736000" cy="4041338"/>
          </a:xfrm>
          <a:solidFill>
            <a:schemeClr val="accent2">
              <a:alpha val="75000"/>
            </a:scheme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200">
                <a:solidFill>
                  <a:schemeClr val="bg2"/>
                </a:solidFill>
              </a:defRPr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598E6FD6-3049-4A8D-9CAA-ABB3FFB0A67B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0" name="Textplatzhalter 8">
            <a:extLst>
              <a:ext uri="{FF2B5EF4-FFF2-40B4-BE49-F238E27FC236}">
                <a16:creationId xmlns:a16="http://schemas.microsoft.com/office/drawing/2014/main" id="{024F3013-51C1-4805-970B-584CFE6A897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2085AEB8-9DF9-4444-8CEB-9C6189F072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13" name="Titel 12">
            <a:extLst>
              <a:ext uri="{FF2B5EF4-FFF2-40B4-BE49-F238E27FC236}">
                <a16:creationId xmlns:a16="http://schemas.microsoft.com/office/drawing/2014/main" id="{A2BC4E20-99D1-4C6F-A745-F26F1BF4F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pic>
        <p:nvPicPr>
          <p:cNvPr id="7" name="Inhaltsplatzhalter 4">
            <a:extLst>
              <a:ext uri="{FF2B5EF4-FFF2-40B4-BE49-F238E27FC236}">
                <a16:creationId xmlns:a16="http://schemas.microsoft.com/office/drawing/2014/main" id="{86078D44-B9E0-0097-0FEF-CDE60B0D057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6154772"/>
            <a:ext cx="847090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441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Kapit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95B72B5-7F27-4E92-B885-C9274AA6E8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7675" y="3429000"/>
            <a:ext cx="3608388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A81420C6-C4D1-44FA-842D-1FCE355C68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3049200" cy="6858000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F0B7F28A-634C-4FDE-BC41-6E7FAF841E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49200" y="0"/>
            <a:ext cx="3049200" cy="6858000"/>
          </a:xfrm>
          <a:solidFill>
            <a:schemeClr val="accent4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25C986F5-AE26-4944-A198-BF41A0B517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8400" y="0"/>
            <a:ext cx="3049200" cy="6858000"/>
          </a:xfrm>
          <a:solidFill>
            <a:srgbClr val="8BBF40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31EA271B-6779-4302-8204-9D8465F2564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7600" y="0"/>
            <a:ext cx="3049200" cy="6858000"/>
          </a:xfrm>
          <a:solidFill>
            <a:schemeClr val="accent3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52C8C8AF-2104-47A6-BBD7-F1B99305017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0243" y="853870"/>
            <a:ext cx="2570639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13EF672-BFCF-40AF-908E-7CB173A550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0243" y="476250"/>
            <a:ext cx="2570639" cy="340042"/>
          </a:xfrm>
        </p:spPr>
        <p:txBody>
          <a:bodyPr lIns="0" tIns="0" rIns="0" bIns="36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B640F05E-E104-4577-8448-7F391E08C9D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88480" y="853870"/>
            <a:ext cx="2570639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1" name="Textplatzhalter 5">
            <a:extLst>
              <a:ext uri="{FF2B5EF4-FFF2-40B4-BE49-F238E27FC236}">
                <a16:creationId xmlns:a16="http://schemas.microsoft.com/office/drawing/2014/main" id="{27D222A8-3446-486D-B58A-2A30020D23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88480" y="476250"/>
            <a:ext cx="2570639" cy="340042"/>
          </a:xfrm>
        </p:spPr>
        <p:txBody>
          <a:bodyPr lIns="0" tIns="0" rIns="0" bIns="36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2" name="Textplatzhalter 6">
            <a:extLst>
              <a:ext uri="{FF2B5EF4-FFF2-40B4-BE49-F238E27FC236}">
                <a16:creationId xmlns:a16="http://schemas.microsoft.com/office/drawing/2014/main" id="{F58D50F9-5F7D-40C5-9072-59A543A8952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7680" y="853870"/>
            <a:ext cx="2570639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3" name="Textplatzhalter 5">
            <a:extLst>
              <a:ext uri="{FF2B5EF4-FFF2-40B4-BE49-F238E27FC236}">
                <a16:creationId xmlns:a16="http://schemas.microsoft.com/office/drawing/2014/main" id="{CF1506C3-5E3F-49FF-AA7C-0F9ECB3136B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37680" y="476250"/>
            <a:ext cx="2570639" cy="340042"/>
          </a:xfrm>
        </p:spPr>
        <p:txBody>
          <a:bodyPr lIns="0" tIns="0" rIns="0" bIns="36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1357F599-F75A-4BFD-8D0B-18DCD266AC1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356258" y="853870"/>
            <a:ext cx="2570639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5" name="Textplatzhalter 5">
            <a:extLst>
              <a:ext uri="{FF2B5EF4-FFF2-40B4-BE49-F238E27FC236}">
                <a16:creationId xmlns:a16="http://schemas.microsoft.com/office/drawing/2014/main" id="{F0EC3CF1-6D82-417C-B0CC-6106B9E9AC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56258" y="476250"/>
            <a:ext cx="2570639" cy="340042"/>
          </a:xfrm>
        </p:spPr>
        <p:txBody>
          <a:bodyPr lIns="0" tIns="0" rIns="0" bIns="36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F762959A-0E63-44BA-A970-0EB46A0216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0350" y="2455863"/>
            <a:ext cx="2579688" cy="3673475"/>
          </a:xfrm>
        </p:spPr>
        <p:txBody>
          <a:bodyPr/>
          <a:lstStyle>
            <a:lvl1pPr>
              <a:buClr>
                <a:schemeClr val="bg1"/>
              </a:buClr>
              <a:defRPr sz="20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9" name="Textplatzhalter 26">
            <a:extLst>
              <a:ext uri="{FF2B5EF4-FFF2-40B4-BE49-F238E27FC236}">
                <a16:creationId xmlns:a16="http://schemas.microsoft.com/office/drawing/2014/main" id="{A855F28D-0816-4138-96AE-A04FD07A6A3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67518" y="2455863"/>
            <a:ext cx="2579688" cy="3673475"/>
          </a:xfrm>
        </p:spPr>
        <p:txBody>
          <a:bodyPr/>
          <a:lstStyle>
            <a:lvl1pPr>
              <a:buClr>
                <a:schemeClr val="bg1"/>
              </a:buClr>
              <a:defRPr sz="20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30" name="Textplatzhalter 26">
            <a:extLst>
              <a:ext uri="{FF2B5EF4-FFF2-40B4-BE49-F238E27FC236}">
                <a16:creationId xmlns:a16="http://schemas.microsoft.com/office/drawing/2014/main" id="{170C8713-8539-459D-B996-11CFD47DCA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49594" y="2455863"/>
            <a:ext cx="2579688" cy="3673475"/>
          </a:xfrm>
        </p:spPr>
        <p:txBody>
          <a:bodyPr/>
          <a:lstStyle>
            <a:lvl1pPr>
              <a:buClr>
                <a:schemeClr val="bg1"/>
              </a:buClr>
              <a:defRPr sz="20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31" name="Textplatzhalter 26">
            <a:extLst>
              <a:ext uri="{FF2B5EF4-FFF2-40B4-BE49-F238E27FC236}">
                <a16:creationId xmlns:a16="http://schemas.microsoft.com/office/drawing/2014/main" id="{A587EFD5-BCB1-43B5-8526-205F8B7B2A4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35656" y="2455863"/>
            <a:ext cx="2579688" cy="3673475"/>
          </a:xfrm>
        </p:spPr>
        <p:txBody>
          <a:bodyPr/>
          <a:lstStyle>
            <a:lvl1pPr>
              <a:buClr>
                <a:schemeClr val="bg1"/>
              </a:buClr>
              <a:defRPr sz="20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4194282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Kapit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95B72B5-7F27-4E92-B885-C9274AA6E8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7675" y="3429000"/>
            <a:ext cx="3608388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4444A58E-6BD3-4C5C-8D0D-695678E581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8975" y="6352507"/>
            <a:ext cx="407088" cy="407088"/>
          </a:xfrm>
          <a:prstGeom prst="rect">
            <a:avLst/>
          </a:prstGeom>
        </p:spPr>
      </p:pic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A81420C6-C4D1-44FA-842D-1FCE355C68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3049200" cy="6858000"/>
          </a:xfrm>
          <a:solidFill>
            <a:srgbClr val="BBB323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F0B7F28A-634C-4FDE-BC41-6E7FAF841E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49200" y="0"/>
            <a:ext cx="3049200" cy="6858000"/>
          </a:xfrm>
          <a:solidFill>
            <a:srgbClr val="6D0E4C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25C986F5-AE26-4944-A198-BF41A0B517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8400" y="0"/>
            <a:ext cx="3049200" cy="6858000"/>
          </a:xfrm>
          <a:solidFill>
            <a:srgbClr val="F8485E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31EA271B-6779-4302-8204-9D8465F2564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7600" y="0"/>
            <a:ext cx="3049200" cy="6858000"/>
          </a:xfrm>
          <a:solidFill>
            <a:srgbClr val="0D5257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52C8C8AF-2104-47A6-BBD7-F1B99305017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0243" y="853870"/>
            <a:ext cx="2570639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13EF672-BFCF-40AF-908E-7CB173A550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0243" y="476250"/>
            <a:ext cx="2570639" cy="340042"/>
          </a:xfrm>
        </p:spPr>
        <p:txBody>
          <a:bodyPr lIns="0" tIns="0" rIns="0" bIns="36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B640F05E-E104-4577-8448-7F391E08C9D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88480" y="853870"/>
            <a:ext cx="2570639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1" name="Textplatzhalter 5">
            <a:extLst>
              <a:ext uri="{FF2B5EF4-FFF2-40B4-BE49-F238E27FC236}">
                <a16:creationId xmlns:a16="http://schemas.microsoft.com/office/drawing/2014/main" id="{27D222A8-3446-486D-B58A-2A30020D23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88480" y="476250"/>
            <a:ext cx="2570639" cy="340042"/>
          </a:xfrm>
        </p:spPr>
        <p:txBody>
          <a:bodyPr lIns="0" tIns="0" rIns="0" bIns="36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2" name="Textplatzhalter 6">
            <a:extLst>
              <a:ext uri="{FF2B5EF4-FFF2-40B4-BE49-F238E27FC236}">
                <a16:creationId xmlns:a16="http://schemas.microsoft.com/office/drawing/2014/main" id="{F58D50F9-5F7D-40C5-9072-59A543A8952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7680" y="853870"/>
            <a:ext cx="2570639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3" name="Textplatzhalter 5">
            <a:extLst>
              <a:ext uri="{FF2B5EF4-FFF2-40B4-BE49-F238E27FC236}">
                <a16:creationId xmlns:a16="http://schemas.microsoft.com/office/drawing/2014/main" id="{CF1506C3-5E3F-49FF-AA7C-0F9ECB3136B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37680" y="476250"/>
            <a:ext cx="2570639" cy="340042"/>
          </a:xfrm>
        </p:spPr>
        <p:txBody>
          <a:bodyPr lIns="0" tIns="0" rIns="0" bIns="36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1357F599-F75A-4BFD-8D0B-18DCD266AC1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356258" y="853870"/>
            <a:ext cx="2570639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5" name="Textplatzhalter 5">
            <a:extLst>
              <a:ext uri="{FF2B5EF4-FFF2-40B4-BE49-F238E27FC236}">
                <a16:creationId xmlns:a16="http://schemas.microsoft.com/office/drawing/2014/main" id="{F0EC3CF1-6D82-417C-B0CC-6106B9E9AC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56258" y="476250"/>
            <a:ext cx="2570639" cy="340042"/>
          </a:xfrm>
        </p:spPr>
        <p:txBody>
          <a:bodyPr lIns="0" tIns="0" rIns="0" bIns="36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F762959A-0E63-44BA-A970-0EB46A0216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0350" y="2455863"/>
            <a:ext cx="2579688" cy="3673475"/>
          </a:xfrm>
        </p:spPr>
        <p:txBody>
          <a:bodyPr/>
          <a:lstStyle>
            <a:lvl1pPr>
              <a:buClr>
                <a:schemeClr val="bg1"/>
              </a:buClr>
              <a:defRPr sz="20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9" name="Textplatzhalter 26">
            <a:extLst>
              <a:ext uri="{FF2B5EF4-FFF2-40B4-BE49-F238E27FC236}">
                <a16:creationId xmlns:a16="http://schemas.microsoft.com/office/drawing/2014/main" id="{A855F28D-0816-4138-96AE-A04FD07A6A3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67518" y="2455863"/>
            <a:ext cx="2579688" cy="3673475"/>
          </a:xfrm>
        </p:spPr>
        <p:txBody>
          <a:bodyPr/>
          <a:lstStyle>
            <a:lvl1pPr>
              <a:buClr>
                <a:schemeClr val="bg1"/>
              </a:buClr>
              <a:defRPr sz="20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30" name="Textplatzhalter 26">
            <a:extLst>
              <a:ext uri="{FF2B5EF4-FFF2-40B4-BE49-F238E27FC236}">
                <a16:creationId xmlns:a16="http://schemas.microsoft.com/office/drawing/2014/main" id="{170C8713-8539-459D-B996-11CFD47DCA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49594" y="2455863"/>
            <a:ext cx="2579688" cy="3673475"/>
          </a:xfrm>
        </p:spPr>
        <p:txBody>
          <a:bodyPr/>
          <a:lstStyle>
            <a:lvl1pPr>
              <a:buClr>
                <a:schemeClr val="bg1"/>
              </a:buClr>
              <a:defRPr sz="20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31" name="Textplatzhalter 26">
            <a:extLst>
              <a:ext uri="{FF2B5EF4-FFF2-40B4-BE49-F238E27FC236}">
                <a16:creationId xmlns:a16="http://schemas.microsoft.com/office/drawing/2014/main" id="{A587EFD5-BCB1-43B5-8526-205F8B7B2A4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35656" y="2455863"/>
            <a:ext cx="2579688" cy="3673475"/>
          </a:xfrm>
        </p:spPr>
        <p:txBody>
          <a:bodyPr/>
          <a:lstStyle>
            <a:lvl1pPr>
              <a:buClr>
                <a:schemeClr val="bg1"/>
              </a:buClr>
              <a:defRPr sz="20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56328591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Kapit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95B72B5-7F27-4E92-B885-C9274AA6E8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7675" y="3429000"/>
            <a:ext cx="3608388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4444A58E-6BD3-4C5C-8D0D-695678E581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8975" y="6352507"/>
            <a:ext cx="407088" cy="407088"/>
          </a:xfrm>
          <a:prstGeom prst="rect">
            <a:avLst/>
          </a:prstGeom>
        </p:spPr>
      </p:pic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A81420C6-C4D1-44FA-842D-1FCE355C68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3049200" cy="6858000"/>
          </a:xfrm>
          <a:solidFill>
            <a:srgbClr val="8BBF40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F0B7F28A-634C-4FDE-BC41-6E7FAF841E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49200" y="0"/>
            <a:ext cx="3049200" cy="6858000"/>
          </a:xfrm>
          <a:solidFill>
            <a:schemeClr val="accent5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25C986F5-AE26-4944-A198-BF41A0B517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8400" y="0"/>
            <a:ext cx="3049200" cy="6858000"/>
          </a:xfrm>
          <a:solidFill>
            <a:schemeClr val="accent4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31EA271B-6779-4302-8204-9D8465F2564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7600" y="0"/>
            <a:ext cx="3049200" cy="6858000"/>
          </a:xfrm>
          <a:solidFill>
            <a:schemeClr val="accent6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52C8C8AF-2104-47A6-BBD7-F1B99305017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0243" y="853870"/>
            <a:ext cx="2570639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13EF672-BFCF-40AF-908E-7CB173A550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0243" y="476250"/>
            <a:ext cx="2570639" cy="340042"/>
          </a:xfrm>
        </p:spPr>
        <p:txBody>
          <a:bodyPr lIns="0" tIns="0" rIns="0" bIns="36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B640F05E-E104-4577-8448-7F391E08C9D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88480" y="853870"/>
            <a:ext cx="2570639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1" name="Textplatzhalter 5">
            <a:extLst>
              <a:ext uri="{FF2B5EF4-FFF2-40B4-BE49-F238E27FC236}">
                <a16:creationId xmlns:a16="http://schemas.microsoft.com/office/drawing/2014/main" id="{27D222A8-3446-486D-B58A-2A30020D23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88480" y="476250"/>
            <a:ext cx="2570639" cy="340042"/>
          </a:xfrm>
        </p:spPr>
        <p:txBody>
          <a:bodyPr lIns="0" tIns="0" rIns="0" bIns="36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2" name="Textplatzhalter 6">
            <a:extLst>
              <a:ext uri="{FF2B5EF4-FFF2-40B4-BE49-F238E27FC236}">
                <a16:creationId xmlns:a16="http://schemas.microsoft.com/office/drawing/2014/main" id="{F58D50F9-5F7D-40C5-9072-59A543A8952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7680" y="853870"/>
            <a:ext cx="2570639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3" name="Textplatzhalter 5">
            <a:extLst>
              <a:ext uri="{FF2B5EF4-FFF2-40B4-BE49-F238E27FC236}">
                <a16:creationId xmlns:a16="http://schemas.microsoft.com/office/drawing/2014/main" id="{CF1506C3-5E3F-49FF-AA7C-0F9ECB3136B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37680" y="476250"/>
            <a:ext cx="2570639" cy="340042"/>
          </a:xfrm>
        </p:spPr>
        <p:txBody>
          <a:bodyPr lIns="0" tIns="0" rIns="0" bIns="36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1357F599-F75A-4BFD-8D0B-18DCD266AC1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356258" y="853870"/>
            <a:ext cx="2570639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5" name="Textplatzhalter 5">
            <a:extLst>
              <a:ext uri="{FF2B5EF4-FFF2-40B4-BE49-F238E27FC236}">
                <a16:creationId xmlns:a16="http://schemas.microsoft.com/office/drawing/2014/main" id="{F0EC3CF1-6D82-417C-B0CC-6106B9E9AC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56258" y="476250"/>
            <a:ext cx="2570639" cy="340042"/>
          </a:xfrm>
        </p:spPr>
        <p:txBody>
          <a:bodyPr lIns="0" tIns="0" rIns="0" bIns="36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F762959A-0E63-44BA-A970-0EB46A0216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0350" y="2455863"/>
            <a:ext cx="2579688" cy="3673475"/>
          </a:xfrm>
        </p:spPr>
        <p:txBody>
          <a:bodyPr/>
          <a:lstStyle>
            <a:lvl1pPr>
              <a:buClr>
                <a:schemeClr val="bg1"/>
              </a:buClr>
              <a:defRPr sz="20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9" name="Textplatzhalter 26">
            <a:extLst>
              <a:ext uri="{FF2B5EF4-FFF2-40B4-BE49-F238E27FC236}">
                <a16:creationId xmlns:a16="http://schemas.microsoft.com/office/drawing/2014/main" id="{A855F28D-0816-4138-96AE-A04FD07A6A3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67518" y="2455863"/>
            <a:ext cx="2579688" cy="3673475"/>
          </a:xfrm>
        </p:spPr>
        <p:txBody>
          <a:bodyPr/>
          <a:lstStyle>
            <a:lvl1pPr>
              <a:buClr>
                <a:schemeClr val="bg1"/>
              </a:buClr>
              <a:defRPr sz="20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30" name="Textplatzhalter 26">
            <a:extLst>
              <a:ext uri="{FF2B5EF4-FFF2-40B4-BE49-F238E27FC236}">
                <a16:creationId xmlns:a16="http://schemas.microsoft.com/office/drawing/2014/main" id="{170C8713-8539-459D-B996-11CFD47DCA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49594" y="2455863"/>
            <a:ext cx="2579688" cy="3673475"/>
          </a:xfrm>
        </p:spPr>
        <p:txBody>
          <a:bodyPr/>
          <a:lstStyle>
            <a:lvl1pPr>
              <a:buClr>
                <a:schemeClr val="bg1"/>
              </a:buClr>
              <a:defRPr sz="20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31" name="Textplatzhalter 26">
            <a:extLst>
              <a:ext uri="{FF2B5EF4-FFF2-40B4-BE49-F238E27FC236}">
                <a16:creationId xmlns:a16="http://schemas.microsoft.com/office/drawing/2014/main" id="{A587EFD5-BCB1-43B5-8526-205F8B7B2A4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35656" y="2455863"/>
            <a:ext cx="2579688" cy="3673475"/>
          </a:xfrm>
        </p:spPr>
        <p:txBody>
          <a:bodyPr/>
          <a:lstStyle>
            <a:lvl1pPr>
              <a:buClr>
                <a:schemeClr val="bg1"/>
              </a:buClr>
              <a:defRPr sz="20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1777802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Kapite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95B72B5-7F27-4E92-B885-C9274AA6E8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7675" y="3429000"/>
            <a:ext cx="3608388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4444A58E-6BD3-4C5C-8D0D-695678E581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8975" y="6352507"/>
            <a:ext cx="407088" cy="407088"/>
          </a:xfrm>
          <a:prstGeom prst="rect">
            <a:avLst/>
          </a:prstGeom>
        </p:spPr>
      </p:pic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A81420C6-C4D1-44FA-842D-1FCE355C68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3049200" cy="6858000"/>
          </a:xfrm>
          <a:solidFill>
            <a:srgbClr val="ED272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F0B7F28A-634C-4FDE-BC41-6E7FAF841E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49200" y="0"/>
            <a:ext cx="3049200" cy="6858000"/>
          </a:xfrm>
          <a:solidFill>
            <a:srgbClr val="6D0E4C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25C986F5-AE26-4944-A198-BF41A0B517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8400" y="0"/>
            <a:ext cx="3049200" cy="6858000"/>
          </a:xfrm>
          <a:solidFill>
            <a:schemeClr val="accent3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31EA271B-6779-4302-8204-9D8465F2564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7600" y="0"/>
            <a:ext cx="3049200" cy="6858000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52C8C8AF-2104-47A6-BBD7-F1B99305017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0243" y="853870"/>
            <a:ext cx="2570639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13EF672-BFCF-40AF-908E-7CB173A550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0243" y="476250"/>
            <a:ext cx="2570639" cy="340042"/>
          </a:xfrm>
        </p:spPr>
        <p:txBody>
          <a:bodyPr lIns="0" tIns="0" rIns="0" bIns="36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B640F05E-E104-4577-8448-7F391E08C9D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88480" y="853870"/>
            <a:ext cx="2570639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1" name="Textplatzhalter 5">
            <a:extLst>
              <a:ext uri="{FF2B5EF4-FFF2-40B4-BE49-F238E27FC236}">
                <a16:creationId xmlns:a16="http://schemas.microsoft.com/office/drawing/2014/main" id="{27D222A8-3446-486D-B58A-2A30020D23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88480" y="476250"/>
            <a:ext cx="2570639" cy="340042"/>
          </a:xfrm>
        </p:spPr>
        <p:txBody>
          <a:bodyPr lIns="0" tIns="0" rIns="0" bIns="36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2" name="Textplatzhalter 6">
            <a:extLst>
              <a:ext uri="{FF2B5EF4-FFF2-40B4-BE49-F238E27FC236}">
                <a16:creationId xmlns:a16="http://schemas.microsoft.com/office/drawing/2014/main" id="{F58D50F9-5F7D-40C5-9072-59A543A8952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7680" y="853870"/>
            <a:ext cx="2570639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3" name="Textplatzhalter 5">
            <a:extLst>
              <a:ext uri="{FF2B5EF4-FFF2-40B4-BE49-F238E27FC236}">
                <a16:creationId xmlns:a16="http://schemas.microsoft.com/office/drawing/2014/main" id="{CF1506C3-5E3F-49FF-AA7C-0F9ECB3136B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37680" y="476250"/>
            <a:ext cx="2570639" cy="340042"/>
          </a:xfrm>
        </p:spPr>
        <p:txBody>
          <a:bodyPr lIns="0" tIns="0" rIns="0" bIns="36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1357F599-F75A-4BFD-8D0B-18DCD266AC1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356258" y="853870"/>
            <a:ext cx="2570639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5" name="Textplatzhalter 5">
            <a:extLst>
              <a:ext uri="{FF2B5EF4-FFF2-40B4-BE49-F238E27FC236}">
                <a16:creationId xmlns:a16="http://schemas.microsoft.com/office/drawing/2014/main" id="{F0EC3CF1-6D82-417C-B0CC-6106B9E9AC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56258" y="476250"/>
            <a:ext cx="2570639" cy="340042"/>
          </a:xfrm>
        </p:spPr>
        <p:txBody>
          <a:bodyPr lIns="0" tIns="0" rIns="0" bIns="36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F762959A-0E63-44BA-A970-0EB46A0216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0350" y="2455863"/>
            <a:ext cx="2579688" cy="3673475"/>
          </a:xfrm>
        </p:spPr>
        <p:txBody>
          <a:bodyPr/>
          <a:lstStyle>
            <a:lvl1pPr>
              <a:buClr>
                <a:schemeClr val="bg1"/>
              </a:buClr>
              <a:defRPr sz="20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9" name="Textplatzhalter 26">
            <a:extLst>
              <a:ext uri="{FF2B5EF4-FFF2-40B4-BE49-F238E27FC236}">
                <a16:creationId xmlns:a16="http://schemas.microsoft.com/office/drawing/2014/main" id="{A855F28D-0816-4138-96AE-A04FD07A6A3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67518" y="2455863"/>
            <a:ext cx="2579688" cy="3673475"/>
          </a:xfrm>
        </p:spPr>
        <p:txBody>
          <a:bodyPr/>
          <a:lstStyle>
            <a:lvl1pPr>
              <a:buClr>
                <a:schemeClr val="bg1"/>
              </a:buClr>
              <a:defRPr sz="20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30" name="Textplatzhalter 26">
            <a:extLst>
              <a:ext uri="{FF2B5EF4-FFF2-40B4-BE49-F238E27FC236}">
                <a16:creationId xmlns:a16="http://schemas.microsoft.com/office/drawing/2014/main" id="{170C8713-8539-459D-B996-11CFD47DCA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49594" y="2455863"/>
            <a:ext cx="2579688" cy="3673475"/>
          </a:xfrm>
        </p:spPr>
        <p:txBody>
          <a:bodyPr/>
          <a:lstStyle>
            <a:lvl1pPr>
              <a:buClr>
                <a:schemeClr val="bg1"/>
              </a:buClr>
              <a:defRPr sz="20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31" name="Textplatzhalter 26">
            <a:extLst>
              <a:ext uri="{FF2B5EF4-FFF2-40B4-BE49-F238E27FC236}">
                <a16:creationId xmlns:a16="http://schemas.microsoft.com/office/drawing/2014/main" id="{A587EFD5-BCB1-43B5-8526-205F8B7B2A4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35656" y="2455863"/>
            <a:ext cx="2579688" cy="3673475"/>
          </a:xfrm>
        </p:spPr>
        <p:txBody>
          <a:bodyPr/>
          <a:lstStyle>
            <a:lvl1pPr>
              <a:buClr>
                <a:schemeClr val="bg1"/>
              </a:buClr>
              <a:defRPr sz="20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11963331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3803B84-C617-4F86-880D-BA48ECECA8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0"/>
            <a:ext cx="12191999" cy="6858000"/>
          </a:xfrm>
          <a:solidFill>
            <a:schemeClr val="accent5"/>
          </a:solidFill>
        </p:spPr>
        <p:txBody>
          <a:bodyPr lIns="504000" tIns="504000" rIns="504000" bIns="504000" anchor="ctr">
            <a:normAutofit/>
          </a:bodyPr>
          <a:lstStyle>
            <a:lvl1pPr marL="0" indent="0" algn="ctr"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Zitat</a:t>
            </a:r>
          </a:p>
        </p:txBody>
      </p:sp>
      <p:sp>
        <p:nvSpPr>
          <p:cNvPr id="4" name="Textplatzhalter 12">
            <a:extLst>
              <a:ext uri="{FF2B5EF4-FFF2-40B4-BE49-F238E27FC236}">
                <a16:creationId xmlns:a16="http://schemas.microsoft.com/office/drawing/2014/main" id="{E720FE1A-2D50-4223-921A-F574BB4A0CD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311650" y="263961"/>
            <a:ext cx="518400" cy="5184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pic>
        <p:nvPicPr>
          <p:cNvPr id="2" name="Inhaltsplatzhalter 4">
            <a:extLst>
              <a:ext uri="{FF2B5EF4-FFF2-40B4-BE49-F238E27FC236}">
                <a16:creationId xmlns:a16="http://schemas.microsoft.com/office/drawing/2014/main" id="{480EEFE3-DCB9-50E1-9CBE-0DC5B604A7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7529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3803B84-C617-4F86-880D-BA48ECECA8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0"/>
            <a:ext cx="6096000" cy="685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16AF22B2-75C2-4A7F-98F1-C8E4B4A05D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de-DE" sz="1200" dirty="0"/>
            </a:lvl1pPr>
          </a:lstStyle>
          <a:p>
            <a:pPr marL="72000" lvl="0" indent="-72000"/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F2F4F883-A7B8-4F38-94BE-F7E28BCD3A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950" y="1376363"/>
            <a:ext cx="5449303" cy="464487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AAB9FD5-B1A6-48FF-937A-58E92946ACD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428BE239-61F1-474C-97BF-1D6210D17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263961"/>
            <a:ext cx="5449303" cy="5111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C944FC87-564B-4B5C-9DD6-814470FBDBF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311650" y="263961"/>
            <a:ext cx="518400" cy="5184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pic>
        <p:nvPicPr>
          <p:cNvPr id="3" name="Inhaltsplatzhalter 4">
            <a:extLst>
              <a:ext uri="{FF2B5EF4-FFF2-40B4-BE49-F238E27FC236}">
                <a16:creationId xmlns:a16="http://schemas.microsoft.com/office/drawing/2014/main" id="{2D160FDE-F1AC-3652-CB85-765A78A74D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38042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66C700A6-07A4-4BB1-805E-2005BA268E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</a:t>
            </a:r>
          </a:p>
        </p:txBody>
      </p:sp>
      <p:sp>
        <p:nvSpPr>
          <p:cNvPr id="6" name="Bildplatzhalter"/>
          <p:cNvSpPr>
            <a:spLocks noGrp="1"/>
          </p:cNvSpPr>
          <p:nvPr>
            <p:ph type="pic" sz="quarter" idx="12"/>
          </p:nvPr>
        </p:nvSpPr>
        <p:spPr>
          <a:xfrm>
            <a:off x="0" y="1151680"/>
            <a:ext cx="12192000" cy="5706320"/>
          </a:xfrm>
          <a:prstGeom prst="rect">
            <a:avLst/>
          </a:prstGeo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en-US" sz="100"/>
            </a:lvl1pPr>
          </a:lstStyle>
          <a:p>
            <a:pPr marL="72000" lvl="0" indent="-72000"/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4F571861-869E-43F9-A040-F16A2CD713A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FB784126-14E6-4E5E-84B3-350AC8214E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41F5FF8-06C7-4689-81F1-71219FE13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9EF3051-218D-4788-9D55-6C77A2A95CD1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00024697-BFE0-91CE-A7C5-0DE2FD32B01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80543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0ED1D7D1-2937-4F70-A712-1C3ECD224B4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</a:t>
            </a:r>
          </a:p>
        </p:txBody>
      </p:sp>
      <p:sp>
        <p:nvSpPr>
          <p:cNvPr id="5" name="Bild Plazuhalter"/>
          <p:cNvSpPr>
            <a:spLocks noGrp="1"/>
          </p:cNvSpPr>
          <p:nvPr>
            <p:ph type="pic" sz="quarter" idx="12"/>
          </p:nvPr>
        </p:nvSpPr>
        <p:spPr>
          <a:xfrm>
            <a:off x="1162780" y="2011335"/>
            <a:ext cx="4608000" cy="2835330"/>
          </a:xfrm>
          <a:prstGeom prst="rect">
            <a:avLst/>
          </a:prstGeo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 marL="72000" indent="-72000">
              <a:defRPr lang="en-US" sz="1200" dirty="0"/>
            </a:lvl1pPr>
          </a:lstStyle>
          <a:p>
            <a:pPr lvl="0"/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6" name="Bild Plazuhalter"/>
          <p:cNvSpPr>
            <a:spLocks noGrp="1"/>
          </p:cNvSpPr>
          <p:nvPr>
            <p:ph type="pic" sz="quarter" idx="13"/>
          </p:nvPr>
        </p:nvSpPr>
        <p:spPr>
          <a:xfrm>
            <a:off x="6395557" y="2011335"/>
            <a:ext cx="4608000" cy="2835330"/>
          </a:xfrm>
          <a:prstGeom prst="rect">
            <a:avLst/>
          </a:prstGeo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en-US" sz="1200"/>
            </a:lvl1pPr>
          </a:lstStyle>
          <a:p>
            <a:pPr marL="72000" lvl="0" indent="-72000"/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300AFE0C-49B8-47C6-99A7-176734AA39C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62779" y="5005228"/>
            <a:ext cx="4608000" cy="350454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3" name="Textplatzhalter 11">
            <a:extLst>
              <a:ext uri="{FF2B5EF4-FFF2-40B4-BE49-F238E27FC236}">
                <a16:creationId xmlns:a16="http://schemas.microsoft.com/office/drawing/2014/main" id="{316518F3-7C2B-44C1-980C-6A1248A94A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95556" y="5005228"/>
            <a:ext cx="4608000" cy="350454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4" name="Textplatzhalter 11">
            <a:extLst>
              <a:ext uri="{FF2B5EF4-FFF2-40B4-BE49-F238E27FC236}">
                <a16:creationId xmlns:a16="http://schemas.microsoft.com/office/drawing/2014/main" id="{88BC936B-2FD1-49EA-A36F-D3AB2DB91E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62779" y="5423310"/>
            <a:ext cx="4608000" cy="350454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15" name="Textplatzhalter 11">
            <a:extLst>
              <a:ext uri="{FF2B5EF4-FFF2-40B4-BE49-F238E27FC236}">
                <a16:creationId xmlns:a16="http://schemas.microsoft.com/office/drawing/2014/main" id="{D3D83747-6286-497A-9DE6-5D2A3339ECC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5556" y="5423310"/>
            <a:ext cx="4608000" cy="350454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21" name="Foliennummernplatzhalter 20">
            <a:extLst>
              <a:ext uri="{FF2B5EF4-FFF2-40B4-BE49-F238E27FC236}">
                <a16:creationId xmlns:a16="http://schemas.microsoft.com/office/drawing/2014/main" id="{A30BBC91-ABE5-4E9D-A59A-182D3EF00051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2" name="Textplatzhalter 12">
            <a:extLst>
              <a:ext uri="{FF2B5EF4-FFF2-40B4-BE49-F238E27FC236}">
                <a16:creationId xmlns:a16="http://schemas.microsoft.com/office/drawing/2014/main" id="{C51926BD-49B9-405D-829E-50B58AE9392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311650" y="263961"/>
            <a:ext cx="518400" cy="5184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8" name="Textplatzhalter 8">
            <a:extLst>
              <a:ext uri="{FF2B5EF4-FFF2-40B4-BE49-F238E27FC236}">
                <a16:creationId xmlns:a16="http://schemas.microsoft.com/office/drawing/2014/main" id="{F8154FC0-CAAC-46A9-AFD4-D7EBFB1EA65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ACBA2704-231F-4DB2-AD00-A416828D16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231CB6B-E9C0-4910-B9BC-095ADA8F0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621F5DF0-1EEF-82DE-910B-9833E5A8D88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6154772"/>
            <a:ext cx="847090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3703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336B8ABB-1A59-4447-BA39-36054C568B1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546909" y="2113172"/>
            <a:ext cx="2394853" cy="2295555"/>
          </a:xfrm>
          <a:prstGeom prst="rect">
            <a:avLst/>
          </a:prstGeo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en-US" sz="1200"/>
            </a:lvl1pPr>
          </a:lstStyle>
          <a:p>
            <a:pPr marL="72000" lvl="0" indent="-72000"/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886156" y="2113172"/>
            <a:ext cx="2394853" cy="2295555"/>
          </a:xfrm>
          <a:prstGeom prst="rect">
            <a:avLst/>
          </a:prstGeo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en-US" sz="1200"/>
            </a:lvl1pPr>
          </a:lstStyle>
          <a:p>
            <a:pPr marL="72000" lvl="0" indent="-72000"/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8225403" y="2113172"/>
            <a:ext cx="2394853" cy="2295555"/>
          </a:xfrm>
          <a:prstGeom prst="rect">
            <a:avLst/>
          </a:prstGeo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en-US" sz="1200"/>
            </a:lvl1pPr>
          </a:lstStyle>
          <a:p>
            <a:pPr marL="72000" lvl="0" indent="-72000"/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291309F-A389-43BD-A5DD-B7AB5FA6CF1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Textplatzhalter 11">
            <a:extLst>
              <a:ext uri="{FF2B5EF4-FFF2-40B4-BE49-F238E27FC236}">
                <a16:creationId xmlns:a16="http://schemas.microsoft.com/office/drawing/2014/main" id="{FCF8A556-3290-4B9B-B0CB-FD167718B2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46909" y="4567290"/>
            <a:ext cx="2394000" cy="350454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1" name="Textplatzhalter 11">
            <a:extLst>
              <a:ext uri="{FF2B5EF4-FFF2-40B4-BE49-F238E27FC236}">
                <a16:creationId xmlns:a16="http://schemas.microsoft.com/office/drawing/2014/main" id="{AB8023AD-5FD2-4F7C-851D-81F2AC8580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46909" y="4985372"/>
            <a:ext cx="2394000" cy="350454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13" name="Textplatzhalter 11">
            <a:extLst>
              <a:ext uri="{FF2B5EF4-FFF2-40B4-BE49-F238E27FC236}">
                <a16:creationId xmlns:a16="http://schemas.microsoft.com/office/drawing/2014/main" id="{288E860D-2376-47F4-95E3-D994AAE6381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86156" y="4567290"/>
            <a:ext cx="2394000" cy="350454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4" name="Textplatzhalter 11">
            <a:extLst>
              <a:ext uri="{FF2B5EF4-FFF2-40B4-BE49-F238E27FC236}">
                <a16:creationId xmlns:a16="http://schemas.microsoft.com/office/drawing/2014/main" id="{E551CB79-6E32-4EC8-A56C-6286060108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86156" y="4985372"/>
            <a:ext cx="2394000" cy="350454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16" name="Textplatzhalter 11">
            <a:extLst>
              <a:ext uri="{FF2B5EF4-FFF2-40B4-BE49-F238E27FC236}">
                <a16:creationId xmlns:a16="http://schemas.microsoft.com/office/drawing/2014/main" id="{616FFEEC-7FFB-4C24-8506-EE8903D8CE0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25403" y="4567290"/>
            <a:ext cx="2394000" cy="350454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7" name="Textplatzhalter 11">
            <a:extLst>
              <a:ext uri="{FF2B5EF4-FFF2-40B4-BE49-F238E27FC236}">
                <a16:creationId xmlns:a16="http://schemas.microsoft.com/office/drawing/2014/main" id="{23F2D5E8-EA3C-4CC2-B239-B17E601792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25403" y="4985372"/>
            <a:ext cx="2394000" cy="350454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24" name="Textplatzhalter 8">
            <a:extLst>
              <a:ext uri="{FF2B5EF4-FFF2-40B4-BE49-F238E27FC236}">
                <a16:creationId xmlns:a16="http://schemas.microsoft.com/office/drawing/2014/main" id="{2F92988F-752A-4976-85EF-957805565F3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59E56939-69C3-44AE-BFF0-82E42296B8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1930BCC-BEF4-4FF9-BB5B-29C041BCD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9A84CCEF-9E26-0B0F-656B-F7181938E1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6154772"/>
            <a:ext cx="847090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19202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5C3BBCF1-FFCB-414C-BE90-09ABB07C896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71287" y="2113172"/>
            <a:ext cx="2394853" cy="2295555"/>
          </a:xfrm>
          <a:prstGeom prst="rect">
            <a:avLst/>
          </a:prstGeo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en-US" sz="1200"/>
            </a:lvl1pPr>
          </a:lstStyle>
          <a:p>
            <a:pPr marL="72000" lvl="0" indent="-72000"/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478898" y="2113172"/>
            <a:ext cx="2394853" cy="2295555"/>
          </a:xfrm>
          <a:prstGeom prst="rect">
            <a:avLst/>
          </a:prstGeo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en-US" sz="1200"/>
            </a:lvl1pPr>
          </a:lstStyle>
          <a:p>
            <a:pPr marL="72000" lvl="0" indent="-72000"/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307669" y="2113172"/>
            <a:ext cx="2394853" cy="2295555"/>
          </a:xfrm>
          <a:prstGeom prst="rect">
            <a:avLst/>
          </a:prstGeo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en-US" sz="1200"/>
            </a:lvl1pPr>
          </a:lstStyle>
          <a:p>
            <a:pPr marL="72000" lvl="0" indent="-72000"/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9125008" y="2113172"/>
            <a:ext cx="2394853" cy="2295555"/>
          </a:xfrm>
          <a:prstGeom prst="rect">
            <a:avLst/>
          </a:prstGeo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en-US" sz="1200"/>
            </a:lvl1pPr>
          </a:lstStyle>
          <a:p>
            <a:pPr marL="72000" lvl="0" indent="-72000"/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93E2060-E54D-4B11-A6CA-8AD57FA21BA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C574DC84-81B0-4841-AB42-73E09D4C20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1287" y="4567290"/>
            <a:ext cx="2394000" cy="350454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3" name="Textplatzhalter 11">
            <a:extLst>
              <a:ext uri="{FF2B5EF4-FFF2-40B4-BE49-F238E27FC236}">
                <a16:creationId xmlns:a16="http://schemas.microsoft.com/office/drawing/2014/main" id="{B39F155E-4BEC-48FA-A42B-F9C966EAE6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1287" y="4985372"/>
            <a:ext cx="2394000" cy="350454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21" name="Textplatzhalter 11">
            <a:extLst>
              <a:ext uri="{FF2B5EF4-FFF2-40B4-BE49-F238E27FC236}">
                <a16:creationId xmlns:a16="http://schemas.microsoft.com/office/drawing/2014/main" id="{D614EA8C-17C7-4104-874C-508D1494C10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78898" y="4567290"/>
            <a:ext cx="2394000" cy="350454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22" name="Textplatzhalter 11">
            <a:extLst>
              <a:ext uri="{FF2B5EF4-FFF2-40B4-BE49-F238E27FC236}">
                <a16:creationId xmlns:a16="http://schemas.microsoft.com/office/drawing/2014/main" id="{D873F095-7A52-4C91-A1F4-525C87163F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78898" y="4985372"/>
            <a:ext cx="2394000" cy="350454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24" name="Textplatzhalter 11">
            <a:extLst>
              <a:ext uri="{FF2B5EF4-FFF2-40B4-BE49-F238E27FC236}">
                <a16:creationId xmlns:a16="http://schemas.microsoft.com/office/drawing/2014/main" id="{8AF473F9-455A-4364-9D41-26CB3BC6DC5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7669" y="4567290"/>
            <a:ext cx="2394000" cy="350454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25" name="Textplatzhalter 11">
            <a:extLst>
              <a:ext uri="{FF2B5EF4-FFF2-40B4-BE49-F238E27FC236}">
                <a16:creationId xmlns:a16="http://schemas.microsoft.com/office/drawing/2014/main" id="{14E1ECEC-4ADC-420C-B18B-B732A4F2406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07669" y="4985372"/>
            <a:ext cx="2394000" cy="350454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27" name="Textplatzhalter 11">
            <a:extLst>
              <a:ext uri="{FF2B5EF4-FFF2-40B4-BE49-F238E27FC236}">
                <a16:creationId xmlns:a16="http://schemas.microsoft.com/office/drawing/2014/main" id="{8A172F0F-6BFB-46AC-9C89-20FBF1F271A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125008" y="4567290"/>
            <a:ext cx="2394000" cy="350454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28" name="Textplatzhalter 11">
            <a:extLst>
              <a:ext uri="{FF2B5EF4-FFF2-40B4-BE49-F238E27FC236}">
                <a16:creationId xmlns:a16="http://schemas.microsoft.com/office/drawing/2014/main" id="{836155E6-1AE9-4FF4-8C52-86370AF506C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25008" y="4985372"/>
            <a:ext cx="2394000" cy="350454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26" name="Textplatzhalter 8">
            <a:extLst>
              <a:ext uri="{FF2B5EF4-FFF2-40B4-BE49-F238E27FC236}">
                <a16:creationId xmlns:a16="http://schemas.microsoft.com/office/drawing/2014/main" id="{3C299EDF-D6C3-4F6C-BF1F-050243FD170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A75B6A18-915A-4170-904F-D357F4CC58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2534CFF-4600-4233-868A-1BE106F56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D12BEB6F-7C64-D0CA-7AEB-337C1DF2BAA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6154772"/>
            <a:ext cx="847090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13262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len D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1520D2B-CC56-4F78-95F4-6DD19F33FD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0" y="3429000"/>
            <a:ext cx="12192000" cy="3429000"/>
          </a:xfrm>
          <a:solidFill>
            <a:schemeClr val="tx2"/>
          </a:solidFill>
        </p:spPr>
        <p:txBody>
          <a:bodyPr vert="horz" wrap="square" lIns="504000" tIns="504000" rIns="504000" bIns="1440000" rtlCol="0" anchor="ctr">
            <a:noAutofit/>
          </a:bodyPr>
          <a:lstStyle>
            <a:lvl1pPr algn="ctr">
              <a:defRPr lang="de-DE" sz="7200" dirty="0" smtClean="0">
                <a:solidFill>
                  <a:schemeClr val="bg1"/>
                </a:solidFill>
              </a:defRPr>
            </a:lvl1pPr>
            <a:lvl2pPr>
              <a:defRPr lang="de-DE" dirty="0" smtClean="0"/>
            </a:lvl2pPr>
            <a:lvl3pPr>
              <a:defRPr lang="de-DE" dirty="0" smtClean="0"/>
            </a:lvl3pPr>
            <a:lvl4pPr>
              <a:defRPr lang="de-DE" dirty="0" smtClean="0"/>
            </a:lvl4pPr>
            <a:lvl5pPr>
              <a:defRPr lang="de-DE" dirty="0"/>
            </a:lvl5pPr>
          </a:lstStyle>
          <a:p>
            <a:pPr marL="0" lvl="0" indent="0" algn="ctr">
              <a:buNone/>
            </a:pPr>
            <a:r>
              <a:rPr lang="de-DE" dirty="0"/>
              <a:t>Vielen Dank</a:t>
            </a:r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69C6C9B5-99E9-412C-859B-0789CA5FBE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429000"/>
          </a:xfr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de-DE" sz="100"/>
            </a:lvl1pPr>
          </a:lstStyle>
          <a:p>
            <a:pPr marL="72000" lvl="0" indent="-72000"/>
            <a:r>
              <a:rPr lang="de-DE"/>
              <a:t>Bild durch Klicken auf Symbol hinzufügen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05FA979-D90F-4B22-9811-1139D7CCBE7D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2" name="Inhaltsplatzhalter 4">
            <a:extLst>
              <a:ext uri="{FF2B5EF4-FFF2-40B4-BE49-F238E27FC236}">
                <a16:creationId xmlns:a16="http://schemas.microsoft.com/office/drawing/2014/main" id="{3E3337E2-A88A-5C10-C898-BBE534C338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69694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">
            <a:extLst>
              <a:ext uri="{FF2B5EF4-FFF2-40B4-BE49-F238E27FC236}">
                <a16:creationId xmlns:a16="http://schemas.microsoft.com/office/drawing/2014/main" id="{C3810C0A-C02C-4484-9679-7B22A61A7C7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0" y="0"/>
            <a:ext cx="5849470" cy="6858000"/>
          </a:xfrm>
          <a:solidFill>
            <a:schemeClr val="tx2"/>
          </a:solidFill>
        </p:spPr>
        <p:txBody>
          <a:bodyPr lIns="360000" tIns="1332000" rIns="540000" bIns="1080000"/>
          <a:lstStyle>
            <a:lvl1pPr>
              <a:buClr>
                <a:schemeClr val="bg1"/>
              </a:buClr>
              <a:defRPr sz="24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2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24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2400"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1CED9F95-86AC-4A45-892D-F5C3DD1D48E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849938" y="0"/>
            <a:ext cx="6342062" cy="6858000"/>
          </a:xfr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de-DE" sz="100"/>
            </a:lvl1pPr>
          </a:lstStyle>
          <a:p>
            <a:pPr marL="72000" lvl="0" indent="-72000"/>
            <a:r>
              <a:rPr lang="de-DE"/>
              <a:t>Bild durch Klicken auf Symbol hinzufügen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4930F5A-B27F-4E4C-923D-9C1B9A048ACA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851D46DF-FFAB-45B7-85F6-76FD276471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50" y="263961"/>
            <a:ext cx="5224658" cy="411931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Kontakt</a:t>
            </a:r>
          </a:p>
        </p:txBody>
      </p:sp>
      <p:pic>
        <p:nvPicPr>
          <p:cNvPr id="2" name="Inhaltsplatzhalter 4">
            <a:extLst>
              <a:ext uri="{FF2B5EF4-FFF2-40B4-BE49-F238E27FC236}">
                <a16:creationId xmlns:a16="http://schemas.microsoft.com/office/drawing/2014/main" id="{8E451416-C01E-7503-3E10-2C1592C4F1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217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D380433-BE7D-40EA-8708-2890B2F0D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1950" y="1376363"/>
            <a:ext cx="11465462" cy="48974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8768CC-8298-409E-9A7E-515521247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462" y="6411476"/>
            <a:ext cx="518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42" name="Rechteck 141" hidden="1">
            <a:extLst>
              <a:ext uri="{FF2B5EF4-FFF2-40B4-BE49-F238E27FC236}">
                <a16:creationId xmlns:a16="http://schemas.microsoft.com/office/drawing/2014/main" id="{8AD8BB1A-683B-4219-9ABB-D6FA650564B0}"/>
              </a:ext>
            </a:extLst>
          </p:cNvPr>
          <p:cNvSpPr/>
          <p:nvPr userDrawn="1"/>
        </p:nvSpPr>
        <p:spPr>
          <a:xfrm>
            <a:off x="5170415" y="-1318339"/>
            <a:ext cx="213231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100" dirty="0">
                <a:solidFill>
                  <a:srgbClr val="000000"/>
                </a:solidFill>
                <a:latin typeface="+mj-lt"/>
              </a:rPr>
              <a:t>COLOURVARIETY COLOURS</a:t>
            </a:r>
          </a:p>
        </p:txBody>
      </p:sp>
      <p:sp>
        <p:nvSpPr>
          <p:cNvPr id="9" name="Titelplatzhalter 8">
            <a:extLst>
              <a:ext uri="{FF2B5EF4-FFF2-40B4-BE49-F238E27FC236}">
                <a16:creationId xmlns:a16="http://schemas.microsoft.com/office/drawing/2014/main" id="{3D363BCB-CE61-4A2D-B7C7-A9ED1DF2A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263961"/>
            <a:ext cx="10662608" cy="41193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de-DE" dirty="0"/>
              <a:t>Titel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33273CC2-54E2-409E-8137-86DD09D065C5}"/>
              </a:ext>
            </a:extLst>
          </p:cNvPr>
          <p:cNvPicPr>
            <a:picLocks noChangeAspect="1"/>
          </p:cNvPicPr>
          <p:nvPr userDrawn="1"/>
        </p:nvPicPr>
        <p:blipFill>
          <a:blip r:embed="rId6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152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4" r:id="rId8"/>
    <p:sldLayoutId id="2147483745" r:id="rId9"/>
    <p:sldLayoutId id="2147483735" r:id="rId10"/>
    <p:sldLayoutId id="2147483658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655" r:id="rId19"/>
    <p:sldLayoutId id="2147483711" r:id="rId20"/>
    <p:sldLayoutId id="2147483726" r:id="rId21"/>
    <p:sldLayoutId id="2147483727" r:id="rId22"/>
    <p:sldLayoutId id="2147483728" r:id="rId23"/>
    <p:sldLayoutId id="2147483732" r:id="rId24"/>
    <p:sldLayoutId id="2147483729" r:id="rId25"/>
    <p:sldLayoutId id="2147483730" r:id="rId26"/>
    <p:sldLayoutId id="2147483731" r:id="rId27"/>
    <p:sldLayoutId id="2147483733" r:id="rId28"/>
    <p:sldLayoutId id="2147483712" r:id="rId29"/>
    <p:sldLayoutId id="2147483746" r:id="rId30"/>
    <p:sldLayoutId id="2147483748" r:id="rId31"/>
    <p:sldLayoutId id="2147483749" r:id="rId32"/>
    <p:sldLayoutId id="2147483750" r:id="rId33"/>
    <p:sldLayoutId id="2147483751" r:id="rId34"/>
    <p:sldLayoutId id="2147483747" r:id="rId35"/>
    <p:sldLayoutId id="2147483752" r:id="rId36"/>
    <p:sldLayoutId id="2147483753" r:id="rId37"/>
    <p:sldLayoutId id="2147483766" r:id="rId38"/>
    <p:sldLayoutId id="2147483767" r:id="rId39"/>
    <p:sldLayoutId id="2147483768" r:id="rId40"/>
    <p:sldLayoutId id="2147483776" r:id="rId41"/>
    <p:sldLayoutId id="2147483754" r:id="rId42"/>
    <p:sldLayoutId id="2147483755" r:id="rId43"/>
    <p:sldLayoutId id="2147483756" r:id="rId44"/>
    <p:sldLayoutId id="2147483708" r:id="rId45"/>
    <p:sldLayoutId id="2147483757" r:id="rId46"/>
    <p:sldLayoutId id="2147483758" r:id="rId47"/>
    <p:sldLayoutId id="2147483759" r:id="rId48"/>
    <p:sldLayoutId id="2147483760" r:id="rId49"/>
    <p:sldLayoutId id="2147483761" r:id="rId50"/>
    <p:sldLayoutId id="2147483762" r:id="rId51"/>
    <p:sldLayoutId id="2147483683" r:id="rId52"/>
    <p:sldLayoutId id="2147483763" r:id="rId53"/>
    <p:sldLayoutId id="2147483764" r:id="rId54"/>
    <p:sldLayoutId id="2147483765" r:id="rId55"/>
    <p:sldLayoutId id="2147483684" r:id="rId56"/>
    <p:sldLayoutId id="2147483682" r:id="rId57"/>
    <p:sldLayoutId id="2147483715" r:id="rId58"/>
    <p:sldLayoutId id="2147483771" r:id="rId59"/>
    <p:sldLayoutId id="2147483772" r:id="rId60"/>
    <p:sldLayoutId id="2147483773" r:id="rId61"/>
    <p:sldLayoutId id="2147483724" r:id="rId62"/>
    <p:sldLayoutId id="2147483723" r:id="rId63"/>
  </p:sldLayoutIdLst>
  <p:hf hdr="0" ftr="0" dt="0"/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lang="de-DE" sz="3200" kern="1200" cap="none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936000" indent="-2286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000000"/>
          </p15:clr>
        </p15:guide>
        <p15:guide id="2" orient="horz" pos="2160" userDrawn="1">
          <p15:clr>
            <a:srgbClr val="000000"/>
          </p15:clr>
        </p15:guide>
        <p15:guide id="4" pos="7452" userDrawn="1">
          <p15:clr>
            <a:srgbClr val="000000"/>
          </p15:clr>
        </p15:guide>
        <p15:guide id="5" orient="horz" pos="164" userDrawn="1">
          <p15:clr>
            <a:srgbClr val="000000"/>
          </p15:clr>
        </p15:guide>
        <p15:guide id="6" orient="horz" pos="3952" userDrawn="1">
          <p15:clr>
            <a:srgbClr val="000000"/>
          </p15:clr>
        </p15:guide>
        <p15:guide id="7" orient="horz" pos="867" userDrawn="1">
          <p15:clr>
            <a:srgbClr val="000000"/>
          </p15:clr>
        </p15:guide>
        <p15:guide id="8" pos="228" userDrawn="1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el 20">
            <a:extLst>
              <a:ext uri="{FF2B5EF4-FFF2-40B4-BE49-F238E27FC236}">
                <a16:creationId xmlns:a16="http://schemas.microsoft.com/office/drawing/2014/main" id="{A003944C-95DE-4E9F-B405-18276FB169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Update 17.03.26</a:t>
            </a:r>
          </a:p>
        </p:txBody>
      </p:sp>
      <p:sp>
        <p:nvSpPr>
          <p:cNvPr id="22" name="Untertitel 21">
            <a:extLst>
              <a:ext uri="{FF2B5EF4-FFF2-40B4-BE49-F238E27FC236}">
                <a16:creationId xmlns:a16="http://schemas.microsoft.com/office/drawing/2014/main" id="{D9938C65-4CB1-402D-8F48-AC651A68C9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F6485BA3-8A1E-49B1-925E-B5FD64CD3B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001CFB62-2C5C-4DAB-A4EB-A2A61AD51F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4970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99A0EE86-E694-4999-BA28-827ECA8542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2D0508B-DA89-4B96-90D5-C8C971499F0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76A53F6-CCC4-4A86-91CD-DC30DD6E286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9A6869AA-555E-46FA-A63F-417D0ED5B4C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07B43A4F-5F1B-4CD9-8A40-6867E3C4C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3AE900BD-2E7B-4992-B362-C093683981A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0A73DDB-6A99-4874-96AA-C53185F8356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E8E330A-1D43-4ACA-AD3D-3DA23FDDD0AA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1A29879B-67C3-4B65-92A7-732FA8B5C5EE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C278D5C7-4680-4A0B-8992-5CA9BA407AB2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r>
              <a:rPr lang="de-DE" dirty="0" err="1"/>
              <a:t>Methodology</a:t>
            </a:r>
            <a:r>
              <a:rPr lang="de-DE" dirty="0"/>
              <a:t> </a:t>
            </a:r>
            <a:r>
              <a:rPr lang="de-DE" dirty="0" err="1"/>
              <a:t>recap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5B009CB4-7F9B-4071-86B4-E6013269AC5A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r>
              <a:rPr lang="de-DE" dirty="0"/>
              <a:t>Model </a:t>
            </a:r>
            <a:r>
              <a:rPr lang="de-DE" dirty="0" err="1"/>
              <a:t>Overview</a:t>
            </a:r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533AF690-513A-4034-B051-5F7924732BE3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A64A0FBC-8447-43E9-B345-0DF76DD35C2A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r>
              <a:rPr lang="de-DE" dirty="0"/>
              <a:t>Data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E9D743BE-9EA6-42F5-B254-8552B09BA478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9DE5F2BC-A56C-483D-A9F2-BD8E363D867E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r>
              <a:rPr lang="de-DE" dirty="0" err="1"/>
              <a:t>Empirical</a:t>
            </a:r>
            <a:r>
              <a:rPr lang="de-DE" dirty="0"/>
              <a:t> </a:t>
            </a:r>
            <a:r>
              <a:rPr lang="de-DE" dirty="0" err="1"/>
              <a:t>Results</a:t>
            </a:r>
            <a:endParaRPr lang="de-DE" dirty="0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AE714FE2-7CA2-4B08-8A49-85D18C237C74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r>
              <a:rPr lang="de-DE" dirty="0"/>
              <a:t>QLIKE, RQ1, RQ2, MCS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3357D06A-A5AF-420A-89AF-13D18082B922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9799560B-2DEA-4175-8F41-668403001514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64580DB5-F633-4AB4-B17B-4445C9F56F92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C5F0EC94-055F-4B59-9725-332A5DDB465C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0" name="Foliennummernplatzhalter 49">
            <a:extLst>
              <a:ext uri="{FF2B5EF4-FFF2-40B4-BE49-F238E27FC236}">
                <a16:creationId xmlns:a16="http://schemas.microsoft.com/office/drawing/2014/main" id="{6B7B9A22-D754-425A-9B30-C3A46861628D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3241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678A4-E490-0BDB-073C-DEBE2F139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Untertitel">
            <a:extLst>
              <a:ext uri="{FF2B5EF4-FFF2-40B4-BE49-F238E27FC236}">
                <a16:creationId xmlns:a16="http://schemas.microsoft.com/office/drawing/2014/main" id="{47419D07-BB9E-AF42-E6DC-3313FD2814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solidFill>
            <a:srgbClr val="004976"/>
          </a:solidFill>
        </p:spPr>
        <p:txBody>
          <a:bodyPr/>
          <a:lstStyle/>
          <a:p>
            <a:r>
              <a:rPr lang="de-DE" dirty="0"/>
              <a:t>Geben Sie Ihren Untertitel ein</a:t>
            </a:r>
          </a:p>
        </p:txBody>
      </p:sp>
      <p:graphicFrame>
        <p:nvGraphicFramePr>
          <p:cNvPr id="13" name="Inhalt">
            <a:extLst>
              <a:ext uri="{FF2B5EF4-FFF2-40B4-BE49-F238E27FC236}">
                <a16:creationId xmlns:a16="http://schemas.microsoft.com/office/drawing/2014/main" id="{D0E82350-04DF-8037-C827-F6D85E19C8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7030355"/>
              </p:ext>
            </p:extLst>
          </p:nvPr>
        </p:nvGraphicFramePr>
        <p:xfrm>
          <a:off x="361950" y="1376362"/>
          <a:ext cx="11468100" cy="4021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7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7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81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8127">
                  <a:extLst>
                    <a:ext uri="{9D8B030D-6E8A-4147-A177-3AD203B41FA5}">
                      <a16:colId xmlns:a16="http://schemas.microsoft.com/office/drawing/2014/main" val="4087810765"/>
                    </a:ext>
                  </a:extLst>
                </a:gridCol>
                <a:gridCol w="1848127">
                  <a:extLst>
                    <a:ext uri="{9D8B030D-6E8A-4147-A177-3AD203B41FA5}">
                      <a16:colId xmlns:a16="http://schemas.microsoft.com/office/drawing/2014/main" val="4219205736"/>
                    </a:ext>
                  </a:extLst>
                </a:gridCol>
                <a:gridCol w="1848127">
                  <a:extLst>
                    <a:ext uri="{9D8B030D-6E8A-4147-A177-3AD203B41FA5}">
                      <a16:colId xmlns:a16="http://schemas.microsoft.com/office/drawing/2014/main" val="546767358"/>
                    </a:ext>
                  </a:extLst>
                </a:gridCol>
              </a:tblGrid>
              <a:tr h="477663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spc="0" baseline="0" noProof="0" dirty="0">
                          <a:latin typeface="+mj-lt"/>
                        </a:rPr>
                        <a:t>Feature</a:t>
                      </a:r>
                    </a:p>
                  </a:txBody>
                  <a:tcPr marL="144658" marR="72329" marT="72000" marB="72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71B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spc="0" baseline="0" noProof="0" dirty="0">
                          <a:latin typeface="+mj-lt"/>
                        </a:rPr>
                        <a:t>Hist. </a:t>
                      </a:r>
                      <a:r>
                        <a:rPr lang="de-DE" sz="1800" spc="0" baseline="0" noProof="0" dirty="0" err="1">
                          <a:latin typeface="+mj-lt"/>
                        </a:rPr>
                        <a:t>Vol</a:t>
                      </a:r>
                      <a:endParaRPr lang="de-DE" sz="1800" b="0" spc="0" baseline="0" noProof="0" dirty="0">
                        <a:latin typeface="+mj-lt"/>
                      </a:endParaRPr>
                    </a:p>
                  </a:txBody>
                  <a:tcPr marL="144658" marR="72329" marT="72000" marB="72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spc="0" baseline="0" noProof="0" dirty="0">
                          <a:latin typeface="+mj-lt"/>
                        </a:rPr>
                        <a:t>GARCH(1,1)</a:t>
                      </a:r>
                      <a:endParaRPr lang="de-DE" sz="1800" b="0" spc="0" baseline="0" noProof="0" dirty="0">
                        <a:latin typeface="+mj-lt"/>
                      </a:endParaRPr>
                    </a:p>
                  </a:txBody>
                  <a:tcPr marL="144658" marR="72329" marT="72000" marB="72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="1" spc="0" baseline="0" noProof="0" dirty="0">
                          <a:latin typeface="+mj-lt"/>
                        </a:rPr>
                        <a:t>HAR-OLS</a:t>
                      </a:r>
                    </a:p>
                  </a:txBody>
                  <a:tcPr marL="144658" marR="72329" marT="72000" marB="72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="1" spc="0" baseline="0" noProof="0" dirty="0">
                          <a:latin typeface="+mj-lt"/>
                        </a:rPr>
                        <a:t>HAR-QR</a:t>
                      </a:r>
                    </a:p>
                  </a:txBody>
                  <a:tcPr marL="144658" marR="72329" marT="72000" marB="72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="1" spc="0" baseline="0" noProof="0" dirty="0">
                          <a:latin typeface="+mj-lt"/>
                        </a:rPr>
                        <a:t>HAR-X-QR</a:t>
                      </a:r>
                    </a:p>
                  </a:txBody>
                  <a:tcPr marL="144658" marR="72329" marT="72000" marB="72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9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aseline="0" noProof="0" dirty="0">
                          <a:solidFill>
                            <a:srgbClr val="1971B8"/>
                          </a:solidFill>
                          <a:latin typeface="+mn-lt"/>
                        </a:rPr>
                        <a:t>Model </a:t>
                      </a:r>
                      <a:r>
                        <a:rPr lang="de-DE" sz="1800" baseline="0" noProof="0" dirty="0" err="1">
                          <a:solidFill>
                            <a:srgbClr val="1971B8"/>
                          </a:solidFill>
                          <a:latin typeface="+mn-lt"/>
                        </a:rPr>
                        <a:t>class</a:t>
                      </a:r>
                      <a:endParaRPr lang="de-DE" sz="1800" baseline="0" noProof="0" dirty="0">
                        <a:solidFill>
                          <a:srgbClr val="1971B8"/>
                        </a:solidFill>
                        <a:latin typeface="+mn-lt"/>
                      </a:endParaRPr>
                    </a:p>
                  </a:txBody>
                  <a:tcPr marL="144658" marR="72329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Non-</a:t>
                      </a:r>
                      <a:r>
                        <a:rPr lang="de-DE" sz="1800" baseline="0" noProof="0" dirty="0" err="1">
                          <a:solidFill>
                            <a:srgbClr val="000000"/>
                          </a:solidFill>
                          <a:latin typeface="+mn-lt"/>
                        </a:rPr>
                        <a:t>param</a:t>
                      </a:r>
                      <a:endParaRPr lang="de-DE" sz="1800" baseline="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44658" marR="72329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ARCH-type</a:t>
                      </a:r>
                    </a:p>
                  </a:txBody>
                  <a:tcPr marL="144658" marR="72329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Linear reg.</a:t>
                      </a:r>
                    </a:p>
                  </a:txBody>
                  <a:tcPr marL="144658" marR="72329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Quantile reg.</a:t>
                      </a:r>
                    </a:p>
                  </a:txBody>
                  <a:tcPr marL="144658" marR="72329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Quantile reg.</a:t>
                      </a:r>
                    </a:p>
                  </a:txBody>
                  <a:tcPr marL="144658" marR="72329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137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aseline="0" noProof="0" dirty="0">
                          <a:solidFill>
                            <a:srgbClr val="1971B8"/>
                          </a:solidFill>
                          <a:latin typeface="+mn-lt"/>
                        </a:rPr>
                        <a:t>HAR lags (d/w/m)</a:t>
                      </a:r>
                    </a:p>
                  </a:txBody>
                  <a:tcPr marL="144658" marR="72329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aseline="0" noProof="0" dirty="0" err="1">
                          <a:solidFill>
                            <a:srgbClr val="000000"/>
                          </a:solidFill>
                          <a:latin typeface="+mn-lt"/>
                        </a:rPr>
                        <a:t>No</a:t>
                      </a:r>
                      <a:endParaRPr lang="de-DE" sz="1800" baseline="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44658" marR="72329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aseline="0" noProof="0" dirty="0" err="1">
                          <a:solidFill>
                            <a:srgbClr val="000000"/>
                          </a:solidFill>
                          <a:latin typeface="+mn-lt"/>
                        </a:rPr>
                        <a:t>No</a:t>
                      </a:r>
                      <a:endParaRPr lang="de-DE" sz="1800" baseline="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44658" marR="72329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Yes</a:t>
                      </a:r>
                    </a:p>
                  </a:txBody>
                  <a:tcPr marL="144658" marR="72329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Yes</a:t>
                      </a:r>
                    </a:p>
                  </a:txBody>
                  <a:tcPr marL="144658" marR="72329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Yes</a:t>
                      </a:r>
                    </a:p>
                  </a:txBody>
                  <a:tcPr marL="144658" marR="72329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9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aseline="0" noProof="0" dirty="0">
                          <a:solidFill>
                            <a:srgbClr val="1971B8"/>
                          </a:solidFill>
                          <a:latin typeface="+mn-lt"/>
                        </a:rPr>
                        <a:t>ENSO </a:t>
                      </a:r>
                      <a:r>
                        <a:rPr lang="de-DE" sz="1800" baseline="0" noProof="0" dirty="0" err="1">
                          <a:solidFill>
                            <a:srgbClr val="1971B8"/>
                          </a:solidFill>
                          <a:latin typeface="+mn-lt"/>
                        </a:rPr>
                        <a:t>regressor</a:t>
                      </a:r>
                      <a:endParaRPr lang="de-DE" sz="1800" baseline="0" noProof="0" dirty="0">
                        <a:solidFill>
                          <a:srgbClr val="1971B8"/>
                        </a:solidFill>
                        <a:latin typeface="+mn-lt"/>
                      </a:endParaRPr>
                    </a:p>
                  </a:txBody>
                  <a:tcPr marL="144658" marR="72329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aseline="0" noProof="0" dirty="0" err="1">
                          <a:solidFill>
                            <a:srgbClr val="000000"/>
                          </a:solidFill>
                          <a:latin typeface="+mn-lt"/>
                        </a:rPr>
                        <a:t>No</a:t>
                      </a:r>
                      <a:endParaRPr lang="de-DE" sz="1800" baseline="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44658" marR="72329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aseline="0" noProof="0" dirty="0" err="1">
                          <a:solidFill>
                            <a:srgbClr val="000000"/>
                          </a:solidFill>
                          <a:latin typeface="+mn-lt"/>
                        </a:rPr>
                        <a:t>No</a:t>
                      </a:r>
                      <a:endParaRPr lang="de-DE" sz="1800" baseline="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44658" marR="72329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aseline="0" noProof="0" dirty="0" err="1">
                          <a:solidFill>
                            <a:srgbClr val="000000"/>
                          </a:solidFill>
                          <a:latin typeface="+mn-lt"/>
                        </a:rPr>
                        <a:t>No</a:t>
                      </a:r>
                      <a:endParaRPr lang="de-DE" sz="1800" baseline="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44658" marR="72329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aseline="0" noProof="0" dirty="0" err="1">
                          <a:solidFill>
                            <a:srgbClr val="000000"/>
                          </a:solidFill>
                          <a:latin typeface="+mn-lt"/>
                        </a:rPr>
                        <a:t>No</a:t>
                      </a:r>
                      <a:endParaRPr lang="de-DE" sz="1800" baseline="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44658" marR="72329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="1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Yes</a:t>
                      </a:r>
                    </a:p>
                  </a:txBody>
                  <a:tcPr marL="144658" marR="72329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9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aseline="0" noProof="0" dirty="0">
                          <a:solidFill>
                            <a:srgbClr val="1971B8"/>
                          </a:solidFill>
                          <a:latin typeface="+mn-lt"/>
                        </a:rPr>
                        <a:t>Quantile </a:t>
                      </a:r>
                      <a:r>
                        <a:rPr lang="de-DE" sz="1800" baseline="0" noProof="0" dirty="0" err="1">
                          <a:solidFill>
                            <a:srgbClr val="1971B8"/>
                          </a:solidFill>
                          <a:latin typeface="+mn-lt"/>
                        </a:rPr>
                        <a:t>output</a:t>
                      </a:r>
                      <a:endParaRPr lang="de-DE" sz="1800" baseline="0" noProof="0" dirty="0">
                        <a:solidFill>
                          <a:srgbClr val="1971B8"/>
                        </a:solidFill>
                        <a:latin typeface="+mn-lt"/>
                      </a:endParaRPr>
                    </a:p>
                  </a:txBody>
                  <a:tcPr marL="144658" marR="72329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aseline="0" noProof="0" dirty="0" err="1">
                          <a:solidFill>
                            <a:srgbClr val="000000"/>
                          </a:solidFill>
                          <a:latin typeface="+mn-lt"/>
                        </a:rPr>
                        <a:t>Empirical</a:t>
                      </a:r>
                      <a:endParaRPr lang="de-DE" sz="1800" baseline="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44658" marR="72329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Simulation</a:t>
                      </a:r>
                    </a:p>
                  </a:txBody>
                  <a:tcPr marL="144658" marR="72329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None</a:t>
                      </a:r>
                    </a:p>
                  </a:txBody>
                  <a:tcPr marL="144658" marR="72329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="1" baseline="0" noProof="0" dirty="0" err="1">
                          <a:solidFill>
                            <a:srgbClr val="000000"/>
                          </a:solidFill>
                          <a:latin typeface="+mn-lt"/>
                        </a:rPr>
                        <a:t>Direct</a:t>
                      </a:r>
                      <a:endParaRPr lang="de-DE" sz="1800" b="1" baseline="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44658" marR="72329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="1" baseline="0" noProof="0" dirty="0" err="1">
                          <a:solidFill>
                            <a:srgbClr val="000000"/>
                          </a:solidFill>
                          <a:latin typeface="+mn-lt"/>
                        </a:rPr>
                        <a:t>Direct</a:t>
                      </a:r>
                      <a:endParaRPr lang="de-DE" sz="1800" b="1" baseline="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44658" marR="72329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137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aseline="0" noProof="0" dirty="0">
                          <a:solidFill>
                            <a:srgbClr val="1971B8"/>
                          </a:solidFill>
                          <a:latin typeface="+mn-lt"/>
                        </a:rPr>
                        <a:t>Multi-</a:t>
                      </a:r>
                      <a:r>
                        <a:rPr lang="de-DE" sz="1800" baseline="0" noProof="0" dirty="0" err="1">
                          <a:solidFill>
                            <a:srgbClr val="1971B8"/>
                          </a:solidFill>
                          <a:latin typeface="+mn-lt"/>
                        </a:rPr>
                        <a:t>period</a:t>
                      </a:r>
                      <a:r>
                        <a:rPr lang="de-DE" sz="1800" baseline="0" noProof="0" dirty="0">
                          <a:solidFill>
                            <a:srgbClr val="1971B8"/>
                          </a:solidFill>
                          <a:latin typeface="+mn-lt"/>
                        </a:rPr>
                        <a:t> design</a:t>
                      </a:r>
                    </a:p>
                  </a:txBody>
                  <a:tcPr marL="144658" marR="72329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Rolling </a:t>
                      </a:r>
                      <a:r>
                        <a:rPr lang="de-DE" sz="1800" baseline="0" noProof="0" dirty="0" err="1">
                          <a:solidFill>
                            <a:srgbClr val="000000"/>
                          </a:solidFill>
                          <a:latin typeface="+mn-lt"/>
                        </a:rPr>
                        <a:t>window</a:t>
                      </a:r>
                      <a:endParaRPr lang="de-DE" sz="1800" baseline="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44658" marR="72329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aseline="0" noProof="0" dirty="0" err="1">
                          <a:solidFill>
                            <a:srgbClr val="000000"/>
                          </a:solidFill>
                          <a:latin typeface="+mn-lt"/>
                        </a:rPr>
                        <a:t>Recursive</a:t>
                      </a:r>
                      <a:endParaRPr lang="de-DE" sz="1800" baseline="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44658" marR="72329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aseline="0" noProof="0" dirty="0" err="1">
                          <a:solidFill>
                            <a:srgbClr val="000000"/>
                          </a:solidFill>
                          <a:latin typeface="+mn-lt"/>
                        </a:rPr>
                        <a:t>Direct</a:t>
                      </a:r>
                      <a:endParaRPr lang="de-DE" sz="1800" baseline="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44658" marR="72329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aseline="0" noProof="0" dirty="0" err="1">
                          <a:solidFill>
                            <a:srgbClr val="000000"/>
                          </a:solidFill>
                          <a:latin typeface="+mn-lt"/>
                        </a:rPr>
                        <a:t>Direct</a:t>
                      </a:r>
                      <a:endParaRPr lang="de-DE" sz="1800" baseline="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44658" marR="72329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aseline="0" noProof="0" dirty="0" err="1">
                          <a:solidFill>
                            <a:srgbClr val="000000"/>
                          </a:solidFill>
                          <a:latin typeface="+mn-lt"/>
                        </a:rPr>
                        <a:t>Direct</a:t>
                      </a:r>
                      <a:endParaRPr lang="de-DE" sz="1800" baseline="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44658" marR="72329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137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aseline="0" noProof="0" dirty="0">
                          <a:solidFill>
                            <a:srgbClr val="1971B8"/>
                          </a:solidFill>
                          <a:latin typeface="+mn-lt"/>
                        </a:rPr>
                        <a:t>Thesis </a:t>
                      </a:r>
                      <a:r>
                        <a:rPr lang="de-DE" sz="1800" baseline="0" noProof="0" dirty="0" err="1">
                          <a:solidFill>
                            <a:srgbClr val="1971B8"/>
                          </a:solidFill>
                          <a:latin typeface="+mn-lt"/>
                        </a:rPr>
                        <a:t>role</a:t>
                      </a:r>
                      <a:endParaRPr lang="de-DE" sz="1800" baseline="0" noProof="0" dirty="0">
                        <a:solidFill>
                          <a:srgbClr val="1971B8"/>
                        </a:solidFill>
                        <a:latin typeface="+mn-lt"/>
                      </a:endParaRPr>
                    </a:p>
                  </a:txBody>
                  <a:tcPr marL="144658" marR="72329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Naive BM</a:t>
                      </a:r>
                    </a:p>
                  </a:txBody>
                  <a:tcPr marL="144658" marR="72329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aseline="0" noProof="0" dirty="0" err="1">
                          <a:solidFill>
                            <a:srgbClr val="000000"/>
                          </a:solidFill>
                          <a:latin typeface="+mn-lt"/>
                        </a:rPr>
                        <a:t>Recursive</a:t>
                      </a:r>
                      <a:endParaRPr lang="de-DE" sz="1800" baseline="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44658" marR="72329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HAR Benchmark</a:t>
                      </a:r>
                    </a:p>
                  </a:txBody>
                  <a:tcPr marL="144658" marR="72329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="1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Main (RQ1)</a:t>
                      </a:r>
                    </a:p>
                  </a:txBody>
                  <a:tcPr marL="144658" marR="72329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1000"/>
                        </a:spcAft>
                      </a:pPr>
                      <a:r>
                        <a:rPr lang="de-DE" sz="1800" b="1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Main (RQ2)</a:t>
                      </a:r>
                    </a:p>
                  </a:txBody>
                  <a:tcPr marL="144658" marR="72329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itel">
            <a:extLst>
              <a:ext uri="{FF2B5EF4-FFF2-40B4-BE49-F238E27FC236}">
                <a16:creationId xmlns:a16="http://schemas.microsoft.com/office/drawing/2014/main" id="{008A172D-36DB-D823-2D08-6BF4BA57D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Models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14750F05-C9D4-A87D-CCAE-0634375CE19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014DFD4-0C75-92A8-57B5-A5C91C5A7713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4369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7C0AE-7DC5-55CF-5000-73C41901A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platzhalter 48">
            <a:extLst>
              <a:ext uri="{FF2B5EF4-FFF2-40B4-BE49-F238E27FC236}">
                <a16:creationId xmlns:a16="http://schemas.microsoft.com/office/drawing/2014/main" id="{723BFE7C-6A7D-F50D-62E8-B34290245D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solidFill>
            <a:srgbClr val="004976"/>
          </a:solidFill>
        </p:spPr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532750B-4D7E-C9EE-4DDF-0AC3DB91E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Key Design </a:t>
            </a:r>
            <a:r>
              <a:rPr lang="de-DE" dirty="0" err="1"/>
              <a:t>decisions</a:t>
            </a:r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C2B5504-D437-7581-7395-A6AC845C4032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AE8CD6-7DEC-40BA-845E-FD09EC3A8CE6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35" name="Inhaltsplatzhalter 34">
            <a:extLst>
              <a:ext uri="{FF2B5EF4-FFF2-40B4-BE49-F238E27FC236}">
                <a16:creationId xmlns:a16="http://schemas.microsoft.com/office/drawing/2014/main" id="{F54A7E9E-5740-4C5A-8AC4-FD8369148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Horizons: </a:t>
            </a:r>
            <a:r>
              <a:rPr lang="de-DE" i="1" dirty="0"/>
              <a:t>h </a:t>
            </a:r>
            <a:r>
              <a:rPr lang="de-DE" dirty="0"/>
              <a:t>∈ {1</a:t>
            </a:r>
            <a:r>
              <a:rPr lang="de-DE" i="1" dirty="0"/>
              <a:t>, </a:t>
            </a:r>
            <a:r>
              <a:rPr lang="de-DE" dirty="0"/>
              <a:t>5</a:t>
            </a:r>
            <a:r>
              <a:rPr lang="de-DE" i="1" dirty="0"/>
              <a:t>, </a:t>
            </a:r>
            <a:r>
              <a:rPr lang="de-DE" dirty="0"/>
              <a:t>22</a:t>
            </a:r>
            <a:r>
              <a:rPr lang="de-DE" i="1" dirty="0"/>
              <a:t>, </a:t>
            </a:r>
            <a:r>
              <a:rPr lang="de-DE" dirty="0"/>
              <a:t>66</a:t>
            </a:r>
            <a:r>
              <a:rPr lang="de-DE" i="1" dirty="0"/>
              <a:t>, </a:t>
            </a:r>
            <a:r>
              <a:rPr lang="de-DE" dirty="0"/>
              <a:t>132</a:t>
            </a:r>
            <a:r>
              <a:rPr lang="de-DE" i="1" dirty="0"/>
              <a:t>, </a:t>
            </a:r>
            <a:r>
              <a:rPr lang="de-DE" dirty="0"/>
              <a:t>264} </a:t>
            </a:r>
            <a:r>
              <a:rPr lang="de-DE" dirty="0" err="1"/>
              <a:t>days</a:t>
            </a:r>
            <a:endParaRPr lang="de-DE" dirty="0"/>
          </a:p>
          <a:p>
            <a:endParaRPr lang="de-DE" dirty="0"/>
          </a:p>
          <a:p>
            <a:r>
              <a:rPr lang="de-DE" b="1" dirty="0" err="1"/>
              <a:t>Quantiles</a:t>
            </a:r>
            <a:r>
              <a:rPr lang="de-DE" b="1" dirty="0"/>
              <a:t>: </a:t>
            </a:r>
            <a:r>
              <a:rPr lang="el-GR" i="1" dirty="0"/>
              <a:t>τ </a:t>
            </a:r>
            <a:r>
              <a:rPr lang="el-GR" dirty="0"/>
              <a:t>∈ {0</a:t>
            </a:r>
            <a:r>
              <a:rPr lang="el-GR" i="1" dirty="0"/>
              <a:t>.</a:t>
            </a:r>
            <a:r>
              <a:rPr lang="el-GR" dirty="0"/>
              <a:t>05</a:t>
            </a:r>
            <a:r>
              <a:rPr lang="el-GR" i="1" dirty="0"/>
              <a:t>, </a:t>
            </a:r>
            <a:r>
              <a:rPr lang="el-GR" dirty="0"/>
              <a:t>0</a:t>
            </a:r>
            <a:r>
              <a:rPr lang="el-GR" i="1" dirty="0"/>
              <a:t>.</a:t>
            </a:r>
            <a:r>
              <a:rPr lang="el-GR" dirty="0"/>
              <a:t>25</a:t>
            </a:r>
            <a:r>
              <a:rPr lang="el-GR" i="1" dirty="0"/>
              <a:t>, </a:t>
            </a:r>
            <a:r>
              <a:rPr lang="el-GR" dirty="0"/>
              <a:t>0</a:t>
            </a:r>
            <a:r>
              <a:rPr lang="el-GR" i="1" dirty="0"/>
              <a:t>.</a:t>
            </a:r>
            <a:r>
              <a:rPr lang="el-GR" dirty="0"/>
              <a:t>50</a:t>
            </a:r>
            <a:r>
              <a:rPr lang="el-GR" i="1" dirty="0"/>
              <a:t>, </a:t>
            </a:r>
            <a:r>
              <a:rPr lang="el-GR" dirty="0"/>
              <a:t>0</a:t>
            </a:r>
            <a:r>
              <a:rPr lang="el-GR" i="1" dirty="0"/>
              <a:t>.</a:t>
            </a:r>
            <a:r>
              <a:rPr lang="el-GR" dirty="0"/>
              <a:t>75</a:t>
            </a:r>
            <a:r>
              <a:rPr lang="el-GR" i="1" dirty="0"/>
              <a:t>, </a:t>
            </a:r>
            <a:r>
              <a:rPr lang="el-GR" dirty="0"/>
              <a:t>0</a:t>
            </a:r>
            <a:r>
              <a:rPr lang="el-GR" i="1" dirty="0"/>
              <a:t>.</a:t>
            </a:r>
            <a:r>
              <a:rPr lang="el-GR" dirty="0"/>
              <a:t>95}</a:t>
            </a:r>
            <a:endParaRPr lang="de-DE" dirty="0"/>
          </a:p>
          <a:p>
            <a:endParaRPr lang="de-DE" dirty="0"/>
          </a:p>
          <a:p>
            <a:r>
              <a:rPr lang="de-DE" b="1" dirty="0"/>
              <a:t>Rolling </a:t>
            </a:r>
            <a:r>
              <a:rPr lang="de-DE" b="1" dirty="0" err="1"/>
              <a:t>estimation</a:t>
            </a:r>
            <a:r>
              <a:rPr lang="de-DE" b="1" dirty="0"/>
              <a:t> </a:t>
            </a:r>
            <a:r>
              <a:rPr lang="de-DE" b="1" dirty="0" err="1"/>
              <a:t>window</a:t>
            </a:r>
            <a:r>
              <a:rPr lang="de-DE" b="1" dirty="0"/>
              <a:t>: </a:t>
            </a:r>
            <a:r>
              <a:rPr lang="de-DE" dirty="0"/>
              <a:t>2.520 </a:t>
            </a:r>
            <a:r>
              <a:rPr lang="de-DE" dirty="0" err="1"/>
              <a:t>trading</a:t>
            </a:r>
            <a:r>
              <a:rPr lang="de-DE" dirty="0"/>
              <a:t> </a:t>
            </a:r>
            <a:r>
              <a:rPr lang="de-DE" dirty="0" err="1"/>
              <a:t>days</a:t>
            </a:r>
            <a:r>
              <a:rPr lang="de-DE" dirty="0"/>
              <a:t> (~10 </a:t>
            </a:r>
            <a:r>
              <a:rPr lang="de-DE" dirty="0" err="1"/>
              <a:t>years</a:t>
            </a:r>
            <a:r>
              <a:rPr lang="de-DE" dirty="0"/>
              <a:t>)</a:t>
            </a:r>
          </a:p>
          <a:p>
            <a:endParaRPr lang="de-DE" dirty="0"/>
          </a:p>
          <a:p>
            <a:r>
              <a:rPr lang="de-DE" b="1" dirty="0"/>
              <a:t>Out-</a:t>
            </a:r>
            <a:r>
              <a:rPr lang="de-DE" b="1" dirty="0" err="1"/>
              <a:t>of</a:t>
            </a:r>
            <a:r>
              <a:rPr lang="de-DE" b="1" dirty="0"/>
              <a:t>-sample </a:t>
            </a:r>
            <a:r>
              <a:rPr lang="de-DE" b="1" dirty="0" err="1"/>
              <a:t>forecasts</a:t>
            </a:r>
            <a:r>
              <a:rPr lang="de-DE" b="1" dirty="0"/>
              <a:t>:</a:t>
            </a:r>
            <a:r>
              <a:rPr lang="de-DE" dirty="0"/>
              <a:t> ~10.500 </a:t>
            </a:r>
            <a:r>
              <a:rPr lang="de-DE" dirty="0" err="1"/>
              <a:t>daily</a:t>
            </a:r>
            <a:r>
              <a:rPr lang="de-DE" dirty="0"/>
              <a:t> </a:t>
            </a:r>
            <a:r>
              <a:rPr lang="de-DE" dirty="0" err="1"/>
              <a:t>forecast</a:t>
            </a:r>
            <a:r>
              <a:rPr lang="de-DE" dirty="0"/>
              <a:t> </a:t>
            </a:r>
            <a:r>
              <a:rPr lang="de-DE" dirty="0" err="1"/>
              <a:t>origins</a:t>
            </a:r>
            <a:endParaRPr lang="de-DE" dirty="0"/>
          </a:p>
          <a:p>
            <a:endParaRPr lang="de-DE" dirty="0"/>
          </a:p>
          <a:p>
            <a:r>
              <a:rPr lang="de-DE" b="1" dirty="0"/>
              <a:t>Re-</a:t>
            </a:r>
            <a:r>
              <a:rPr lang="de-DE" b="1" dirty="0" err="1"/>
              <a:t>estimation</a:t>
            </a:r>
            <a:r>
              <a:rPr lang="de-DE" b="1" dirty="0"/>
              <a:t> </a:t>
            </a:r>
            <a:r>
              <a:rPr lang="de-DE" b="1" dirty="0" err="1"/>
              <a:t>frequency</a:t>
            </a:r>
            <a:r>
              <a:rPr lang="de-DE" b="1" dirty="0"/>
              <a:t>: </a:t>
            </a:r>
            <a:r>
              <a:rPr lang="en-US" dirty="0"/>
              <a:t>every 5 days (HAR-QR/X-QR), every 22 days (GARCH)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1646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68C99-FF62-A27A-F45E-75FBDE6A2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platzhalter 48">
            <a:extLst>
              <a:ext uri="{FF2B5EF4-FFF2-40B4-BE49-F238E27FC236}">
                <a16:creationId xmlns:a16="http://schemas.microsoft.com/office/drawing/2014/main" id="{765342AA-F45C-1381-64AE-CDEA3FDBB0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solidFill>
            <a:srgbClr val="004976"/>
          </a:solidFill>
        </p:spPr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16F74FF-20CC-F7F1-E2A6-642A4E340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Key Design </a:t>
            </a:r>
            <a:r>
              <a:rPr lang="de-DE" dirty="0" err="1"/>
              <a:t>decisions</a:t>
            </a:r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3563442-87C8-44BB-15D1-8FC144E5C51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7FEA95-7953-F3F2-5143-E265A98F28F6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35" name="Inhaltsplatzhalter 34">
            <a:extLst>
              <a:ext uri="{FF2B5EF4-FFF2-40B4-BE49-F238E27FC236}">
                <a16:creationId xmlns:a16="http://schemas.microsoft.com/office/drawing/2014/main" id="{4DB7E83E-826C-954C-95A5-C93A31191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Yang-Zhang </a:t>
            </a:r>
            <a:r>
              <a:rPr lang="de-DE" b="1" dirty="0" err="1"/>
              <a:t>volatility</a:t>
            </a:r>
            <a:r>
              <a:rPr lang="de-DE" b="1" dirty="0"/>
              <a:t> </a:t>
            </a:r>
            <a:r>
              <a:rPr lang="de-DE" sz="1200" dirty="0"/>
              <a:t>(Zhang et al. 2000)</a:t>
            </a:r>
          </a:p>
          <a:p>
            <a:pPr lvl="1"/>
            <a:r>
              <a:rPr lang="de-DE" dirty="0"/>
              <a:t>40 </a:t>
            </a:r>
            <a:r>
              <a:rPr lang="de-DE" dirty="0" err="1"/>
              <a:t>years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daily</a:t>
            </a:r>
            <a:r>
              <a:rPr lang="de-DE" dirty="0"/>
              <a:t> OHLCV</a:t>
            </a:r>
          </a:p>
          <a:p>
            <a:pPr lvl="1"/>
            <a:r>
              <a:rPr lang="de-DE" dirty="0" err="1"/>
              <a:t>Validated</a:t>
            </a:r>
            <a:r>
              <a:rPr lang="de-DE" dirty="0"/>
              <a:t> </a:t>
            </a:r>
            <a:r>
              <a:rPr lang="de-DE" dirty="0" err="1"/>
              <a:t>against</a:t>
            </a:r>
            <a:r>
              <a:rPr lang="de-DE" dirty="0"/>
              <a:t> 5-min RV</a:t>
            </a:r>
          </a:p>
          <a:p>
            <a:pPr lvl="1"/>
            <a:endParaRPr lang="de-DE" dirty="0"/>
          </a:p>
          <a:p>
            <a:r>
              <a:rPr lang="de-DE" b="1" dirty="0" err="1"/>
              <a:t>Direct</a:t>
            </a:r>
            <a:r>
              <a:rPr lang="de-DE" b="1" dirty="0"/>
              <a:t> </a:t>
            </a:r>
            <a:r>
              <a:rPr lang="de-DE" b="1" dirty="0" err="1"/>
              <a:t>forecasting</a:t>
            </a:r>
            <a:r>
              <a:rPr lang="de-DE" b="1" dirty="0"/>
              <a:t> </a:t>
            </a:r>
            <a:r>
              <a:rPr lang="de-DE" dirty="0"/>
              <a:t>(separate </a:t>
            </a:r>
            <a:r>
              <a:rPr lang="de-DE" dirty="0" err="1"/>
              <a:t>model</a:t>
            </a:r>
            <a:r>
              <a:rPr lang="de-DE" dirty="0"/>
              <a:t> per </a:t>
            </a:r>
            <a:r>
              <a:rPr lang="de-DE" dirty="0" err="1"/>
              <a:t>horizon</a:t>
            </a:r>
            <a:r>
              <a:rPr lang="de-DE" dirty="0"/>
              <a:t>, not </a:t>
            </a:r>
            <a:r>
              <a:rPr lang="de-DE" dirty="0" err="1"/>
              <a:t>iterated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Standard in HAR </a:t>
            </a:r>
            <a:r>
              <a:rPr lang="de-DE" dirty="0" err="1"/>
              <a:t>literature</a:t>
            </a:r>
            <a:r>
              <a:rPr lang="de-DE" dirty="0"/>
              <a:t> </a:t>
            </a:r>
            <a:r>
              <a:rPr lang="de-DE" sz="1200" dirty="0"/>
              <a:t>(</a:t>
            </a:r>
            <a:r>
              <a:rPr lang="de-DE" sz="1200" dirty="0" err="1"/>
              <a:t>Ghysels</a:t>
            </a:r>
            <a:r>
              <a:rPr lang="de-DE" sz="1200" dirty="0"/>
              <a:t> et al. 2019)</a:t>
            </a:r>
          </a:p>
          <a:p>
            <a:pPr lvl="1"/>
            <a:r>
              <a:rPr lang="de-DE" dirty="0"/>
              <a:t>Essential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quantile</a:t>
            </a:r>
            <a:r>
              <a:rPr lang="de-DE" dirty="0"/>
              <a:t> </a:t>
            </a:r>
            <a:r>
              <a:rPr lang="de-DE" dirty="0" err="1"/>
              <a:t>regression</a:t>
            </a:r>
            <a:r>
              <a:rPr lang="de-DE" dirty="0"/>
              <a:t>, </a:t>
            </a:r>
            <a:r>
              <a:rPr lang="de-DE" dirty="0" err="1"/>
              <a:t>can‘t</a:t>
            </a:r>
            <a:r>
              <a:rPr lang="de-DE" dirty="0"/>
              <a:t> </a:t>
            </a:r>
            <a:r>
              <a:rPr lang="de-DE" dirty="0" err="1"/>
              <a:t>iterate</a:t>
            </a:r>
            <a:r>
              <a:rPr lang="de-DE" dirty="0"/>
              <a:t> </a:t>
            </a:r>
            <a:r>
              <a:rPr lang="de-DE" dirty="0" err="1"/>
              <a:t>quantile</a:t>
            </a:r>
            <a:r>
              <a:rPr lang="de-DE" dirty="0"/>
              <a:t> </a:t>
            </a:r>
            <a:r>
              <a:rPr lang="de-DE" dirty="0" err="1"/>
              <a:t>forecasts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distributional </a:t>
            </a:r>
            <a:r>
              <a:rPr lang="de-DE" dirty="0" err="1"/>
              <a:t>assumptions</a:t>
            </a:r>
            <a:endParaRPr lang="de-DE" dirty="0"/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34935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81F74-5732-681D-C7B2-B9D4EBFD5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platzhalter 39">
            <a:extLst>
              <a:ext uri="{FF2B5EF4-FFF2-40B4-BE49-F238E27FC236}">
                <a16:creationId xmlns:a16="http://schemas.microsoft.com/office/drawing/2014/main" id="{2FD19FF7-7257-3178-F181-83ABDB8C7F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5" name="Textplatzhalter 44">
            <a:extLst>
              <a:ext uri="{FF2B5EF4-FFF2-40B4-BE49-F238E27FC236}">
                <a16:creationId xmlns:a16="http://schemas.microsoft.com/office/drawing/2014/main" id="{1B5127BA-9FB7-06A0-AE84-60CECCD58A18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361950" y="1635156"/>
            <a:ext cx="3177663" cy="1335600"/>
          </a:xfrm>
        </p:spPr>
        <p:txBody>
          <a:bodyPr/>
          <a:lstStyle/>
          <a:p>
            <a:r>
              <a:rPr lang="de-DE" dirty="0"/>
              <a:t>QLIKE</a:t>
            </a:r>
          </a:p>
          <a:p>
            <a:r>
              <a:rPr lang="de-DE" dirty="0"/>
              <a:t>(Hist. Vol., GARCH, HAR-OLS)</a:t>
            </a:r>
          </a:p>
        </p:txBody>
      </p:sp>
      <p:sp>
        <p:nvSpPr>
          <p:cNvPr id="46" name="Inhaltsplatzhalter 45">
            <a:extLst>
              <a:ext uri="{FF2B5EF4-FFF2-40B4-BE49-F238E27FC236}">
                <a16:creationId xmlns:a16="http://schemas.microsoft.com/office/drawing/2014/main" id="{5631841E-D6FB-0902-4178-D00688E805E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539613" y="1635156"/>
            <a:ext cx="8290437" cy="1335600"/>
          </a:xfrm>
        </p:spPr>
        <p:txBody>
          <a:bodyPr/>
          <a:lstStyle/>
          <a:p>
            <a:r>
              <a:rPr lang="de-DE" dirty="0"/>
              <a:t>Mean </a:t>
            </a:r>
            <a:r>
              <a:rPr lang="de-DE" dirty="0" err="1"/>
              <a:t>forecasts</a:t>
            </a:r>
            <a:r>
              <a:rPr lang="de-DE" dirty="0"/>
              <a:t> </a:t>
            </a:r>
            <a:r>
              <a:rPr lang="de-DE" dirty="0" err="1"/>
              <a:t>evaluation</a:t>
            </a:r>
            <a:endParaRPr lang="de-DE" dirty="0"/>
          </a:p>
          <a:p>
            <a:r>
              <a:rPr lang="en-US" dirty="0"/>
              <a:t>Chosen because it ranks forecasts consistently even when the true volatility (proxy) is measured with noise</a:t>
            </a:r>
            <a:endParaRPr lang="de-DE" dirty="0"/>
          </a:p>
        </p:txBody>
      </p:sp>
      <p:sp>
        <p:nvSpPr>
          <p:cNvPr id="43" name="Textplatzhalter 42">
            <a:extLst>
              <a:ext uri="{FF2B5EF4-FFF2-40B4-BE49-F238E27FC236}">
                <a16:creationId xmlns:a16="http://schemas.microsoft.com/office/drawing/2014/main" id="{C04877F9-0762-6939-E9B1-044AEA9C7271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361950" y="3204222"/>
            <a:ext cx="3177663" cy="1335600"/>
          </a:xfrm>
        </p:spPr>
        <p:txBody>
          <a:bodyPr/>
          <a:lstStyle/>
          <a:p>
            <a:r>
              <a:rPr lang="de-DE" dirty="0"/>
              <a:t>Quantile </a:t>
            </a:r>
            <a:r>
              <a:rPr lang="de-DE" dirty="0" err="1"/>
              <a:t>loss</a:t>
            </a:r>
            <a:endParaRPr lang="de-DE" dirty="0"/>
          </a:p>
          <a:p>
            <a:r>
              <a:rPr lang="de-DE" dirty="0"/>
              <a:t>(HAR-QR, HAR-X-QR)</a:t>
            </a:r>
          </a:p>
        </p:txBody>
      </p:sp>
      <p:sp>
        <p:nvSpPr>
          <p:cNvPr id="44" name="Inhaltsplatzhalter 43">
            <a:extLst>
              <a:ext uri="{FF2B5EF4-FFF2-40B4-BE49-F238E27FC236}">
                <a16:creationId xmlns:a16="http://schemas.microsoft.com/office/drawing/2014/main" id="{7756C53E-9652-99E1-0FA2-8D88CF2AEDE3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3539613" y="3204222"/>
            <a:ext cx="8290437" cy="1335600"/>
          </a:xfrm>
        </p:spPr>
        <p:txBody>
          <a:bodyPr/>
          <a:lstStyle/>
          <a:p>
            <a:r>
              <a:rPr lang="de-DE" dirty="0"/>
              <a:t>Distributional </a:t>
            </a:r>
            <a:r>
              <a:rPr lang="de-DE" dirty="0" err="1"/>
              <a:t>forecasts</a:t>
            </a:r>
            <a:endParaRPr lang="de-DE" dirty="0"/>
          </a:p>
          <a:p>
            <a:r>
              <a:rPr lang="en-US" dirty="0"/>
              <a:t>Natural scoring rule for quantile forecasts — penalizes under- and over-prediction asymmetrically depending on τ</a:t>
            </a:r>
            <a:endParaRPr lang="de-DE" dirty="0"/>
          </a:p>
        </p:txBody>
      </p:sp>
      <p:sp>
        <p:nvSpPr>
          <p:cNvPr id="41" name="Textplatzhalter 40">
            <a:extLst>
              <a:ext uri="{FF2B5EF4-FFF2-40B4-BE49-F238E27FC236}">
                <a16:creationId xmlns:a16="http://schemas.microsoft.com/office/drawing/2014/main" id="{1A49B424-9E54-1060-4666-100C45C87F46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61950" y="4773288"/>
            <a:ext cx="3177663" cy="1335600"/>
          </a:xfrm>
        </p:spPr>
        <p:txBody>
          <a:bodyPr/>
          <a:lstStyle/>
          <a:p>
            <a:r>
              <a:rPr lang="de-DE" dirty="0"/>
              <a:t>Model </a:t>
            </a:r>
            <a:r>
              <a:rPr lang="de-DE" dirty="0" err="1"/>
              <a:t>confidence</a:t>
            </a:r>
            <a:r>
              <a:rPr lang="de-DE" dirty="0"/>
              <a:t> </a:t>
            </a:r>
            <a:r>
              <a:rPr lang="de-DE" dirty="0" err="1"/>
              <a:t>set</a:t>
            </a:r>
            <a:endParaRPr lang="de-DE" dirty="0"/>
          </a:p>
          <a:p>
            <a:r>
              <a:rPr lang="de-DE" dirty="0"/>
              <a:t>(All </a:t>
            </a:r>
            <a:r>
              <a:rPr lang="de-DE" dirty="0" err="1"/>
              <a:t>models</a:t>
            </a:r>
            <a:r>
              <a:rPr lang="de-DE" dirty="0"/>
              <a:t>)</a:t>
            </a:r>
          </a:p>
        </p:txBody>
      </p:sp>
      <p:sp>
        <p:nvSpPr>
          <p:cNvPr id="42" name="Inhaltsplatzhalter 41">
            <a:extLst>
              <a:ext uri="{FF2B5EF4-FFF2-40B4-BE49-F238E27FC236}">
                <a16:creationId xmlns:a16="http://schemas.microsoft.com/office/drawing/2014/main" id="{162BB9E2-4FAD-38A9-581D-409F67F8F02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539613" y="4773288"/>
            <a:ext cx="8290437" cy="1335600"/>
          </a:xfrm>
        </p:spPr>
        <p:txBody>
          <a:bodyPr/>
          <a:lstStyle/>
          <a:p>
            <a:r>
              <a:rPr lang="de-DE" dirty="0"/>
              <a:t>Statistical </a:t>
            </a:r>
            <a:r>
              <a:rPr lang="de-DE" dirty="0" err="1"/>
              <a:t>significance</a:t>
            </a:r>
            <a:endParaRPr lang="de-DE" dirty="0"/>
          </a:p>
          <a:p>
            <a:r>
              <a:rPr lang="en-US" dirty="0"/>
              <a:t>MCS identifies the group of statistically indistinguishable top performer</a:t>
            </a:r>
            <a:endParaRPr lang="de-DE" dirty="0"/>
          </a:p>
        </p:txBody>
      </p:sp>
      <p:sp>
        <p:nvSpPr>
          <p:cNvPr id="47" name="Textplatzhalter 46">
            <a:extLst>
              <a:ext uri="{FF2B5EF4-FFF2-40B4-BE49-F238E27FC236}">
                <a16:creationId xmlns:a16="http://schemas.microsoft.com/office/drawing/2014/main" id="{24797F2B-A4A2-8E2E-016F-FA39153050F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de-DE" dirty="0"/>
              <a:t>Evaluation</a:t>
            </a:r>
          </a:p>
        </p:txBody>
      </p:sp>
      <p:sp>
        <p:nvSpPr>
          <p:cNvPr id="39" name="Titel 38">
            <a:extLst>
              <a:ext uri="{FF2B5EF4-FFF2-40B4-BE49-F238E27FC236}">
                <a16:creationId xmlns:a16="http://schemas.microsoft.com/office/drawing/2014/main" id="{F7895B57-7E56-D6A2-7E05-129FFE112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dirty="0"/>
              <a:t>Key Design </a:t>
            </a:r>
            <a:r>
              <a:rPr lang="de-DE" dirty="0" err="1"/>
              <a:t>decisions</a:t>
            </a:r>
            <a:endParaRPr lang="de-DE" dirty="0"/>
          </a:p>
        </p:txBody>
      </p:sp>
      <p:sp>
        <p:nvSpPr>
          <p:cNvPr id="49" name="Foliennummernplatzhalter 48">
            <a:extLst>
              <a:ext uri="{FF2B5EF4-FFF2-40B4-BE49-F238E27FC236}">
                <a16:creationId xmlns:a16="http://schemas.microsoft.com/office/drawing/2014/main" id="{472DA5C9-9A26-EA6A-E33D-4E02CFC1098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60756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EF15E-4BEF-6411-EF70-6F3D4C6E1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056AC96-686C-D1EC-E88F-D28F9B67BD42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02094F-5B13-38DC-574D-B1AD3AB15C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800" dirty="0"/>
              <a:t>RQ 1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1F3C50B-B3DA-B25E-7C6D-35A1CB2275F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sz="2200" b="1" dirty="0">
                <a:solidFill>
                  <a:schemeClr val="bg1"/>
                </a:solidFill>
              </a:rPr>
              <a:t>Can HAR-</a:t>
            </a:r>
            <a:r>
              <a:rPr lang="de-DE" sz="2200" b="1" dirty="0" err="1">
                <a:solidFill>
                  <a:schemeClr val="bg1"/>
                </a:solidFill>
              </a:rPr>
              <a:t>based</a:t>
            </a:r>
            <a:r>
              <a:rPr lang="de-DE" sz="2200" b="1" dirty="0">
                <a:solidFill>
                  <a:schemeClr val="bg1"/>
                </a:solidFill>
              </a:rPr>
              <a:t> </a:t>
            </a:r>
            <a:r>
              <a:rPr lang="de-DE" sz="2200" b="1" dirty="0" err="1">
                <a:solidFill>
                  <a:schemeClr val="bg1"/>
                </a:solidFill>
              </a:rPr>
              <a:t>quantile</a:t>
            </a:r>
            <a:r>
              <a:rPr lang="de-DE" sz="2200" b="1" dirty="0">
                <a:solidFill>
                  <a:schemeClr val="bg1"/>
                </a:solidFill>
              </a:rPr>
              <a:t> </a:t>
            </a:r>
            <a:r>
              <a:rPr lang="de-DE" sz="2200" b="1" dirty="0" err="1">
                <a:solidFill>
                  <a:schemeClr val="bg1"/>
                </a:solidFill>
              </a:rPr>
              <a:t>regression</a:t>
            </a:r>
            <a:r>
              <a:rPr lang="de-DE" sz="2200" b="1" dirty="0">
                <a:solidFill>
                  <a:schemeClr val="bg1"/>
                </a:solidFill>
              </a:rPr>
              <a:t> </a:t>
            </a:r>
            <a:r>
              <a:rPr lang="de-DE" sz="2200" b="1" dirty="0" err="1">
                <a:solidFill>
                  <a:schemeClr val="bg1"/>
                </a:solidFill>
              </a:rPr>
              <a:t>models</a:t>
            </a:r>
            <a:r>
              <a:rPr lang="de-DE" sz="2200" b="1" dirty="0">
                <a:solidFill>
                  <a:schemeClr val="bg1"/>
                </a:solidFill>
              </a:rPr>
              <a:t> </a:t>
            </a:r>
            <a:r>
              <a:rPr lang="de-DE" sz="2200" b="1" dirty="0" err="1">
                <a:solidFill>
                  <a:schemeClr val="bg1"/>
                </a:solidFill>
              </a:rPr>
              <a:t>forecast</a:t>
            </a:r>
            <a:r>
              <a:rPr lang="de-DE" sz="2200" b="1" dirty="0">
                <a:solidFill>
                  <a:schemeClr val="bg1"/>
                </a:solidFill>
              </a:rPr>
              <a:t> </a:t>
            </a:r>
            <a:r>
              <a:rPr lang="de-DE" sz="2200" b="1" dirty="0" err="1">
                <a:solidFill>
                  <a:schemeClr val="bg1"/>
                </a:solidFill>
              </a:rPr>
              <a:t>cocoa</a:t>
            </a:r>
            <a:r>
              <a:rPr lang="de-DE" sz="2200" b="1" dirty="0">
                <a:solidFill>
                  <a:schemeClr val="bg1"/>
                </a:solidFill>
              </a:rPr>
              <a:t> </a:t>
            </a:r>
            <a:r>
              <a:rPr lang="de-DE" sz="2200" b="1" dirty="0" err="1">
                <a:solidFill>
                  <a:schemeClr val="bg1"/>
                </a:solidFill>
              </a:rPr>
              <a:t>futures</a:t>
            </a:r>
            <a:r>
              <a:rPr lang="de-DE" sz="2200" b="1" dirty="0">
                <a:solidFill>
                  <a:schemeClr val="bg1"/>
                </a:solidFill>
              </a:rPr>
              <a:t> </a:t>
            </a:r>
            <a:r>
              <a:rPr lang="de-DE" sz="2200" b="1" dirty="0" err="1">
                <a:solidFill>
                  <a:schemeClr val="bg1"/>
                </a:solidFill>
              </a:rPr>
              <a:t>volatility</a:t>
            </a:r>
            <a:r>
              <a:rPr lang="de-DE" sz="2200" b="1" dirty="0">
                <a:solidFill>
                  <a:schemeClr val="bg1"/>
                </a:solidFill>
              </a:rPr>
              <a:t> </a:t>
            </a:r>
            <a:r>
              <a:rPr lang="de-DE" sz="2200" b="1" dirty="0" err="1">
                <a:solidFill>
                  <a:schemeClr val="bg1"/>
                </a:solidFill>
              </a:rPr>
              <a:t>better</a:t>
            </a:r>
            <a:r>
              <a:rPr lang="de-DE" sz="2200" b="1" dirty="0">
                <a:solidFill>
                  <a:schemeClr val="bg1"/>
                </a:solidFill>
              </a:rPr>
              <a:t> </a:t>
            </a:r>
            <a:r>
              <a:rPr lang="de-DE" sz="2200" b="1" dirty="0" err="1">
                <a:solidFill>
                  <a:schemeClr val="bg1"/>
                </a:solidFill>
              </a:rPr>
              <a:t>than</a:t>
            </a:r>
            <a:r>
              <a:rPr lang="de-DE" sz="2200" b="1" dirty="0">
                <a:solidFill>
                  <a:schemeClr val="bg1"/>
                </a:solidFill>
              </a:rPr>
              <a:t> </a:t>
            </a:r>
            <a:r>
              <a:rPr lang="de-DE" sz="2200" b="1" dirty="0" err="1">
                <a:solidFill>
                  <a:schemeClr val="bg1"/>
                </a:solidFill>
              </a:rPr>
              <a:t>baseline</a:t>
            </a:r>
            <a:r>
              <a:rPr lang="de-DE" sz="2200" b="1" dirty="0">
                <a:solidFill>
                  <a:schemeClr val="bg1"/>
                </a:solidFill>
              </a:rPr>
              <a:t> </a:t>
            </a:r>
            <a:r>
              <a:rPr lang="de-DE" sz="2200" b="1" dirty="0" err="1">
                <a:solidFill>
                  <a:schemeClr val="bg1"/>
                </a:solidFill>
              </a:rPr>
              <a:t>models</a:t>
            </a:r>
            <a:r>
              <a:rPr lang="de-DE" sz="2200" b="1" dirty="0">
                <a:solidFill>
                  <a:schemeClr val="bg1"/>
                </a:solidFill>
              </a:rPr>
              <a:t> at </a:t>
            </a:r>
            <a:r>
              <a:rPr lang="de-DE" sz="2200" b="1" dirty="0" err="1">
                <a:solidFill>
                  <a:schemeClr val="bg1"/>
                </a:solidFill>
              </a:rPr>
              <a:t>horizons</a:t>
            </a:r>
            <a:r>
              <a:rPr lang="de-DE" sz="2200" b="1" dirty="0">
                <a:solidFill>
                  <a:schemeClr val="bg1"/>
                </a:solidFill>
              </a:rPr>
              <a:t> </a:t>
            </a:r>
            <a:r>
              <a:rPr lang="de-DE" sz="2200" b="1" dirty="0" err="1">
                <a:solidFill>
                  <a:schemeClr val="bg1"/>
                </a:solidFill>
              </a:rPr>
              <a:t>from</a:t>
            </a:r>
            <a:r>
              <a:rPr lang="de-DE" sz="2200" b="1" dirty="0">
                <a:solidFill>
                  <a:schemeClr val="bg1"/>
                </a:solidFill>
              </a:rPr>
              <a:t> 1 </a:t>
            </a:r>
            <a:r>
              <a:rPr lang="de-DE" sz="2200" b="1" dirty="0" err="1">
                <a:solidFill>
                  <a:schemeClr val="bg1"/>
                </a:solidFill>
              </a:rPr>
              <a:t>day</a:t>
            </a:r>
            <a:r>
              <a:rPr lang="de-DE" sz="2200" b="1" dirty="0">
                <a:solidFill>
                  <a:schemeClr val="bg1"/>
                </a:solidFill>
              </a:rPr>
              <a:t> </a:t>
            </a:r>
            <a:r>
              <a:rPr lang="de-DE" sz="2200" b="1" dirty="0" err="1">
                <a:solidFill>
                  <a:schemeClr val="bg1"/>
                </a:solidFill>
              </a:rPr>
              <a:t>to</a:t>
            </a:r>
            <a:r>
              <a:rPr lang="de-DE" sz="2200" b="1" dirty="0">
                <a:solidFill>
                  <a:schemeClr val="bg1"/>
                </a:solidFill>
              </a:rPr>
              <a:t> 12 </a:t>
            </a:r>
            <a:r>
              <a:rPr lang="de-DE" sz="2200" b="1" dirty="0" err="1">
                <a:solidFill>
                  <a:schemeClr val="bg1"/>
                </a:solidFill>
              </a:rPr>
              <a:t>months</a:t>
            </a:r>
            <a:r>
              <a:rPr lang="de-DE" sz="2200" b="1" dirty="0">
                <a:solidFill>
                  <a:schemeClr val="bg1"/>
                </a:solidFill>
              </a:rPr>
              <a:t>?</a:t>
            </a:r>
          </a:p>
          <a:p>
            <a:endParaRPr lang="de-DE" sz="2200" dirty="0">
              <a:solidFill>
                <a:schemeClr val="bg1"/>
              </a:solidFill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28CACBC-21D0-5F9A-8B97-8F2705A1D3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sz="2800" dirty="0"/>
              <a:t>RQ 2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1388EF5-AA82-29C7-6A55-0A1D85EBC7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de-DE" sz="2200" b="1" dirty="0" err="1">
                <a:solidFill>
                  <a:schemeClr val="bg1"/>
                </a:solidFill>
              </a:rPr>
              <a:t>Does</a:t>
            </a:r>
            <a:r>
              <a:rPr lang="de-DE" sz="2200" b="1" dirty="0">
                <a:solidFill>
                  <a:schemeClr val="bg1"/>
                </a:solidFill>
              </a:rPr>
              <a:t> </a:t>
            </a:r>
            <a:r>
              <a:rPr lang="de-DE" sz="2200" b="1" dirty="0" err="1">
                <a:solidFill>
                  <a:schemeClr val="bg1"/>
                </a:solidFill>
              </a:rPr>
              <a:t>the</a:t>
            </a:r>
            <a:r>
              <a:rPr lang="de-DE" sz="2200" b="1" dirty="0">
                <a:solidFill>
                  <a:schemeClr val="bg1"/>
                </a:solidFill>
              </a:rPr>
              <a:t> ENSO </a:t>
            </a:r>
            <a:r>
              <a:rPr lang="de-DE" sz="2200" b="1" dirty="0" err="1">
                <a:solidFill>
                  <a:schemeClr val="bg1"/>
                </a:solidFill>
              </a:rPr>
              <a:t>climate</a:t>
            </a:r>
            <a:r>
              <a:rPr lang="de-DE" sz="2200" b="1" dirty="0">
                <a:solidFill>
                  <a:schemeClr val="bg1"/>
                </a:solidFill>
              </a:rPr>
              <a:t> </a:t>
            </a:r>
            <a:r>
              <a:rPr lang="de-DE" sz="2200" b="1" dirty="0" err="1">
                <a:solidFill>
                  <a:schemeClr val="bg1"/>
                </a:solidFill>
              </a:rPr>
              <a:t>index</a:t>
            </a:r>
            <a:r>
              <a:rPr lang="de-DE" sz="2200" b="1" dirty="0">
                <a:solidFill>
                  <a:schemeClr val="bg1"/>
                </a:solidFill>
              </a:rPr>
              <a:t> </a:t>
            </a:r>
            <a:r>
              <a:rPr lang="de-DE" sz="2200" b="1" dirty="0" err="1">
                <a:solidFill>
                  <a:schemeClr val="bg1"/>
                </a:solidFill>
              </a:rPr>
              <a:t>improve</a:t>
            </a:r>
            <a:r>
              <a:rPr lang="de-DE" sz="2200" b="1" dirty="0">
                <a:solidFill>
                  <a:schemeClr val="bg1"/>
                </a:solidFill>
              </a:rPr>
              <a:t> </a:t>
            </a:r>
            <a:r>
              <a:rPr lang="de-DE" sz="2200" b="1" dirty="0" err="1">
                <a:solidFill>
                  <a:schemeClr val="bg1"/>
                </a:solidFill>
              </a:rPr>
              <a:t>volatility</a:t>
            </a:r>
            <a:r>
              <a:rPr lang="de-DE" sz="2200" b="1" dirty="0">
                <a:solidFill>
                  <a:schemeClr val="bg1"/>
                </a:solidFill>
              </a:rPr>
              <a:t> </a:t>
            </a:r>
            <a:r>
              <a:rPr lang="de-DE" sz="2200" b="1" dirty="0" err="1">
                <a:solidFill>
                  <a:schemeClr val="bg1"/>
                </a:solidFill>
              </a:rPr>
              <a:t>forecasts</a:t>
            </a:r>
            <a:r>
              <a:rPr lang="de-DE" sz="2200" b="1" dirty="0">
                <a:solidFill>
                  <a:schemeClr val="bg1"/>
                </a:solidFill>
              </a:rPr>
              <a:t>, </a:t>
            </a:r>
            <a:r>
              <a:rPr lang="de-DE" sz="2200" b="1" dirty="0" err="1">
                <a:solidFill>
                  <a:schemeClr val="bg1"/>
                </a:solidFill>
              </a:rPr>
              <a:t>especially</a:t>
            </a:r>
            <a:r>
              <a:rPr lang="de-DE" sz="2200" b="1" dirty="0">
                <a:solidFill>
                  <a:schemeClr val="bg1"/>
                </a:solidFill>
              </a:rPr>
              <a:t> at </a:t>
            </a:r>
            <a:r>
              <a:rPr lang="de-DE" sz="2200" b="1" dirty="0" err="1">
                <a:solidFill>
                  <a:schemeClr val="bg1"/>
                </a:solidFill>
              </a:rPr>
              <a:t>long</a:t>
            </a:r>
            <a:r>
              <a:rPr lang="de-DE" sz="2200" b="1" dirty="0">
                <a:solidFill>
                  <a:schemeClr val="bg1"/>
                </a:solidFill>
              </a:rPr>
              <a:t> </a:t>
            </a:r>
            <a:r>
              <a:rPr lang="de-DE" sz="2200" b="1" dirty="0" err="1">
                <a:solidFill>
                  <a:schemeClr val="bg1"/>
                </a:solidFill>
              </a:rPr>
              <a:t>horizons</a:t>
            </a:r>
            <a:r>
              <a:rPr lang="de-DE" sz="2200" b="1" dirty="0">
                <a:solidFill>
                  <a:schemeClr val="bg1"/>
                </a:solidFill>
              </a:rPr>
              <a:t>?</a:t>
            </a:r>
          </a:p>
          <a:p>
            <a:endParaRPr lang="de-DE" sz="2200" dirty="0">
              <a:solidFill>
                <a:schemeClr val="bg1"/>
              </a:solidFill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02438F7-3B41-13FB-CCD2-7EEADF46A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dirty="0"/>
              <a:t>Research </a:t>
            </a:r>
            <a:r>
              <a:rPr lang="de-DE" dirty="0" err="1"/>
              <a:t>questions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A1D90979-9DF0-ADD9-1524-A85B573F58D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44513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F981E-27BD-A00A-EAB6-936E76755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platzhalter 48">
            <a:extLst>
              <a:ext uri="{FF2B5EF4-FFF2-40B4-BE49-F238E27FC236}">
                <a16:creationId xmlns:a16="http://schemas.microsoft.com/office/drawing/2014/main" id="{0B494251-F258-1386-923E-989C0AA988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solidFill>
            <a:srgbClr val="004976"/>
          </a:solidFill>
        </p:spPr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FAD0DC1-BB7C-B434-B8AA-EB639ACBD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Annualized</a:t>
            </a:r>
            <a:r>
              <a:rPr lang="de-DE" dirty="0"/>
              <a:t> </a:t>
            </a:r>
            <a:r>
              <a:rPr lang="de-DE" dirty="0" err="1"/>
              <a:t>Volatility</a:t>
            </a:r>
            <a:r>
              <a:rPr lang="de-DE" dirty="0"/>
              <a:t> Time Series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057C9D83-69FF-5CB3-3B16-DF6FA9AE0B7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de-DE" dirty="0"/>
              <a:t>Yang-Zhang </a:t>
            </a:r>
            <a:r>
              <a:rPr lang="de-DE" dirty="0" err="1"/>
              <a:t>ann</a:t>
            </a:r>
            <a:r>
              <a:rPr lang="de-DE" dirty="0"/>
              <a:t>. Vol. 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BD892F-1A60-3E77-B934-4721C0D84ACA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8</a:t>
            </a:fld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12D62738-9964-7933-6A7D-84F116FA72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774" y="1185138"/>
            <a:ext cx="8824452" cy="5672862"/>
          </a:xfrm>
          <a:prstGeom prst="rect">
            <a:avLst/>
          </a:prstGeom>
        </p:spPr>
      </p:pic>
      <p:sp>
        <p:nvSpPr>
          <p:cNvPr id="15" name="Ellipse 14">
            <a:extLst>
              <a:ext uri="{FF2B5EF4-FFF2-40B4-BE49-F238E27FC236}">
                <a16:creationId xmlns:a16="http://schemas.microsoft.com/office/drawing/2014/main" id="{BE812212-A768-9C62-C502-9A8194456E97}"/>
              </a:ext>
            </a:extLst>
          </p:cNvPr>
          <p:cNvSpPr/>
          <p:nvPr/>
        </p:nvSpPr>
        <p:spPr>
          <a:xfrm rot="16200000">
            <a:off x="8598310" y="2040569"/>
            <a:ext cx="2261419" cy="9733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7292FACE-40D4-9FC2-0692-CC4EFE87B016}"/>
              </a:ext>
            </a:extLst>
          </p:cNvPr>
          <p:cNvSpPr/>
          <p:nvPr/>
        </p:nvSpPr>
        <p:spPr>
          <a:xfrm>
            <a:off x="2462981" y="2942303"/>
            <a:ext cx="2261419" cy="9733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2D1DD46-DC83-FD83-0380-6A5DE54E4087}"/>
              </a:ext>
            </a:extLst>
          </p:cNvPr>
          <p:cNvSpPr txBox="1"/>
          <p:nvPr/>
        </p:nvSpPr>
        <p:spPr>
          <a:xfrm>
            <a:off x="117987" y="5026531"/>
            <a:ext cx="2163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  <a:buClr>
                <a:schemeClr val="tx1"/>
              </a:buClr>
            </a:pPr>
            <a:r>
              <a:rPr lang="de-DE" dirty="0"/>
              <a:t>22-day </a:t>
            </a:r>
            <a:r>
              <a:rPr lang="de-DE" dirty="0" err="1"/>
              <a:t>rolling</a:t>
            </a:r>
            <a:r>
              <a:rPr lang="de-DE" dirty="0"/>
              <a:t> </a:t>
            </a:r>
            <a:r>
              <a:rPr lang="de-DE" dirty="0" err="1"/>
              <a:t>window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82126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873A7-3310-A2E0-AF72-A004ED42D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platzhalter 48">
            <a:extLst>
              <a:ext uri="{FF2B5EF4-FFF2-40B4-BE49-F238E27FC236}">
                <a16:creationId xmlns:a16="http://schemas.microsoft.com/office/drawing/2014/main" id="{2ED5486E-540E-BE05-D665-5C1EDEF423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solidFill>
            <a:srgbClr val="004976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30EC800-F596-8BA8-5116-7814BEA17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Proxy Validation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7D6F1968-58BC-2704-F9D6-C76FB6BDD2C4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de-DE" dirty="0" err="1"/>
              <a:t>Mincer-Zarnowitz</a:t>
            </a:r>
            <a:r>
              <a:rPr lang="de-DE" dirty="0"/>
              <a:t> Regression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363448-1864-4847-ABA4-738271F78F8B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3" name="Inhaltsplatzhalter 34">
            <a:extLst>
              <a:ext uri="{FF2B5EF4-FFF2-40B4-BE49-F238E27FC236}">
                <a16:creationId xmlns:a16="http://schemas.microsoft.com/office/drawing/2014/main" id="{0A1D8F78-579A-1381-EC51-CDDED842B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376363"/>
            <a:ext cx="11468100" cy="4776773"/>
          </a:xfrm>
        </p:spPr>
        <p:txBody>
          <a:bodyPr/>
          <a:lstStyle/>
          <a:p>
            <a:r>
              <a:rPr lang="en-US" dirty="0"/>
              <a:t>To validate Yang-Zhang as a proxy for true (unobservable) volatility, we regress realized volatility on Yang-Zhang: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de-DE" dirty="0"/>
              <a:t>Null </a:t>
            </a:r>
            <a:r>
              <a:rPr lang="de-DE" dirty="0" err="1"/>
              <a:t>hypothesis</a:t>
            </a:r>
            <a:r>
              <a:rPr lang="de-DE" dirty="0"/>
              <a:t>:</a:t>
            </a:r>
          </a:p>
          <a:p>
            <a:pPr marL="0" indent="0">
              <a:buNone/>
            </a:pPr>
            <a:endParaRPr lang="de-DE" b="1" u="sng" dirty="0"/>
          </a:p>
          <a:p>
            <a:pPr marL="0" indent="0">
              <a:buNone/>
            </a:pPr>
            <a:r>
              <a:rPr lang="de-DE" b="1" u="sng" dirty="0"/>
              <a:t>Interpretation: </a:t>
            </a:r>
          </a:p>
          <a:p>
            <a:r>
              <a:rPr lang="de-DE" dirty="0"/>
              <a:t>R^2 </a:t>
            </a:r>
            <a:r>
              <a:rPr lang="de-DE" dirty="0" err="1"/>
              <a:t>measures</a:t>
            </a:r>
            <a:r>
              <a:rPr lang="de-DE" dirty="0"/>
              <a:t>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much</a:t>
            </a:r>
            <a:r>
              <a:rPr lang="de-DE" dirty="0"/>
              <a:t> Variation in RV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explained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YZ</a:t>
            </a:r>
          </a:p>
          <a:p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result</a:t>
            </a:r>
            <a:r>
              <a:rPr lang="de-DE" dirty="0"/>
              <a:t>: </a:t>
            </a:r>
          </a:p>
          <a:p>
            <a:pPr lvl="1"/>
            <a:r>
              <a:rPr lang="de-DE" dirty="0"/>
              <a:t>R^2 = 0.46 at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daily</a:t>
            </a:r>
            <a:r>
              <a:rPr lang="de-DE" dirty="0"/>
              <a:t> </a:t>
            </a:r>
            <a:r>
              <a:rPr lang="de-DE" dirty="0" err="1"/>
              <a:t>level</a:t>
            </a:r>
            <a:r>
              <a:rPr lang="de-DE" dirty="0"/>
              <a:t>. R^2 = 0.85 at 22-day </a:t>
            </a:r>
            <a:r>
              <a:rPr lang="de-DE" dirty="0" err="1"/>
              <a:t>rolling</a:t>
            </a:r>
            <a:r>
              <a:rPr lang="de-DE" dirty="0"/>
              <a:t> </a:t>
            </a:r>
            <a:r>
              <a:rPr lang="de-DE" dirty="0" err="1"/>
              <a:t>window</a:t>
            </a:r>
            <a:r>
              <a:rPr lang="de-DE" dirty="0"/>
              <a:t>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327DBD2-B57D-D021-C2E3-E655DBE1FE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769" y="2244101"/>
            <a:ext cx="3670717" cy="62058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0463921-39DB-B827-F6C4-A1B1971239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285" y="2990905"/>
            <a:ext cx="2828843" cy="4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569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3DACE-65D1-54B5-E3F0-775A8ED0A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platzhalter 48">
            <a:extLst>
              <a:ext uri="{FF2B5EF4-FFF2-40B4-BE49-F238E27FC236}">
                <a16:creationId xmlns:a16="http://schemas.microsoft.com/office/drawing/2014/main" id="{E1B90EAA-2B1C-5F2B-5FF9-4BA96E73A8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solidFill>
            <a:srgbClr val="004976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DDBA891-C91E-2FB5-BE79-AE03C11E1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Proxy Validation – Yang-Zhang vs. 5 min RV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E9C2031-8962-D894-894D-90D9FACA1E8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de-DE" dirty="0" err="1"/>
              <a:t>Mincer-Zarnowitz</a:t>
            </a:r>
            <a:r>
              <a:rPr lang="de-DE" dirty="0"/>
              <a:t> Regression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C7DE62-3ACA-4F9D-E976-0D7EC89834E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10</a:t>
            </a:fld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81B327F-AD50-3527-5B67-815198D03C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63" y="1151680"/>
            <a:ext cx="5704066" cy="499105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492473D7-74D6-2970-79B7-A717FF3539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32596"/>
            <a:ext cx="5704066" cy="499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9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45826-CD7A-E15B-CF80-B01DD0755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platzhalter 48">
            <a:extLst>
              <a:ext uri="{FF2B5EF4-FFF2-40B4-BE49-F238E27FC236}">
                <a16:creationId xmlns:a16="http://schemas.microsoft.com/office/drawing/2014/main" id="{0260CAEE-7F08-5B2D-27A0-E939ADA6A3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solidFill>
            <a:srgbClr val="004976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7F75075-37C1-3E02-D287-153FE3BBD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Mean Forecast </a:t>
            </a:r>
            <a:r>
              <a:rPr lang="de-DE" dirty="0" err="1"/>
              <a:t>Comparison</a:t>
            </a:r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DBA12B9B-5655-88C2-A497-756C9159D9B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de-DE" dirty="0"/>
              <a:t>QLIKE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23C9122-50C5-30F3-4C48-8E903AF834B9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3" name="Inhaltsplatzhalter 34">
            <a:extLst>
              <a:ext uri="{FF2B5EF4-FFF2-40B4-BE49-F238E27FC236}">
                <a16:creationId xmlns:a16="http://schemas.microsoft.com/office/drawing/2014/main" id="{A2CC36B3-692E-0339-57FA-497B84036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376363"/>
            <a:ext cx="11468100" cy="4776773"/>
          </a:xfrm>
        </p:spPr>
        <p:txBody>
          <a:bodyPr/>
          <a:lstStyle/>
          <a:p>
            <a:r>
              <a:rPr lang="en-US" dirty="0"/>
              <a:t>QLIKE for mean/median forecasts is robust to proxy noise (Patton, 2011):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de-DE" dirty="0"/>
              <a:t>Patton (2011) </a:t>
            </a:r>
            <a:r>
              <a:rPr lang="de-DE" dirty="0" err="1"/>
              <a:t>proved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among</a:t>
            </a:r>
            <a:r>
              <a:rPr lang="de-DE" dirty="0"/>
              <a:t> </a:t>
            </a:r>
            <a:r>
              <a:rPr lang="de-DE" dirty="0" err="1"/>
              <a:t>standard</a:t>
            </a:r>
            <a:r>
              <a:rPr lang="de-DE" dirty="0"/>
              <a:t> </a:t>
            </a:r>
            <a:r>
              <a:rPr lang="de-DE" dirty="0" err="1"/>
              <a:t>loss</a:t>
            </a:r>
            <a:r>
              <a:rPr lang="de-DE" dirty="0"/>
              <a:t> </a:t>
            </a:r>
            <a:r>
              <a:rPr lang="de-DE" dirty="0" err="1"/>
              <a:t>functions</a:t>
            </a:r>
            <a:r>
              <a:rPr lang="de-DE" dirty="0"/>
              <a:t>, </a:t>
            </a:r>
            <a:r>
              <a:rPr lang="de-DE" dirty="0" err="1"/>
              <a:t>only</a:t>
            </a:r>
            <a:r>
              <a:rPr lang="de-DE" dirty="0"/>
              <a:t> MSE and QLIKE </a:t>
            </a:r>
            <a:r>
              <a:rPr lang="de-DE" dirty="0" err="1"/>
              <a:t>produce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rankings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i="1" dirty="0"/>
              <a:t>robust </a:t>
            </a:r>
            <a:r>
              <a:rPr lang="de-DE" i="1" dirty="0" err="1"/>
              <a:t>to</a:t>
            </a:r>
            <a:r>
              <a:rPr lang="de-DE" i="1" dirty="0"/>
              <a:t> </a:t>
            </a:r>
            <a:r>
              <a:rPr lang="de-DE" i="1" dirty="0" err="1"/>
              <a:t>noise</a:t>
            </a:r>
            <a:r>
              <a:rPr lang="de-DE" i="1" dirty="0"/>
              <a:t> in </a:t>
            </a:r>
            <a:r>
              <a:rPr lang="de-DE" i="1" dirty="0" err="1"/>
              <a:t>the</a:t>
            </a:r>
            <a:r>
              <a:rPr lang="de-DE" i="1" dirty="0"/>
              <a:t> </a:t>
            </a:r>
            <a:r>
              <a:rPr lang="de-DE" i="1" dirty="0" err="1"/>
              <a:t>volatility</a:t>
            </a:r>
            <a:r>
              <a:rPr lang="de-DE" i="1" dirty="0"/>
              <a:t> </a:t>
            </a:r>
            <a:r>
              <a:rPr lang="de-DE" i="1" dirty="0" err="1"/>
              <a:t>proxy</a:t>
            </a:r>
            <a:r>
              <a:rPr lang="de-DE" dirty="0"/>
              <a:t>. </a:t>
            </a:r>
          </a:p>
          <a:p>
            <a:pPr lvl="1"/>
            <a:r>
              <a:rPr lang="de-DE" dirty="0"/>
              <a:t>Also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penalizes</a:t>
            </a:r>
            <a:r>
              <a:rPr lang="de-DE" dirty="0"/>
              <a:t> </a:t>
            </a:r>
            <a:r>
              <a:rPr lang="de-DE" dirty="0" err="1"/>
              <a:t>under</a:t>
            </a:r>
            <a:r>
              <a:rPr lang="de-DE" dirty="0"/>
              <a:t> </a:t>
            </a:r>
            <a:r>
              <a:rPr lang="de-DE" dirty="0" err="1"/>
              <a:t>prediction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under</a:t>
            </a:r>
            <a:r>
              <a:rPr lang="de-DE" dirty="0"/>
              <a:t> </a:t>
            </a:r>
            <a:r>
              <a:rPr lang="de-DE" dirty="0" err="1"/>
              <a:t>prediction</a:t>
            </a:r>
            <a:r>
              <a:rPr lang="de-DE" dirty="0"/>
              <a:t>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relevant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procurement</a:t>
            </a:r>
            <a:endParaRPr lang="de-DE" dirty="0"/>
          </a:p>
          <a:p>
            <a:pPr marL="0" indent="0">
              <a:buNone/>
            </a:pPr>
            <a:endParaRPr lang="de-DE" b="1" u="sng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F1EC8CD-7C88-4BF1-4977-F87381D322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396" y="1830462"/>
            <a:ext cx="3409208" cy="83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173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E397E-2433-715E-02CE-BBCE628BB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platzhalter 48">
            <a:extLst>
              <a:ext uri="{FF2B5EF4-FFF2-40B4-BE49-F238E27FC236}">
                <a16:creationId xmlns:a16="http://schemas.microsoft.com/office/drawing/2014/main" id="{7172E55B-0657-0467-2AF0-535A489FA3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solidFill>
            <a:srgbClr val="004976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3512BEA-A00A-E631-1AA6-FBACF8F33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Mean Forecast </a:t>
            </a:r>
            <a:r>
              <a:rPr lang="de-DE" dirty="0" err="1"/>
              <a:t>Comparison</a:t>
            </a:r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165FB3B3-EC61-6E82-9FDA-660ECCE16BB4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de-DE" dirty="0"/>
              <a:t>Loss </a:t>
            </a:r>
            <a:r>
              <a:rPr lang="de-DE" dirty="0" err="1"/>
              <a:t>by</a:t>
            </a:r>
            <a:r>
              <a:rPr lang="de-DE" dirty="0"/>
              <a:t> Model and Horizon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9D4B07-7A91-B669-09EF-B76EDB09A54F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12</a:t>
            </a:fld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CB93D2A-89E1-3A09-6441-43EDD2E4EC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790" y="1514545"/>
            <a:ext cx="10016419" cy="473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063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7866F-65E9-392B-DA00-F4269CC71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platzhalter 48">
            <a:extLst>
              <a:ext uri="{FF2B5EF4-FFF2-40B4-BE49-F238E27FC236}">
                <a16:creationId xmlns:a16="http://schemas.microsoft.com/office/drawing/2014/main" id="{29CDFDE0-7184-DF00-9F38-BC5C8B066E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solidFill>
            <a:srgbClr val="004976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5DE0D2B-81E9-44BC-662C-FDA13B0C9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Upper-Tail Quantile </a:t>
            </a:r>
            <a:r>
              <a:rPr lang="de-DE" dirty="0" err="1"/>
              <a:t>Comparison</a:t>
            </a:r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54BF008C-5768-885A-E6C4-7B691078FCA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de-DE" dirty="0"/>
              <a:t>Quantile Loss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896CE4-31A6-32C4-2603-6FEB6C782297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13</a:t>
            </a:fld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34">
                <a:extLst>
                  <a:ext uri="{FF2B5EF4-FFF2-40B4-BE49-F238E27FC236}">
                    <a16:creationId xmlns:a16="http://schemas.microsoft.com/office/drawing/2014/main" id="{5AAC02AD-412C-4CA6-6D41-037921129D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1950" y="1376363"/>
                <a:ext cx="11468100" cy="4776773"/>
              </a:xfrm>
            </p:spPr>
            <p:txBody>
              <a:bodyPr/>
              <a:lstStyle/>
              <a:p>
                <a:r>
                  <a:rPr lang="en-US" dirty="0"/>
                  <a:t>Quantile Loss for distributional forecasts: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de-DE" dirty="0" err="1"/>
                  <a:t>Uses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same check </a:t>
                </a:r>
                <a:r>
                  <a:rPr lang="de-DE" dirty="0" err="1"/>
                  <a:t>function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as</a:t>
                </a:r>
                <a:r>
                  <a:rPr lang="de-DE" dirty="0"/>
                  <a:t> </a:t>
                </a:r>
                <a:r>
                  <a:rPr lang="de-DE" dirty="0" err="1"/>
                  <a:t>estimation</a:t>
                </a:r>
                <a:r>
                  <a:rPr lang="de-DE" dirty="0"/>
                  <a:t>. This </a:t>
                </a:r>
                <a:r>
                  <a:rPr lang="de-DE" dirty="0" err="1"/>
                  <a:t>makes</a:t>
                </a:r>
                <a:r>
                  <a:rPr lang="de-DE" dirty="0"/>
                  <a:t> HAR-QR „</a:t>
                </a:r>
                <a:r>
                  <a:rPr lang="de-DE" dirty="0" err="1"/>
                  <a:t>coherent</a:t>
                </a:r>
                <a:r>
                  <a:rPr lang="de-DE" dirty="0"/>
                  <a:t>“ </a:t>
                </a:r>
                <a:r>
                  <a:rPr lang="de-DE" sz="1200" dirty="0"/>
                  <a:t>(</a:t>
                </a:r>
                <a:r>
                  <a:rPr lang="de-DE" sz="1200" dirty="0" err="1"/>
                  <a:t>Puke</a:t>
                </a:r>
                <a:r>
                  <a:rPr lang="de-DE" sz="1200" dirty="0"/>
                  <a:t> and Schweikert 2026)</a:t>
                </a:r>
              </a:p>
              <a:p>
                <a:endParaRPr lang="de-DE" dirty="0"/>
              </a:p>
              <a:p>
                <a:pPr marL="0" indent="0">
                  <a:buNone/>
                </a:pPr>
                <a:endParaRPr lang="de-DE" b="1" u="sng" dirty="0"/>
              </a:p>
            </p:txBody>
          </p:sp>
        </mc:Choice>
        <mc:Fallback xmlns="">
          <p:sp>
            <p:nvSpPr>
              <p:cNvPr id="3" name="Inhaltsplatzhalter 34">
                <a:extLst>
                  <a:ext uri="{FF2B5EF4-FFF2-40B4-BE49-F238E27FC236}">
                    <a16:creationId xmlns:a16="http://schemas.microsoft.com/office/drawing/2014/main" id="{5AAC02AD-412C-4CA6-6D41-037921129D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1950" y="1376363"/>
                <a:ext cx="11468100" cy="4776773"/>
              </a:xfrm>
              <a:blipFill>
                <a:blip r:embed="rId3"/>
                <a:stretch>
                  <a:fillRect l="-1488" t="-191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fik 4">
            <a:extLst>
              <a:ext uri="{FF2B5EF4-FFF2-40B4-BE49-F238E27FC236}">
                <a16:creationId xmlns:a16="http://schemas.microsoft.com/office/drawing/2014/main" id="{6FFE5A9F-C1D2-D269-E530-1A5FF6D6E4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396" y="1781484"/>
            <a:ext cx="3120449" cy="88879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2F1E5FB8-F5E6-0833-A49A-91F20B4C99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534" y="3855549"/>
            <a:ext cx="8262931" cy="111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685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E492C-0A65-9216-C620-9123F49A3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platzhalter 48">
            <a:extLst>
              <a:ext uri="{FF2B5EF4-FFF2-40B4-BE49-F238E27FC236}">
                <a16:creationId xmlns:a16="http://schemas.microsoft.com/office/drawing/2014/main" id="{B4C38E5E-C642-C59D-A832-B3AA776705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solidFill>
            <a:srgbClr val="004976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091D131-11E5-F6C4-4DDB-63EF84D41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Upper-Tail Quantile </a:t>
            </a:r>
            <a:r>
              <a:rPr lang="de-DE" dirty="0" err="1"/>
              <a:t>Comparison</a:t>
            </a:r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56F010C7-3C23-B463-60AC-94C884F26A82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de-DE" dirty="0"/>
              <a:t>Quantile Loss </a:t>
            </a:r>
            <a:r>
              <a:rPr lang="de-DE" dirty="0" err="1"/>
              <a:t>by</a:t>
            </a:r>
            <a:r>
              <a:rPr lang="de-DE" dirty="0"/>
              <a:t> Model and Horizon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6B1F8D-13CE-0741-C23F-6D24E9B148BB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14</a:t>
            </a:fld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37B0815-501F-8BE1-1710-A17CB35FA0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790" y="1396557"/>
            <a:ext cx="10016419" cy="473061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CFF338C-BDE4-2310-09C2-682CE52419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294" y="1396557"/>
            <a:ext cx="10363409" cy="4730618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C13D6025-344E-DAA7-689E-1454F7ECD3EE}"/>
              </a:ext>
            </a:extLst>
          </p:cNvPr>
          <p:cNvSpPr txBox="1"/>
          <p:nvPr/>
        </p:nvSpPr>
        <p:spPr>
          <a:xfrm>
            <a:off x="1327355" y="6067970"/>
            <a:ext cx="10441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rgbClr val="000000"/>
                </a:solidFill>
              </a:rPr>
              <a:t>RQ1: Can HAR-</a:t>
            </a:r>
            <a:r>
              <a:rPr lang="de-DE" b="1" dirty="0" err="1">
                <a:solidFill>
                  <a:srgbClr val="000000"/>
                </a:solidFill>
              </a:rPr>
              <a:t>based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quantile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regression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models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forecast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cocoa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futures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volatility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better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than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baseline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models</a:t>
            </a:r>
            <a:r>
              <a:rPr lang="de-DE" b="1" dirty="0">
                <a:solidFill>
                  <a:srgbClr val="000000"/>
                </a:solidFill>
              </a:rPr>
              <a:t> (HAR-OLS, GARCH, Hist. </a:t>
            </a:r>
            <a:r>
              <a:rPr lang="de-DE" b="1" dirty="0" err="1">
                <a:solidFill>
                  <a:srgbClr val="000000"/>
                </a:solidFill>
              </a:rPr>
              <a:t>Vol</a:t>
            </a:r>
            <a:r>
              <a:rPr lang="de-DE" b="1" dirty="0">
                <a:solidFill>
                  <a:srgbClr val="000000"/>
                </a:solidFill>
              </a:rPr>
              <a:t>) at </a:t>
            </a:r>
            <a:r>
              <a:rPr lang="de-DE" b="1" dirty="0" err="1">
                <a:solidFill>
                  <a:srgbClr val="000000"/>
                </a:solidFill>
              </a:rPr>
              <a:t>horizons</a:t>
            </a:r>
            <a:r>
              <a:rPr lang="de-DE" b="1" dirty="0">
                <a:solidFill>
                  <a:srgbClr val="000000"/>
                </a:solidFill>
              </a:rPr>
              <a:t>  </a:t>
            </a:r>
            <a:r>
              <a:rPr lang="de-DE" b="1" dirty="0" err="1">
                <a:solidFill>
                  <a:srgbClr val="000000"/>
                </a:solidFill>
              </a:rPr>
              <a:t>from</a:t>
            </a:r>
            <a:r>
              <a:rPr lang="de-DE" b="1" dirty="0">
                <a:solidFill>
                  <a:srgbClr val="000000"/>
                </a:solidFill>
              </a:rPr>
              <a:t> 1 </a:t>
            </a:r>
            <a:r>
              <a:rPr lang="de-DE" b="1" dirty="0" err="1">
                <a:solidFill>
                  <a:srgbClr val="000000"/>
                </a:solidFill>
              </a:rPr>
              <a:t>day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to</a:t>
            </a:r>
            <a:r>
              <a:rPr lang="de-DE" b="1" dirty="0">
                <a:solidFill>
                  <a:srgbClr val="000000"/>
                </a:solidFill>
              </a:rPr>
              <a:t> 12 </a:t>
            </a:r>
            <a:r>
              <a:rPr lang="de-DE" b="1" dirty="0" err="1">
                <a:solidFill>
                  <a:srgbClr val="000000"/>
                </a:solidFill>
              </a:rPr>
              <a:t>months</a:t>
            </a:r>
            <a:r>
              <a:rPr lang="de-DE" b="1" dirty="0">
                <a:solidFill>
                  <a:srgbClr val="00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10727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BDC57-4387-DF11-7394-DEB72EA50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platzhalter 48">
            <a:extLst>
              <a:ext uri="{FF2B5EF4-FFF2-40B4-BE49-F238E27FC236}">
                <a16:creationId xmlns:a16="http://schemas.microsoft.com/office/drawing/2014/main" id="{AD1D7E4F-EEC3-9C51-9185-68920014DF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solidFill>
            <a:srgbClr val="004976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03CAF0-EB0C-2B02-DDA7-709398F57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Upper-Tail Quantile </a:t>
            </a:r>
            <a:r>
              <a:rPr lang="de-DE" dirty="0" err="1"/>
              <a:t>Comparison</a:t>
            </a:r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2064FBAB-1233-595C-C51F-F6E11AC5DC63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de-DE" dirty="0"/>
              <a:t>Quantile Loss </a:t>
            </a:r>
            <a:r>
              <a:rPr lang="de-DE" dirty="0" err="1"/>
              <a:t>by</a:t>
            </a:r>
            <a:r>
              <a:rPr lang="de-DE" dirty="0"/>
              <a:t> Model and Horizon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5A214D-6797-E77A-0AA5-AAB2A4370B52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15</a:t>
            </a:fld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43A1C39-EC21-61F0-4274-8A62A5DC09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94280"/>
            <a:ext cx="12192000" cy="3069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874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3FEA2-25D2-CC29-263B-1E35AD880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platzhalter 48">
            <a:extLst>
              <a:ext uri="{FF2B5EF4-FFF2-40B4-BE49-F238E27FC236}">
                <a16:creationId xmlns:a16="http://schemas.microsoft.com/office/drawing/2014/main" id="{142298F4-F7D0-D1D2-1E50-823B2AABE6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solidFill>
            <a:srgbClr val="004976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B3BDE88-4D70-12B5-1BBE-7ECDEE2B7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RQ 1 - </a:t>
            </a:r>
            <a:r>
              <a:rPr lang="de-DE" dirty="0" err="1"/>
              <a:t>Findings</a:t>
            </a:r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462E003B-DF06-C4D6-A7DC-3298755D632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6F1A69-2BF1-FB11-6C5A-262A0610F010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16</a:t>
            </a:fld>
            <a:endParaRPr lang="de-DE" dirty="0"/>
          </a:p>
        </p:txBody>
      </p:sp>
      <p:sp>
        <p:nvSpPr>
          <p:cNvPr id="3" name="Inhaltsplatzhalter 34">
            <a:extLst>
              <a:ext uri="{FF2B5EF4-FFF2-40B4-BE49-F238E27FC236}">
                <a16:creationId xmlns:a16="http://schemas.microsoft.com/office/drawing/2014/main" id="{444A7274-373A-8D1D-F50D-5000C0057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554480"/>
            <a:ext cx="11468100" cy="4598656"/>
          </a:xfrm>
        </p:spPr>
        <p:txBody>
          <a:bodyPr/>
          <a:lstStyle/>
          <a:p>
            <a:pPr marL="0" indent="0">
              <a:buNone/>
            </a:pPr>
            <a:r>
              <a:rPr lang="de-DE" b="1" dirty="0">
                <a:solidFill>
                  <a:srgbClr val="000000"/>
                </a:solidFill>
              </a:rPr>
              <a:t>Can </a:t>
            </a:r>
            <a:r>
              <a:rPr lang="de-DE" b="1" dirty="0" err="1">
                <a:solidFill>
                  <a:srgbClr val="000000"/>
                </a:solidFill>
              </a:rPr>
              <a:t>the</a:t>
            </a:r>
            <a:r>
              <a:rPr lang="de-DE" b="1" dirty="0">
                <a:solidFill>
                  <a:srgbClr val="000000"/>
                </a:solidFill>
              </a:rPr>
              <a:t> HAR-QR </a:t>
            </a:r>
            <a:r>
              <a:rPr lang="de-DE" b="1" dirty="0" err="1">
                <a:solidFill>
                  <a:srgbClr val="000000"/>
                </a:solidFill>
              </a:rPr>
              <a:t>model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forecast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cocoa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futures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volatility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better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than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baseline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models</a:t>
            </a:r>
            <a:r>
              <a:rPr lang="de-DE" b="1" dirty="0">
                <a:solidFill>
                  <a:srgbClr val="000000"/>
                </a:solidFill>
              </a:rPr>
              <a:t> at </a:t>
            </a:r>
            <a:r>
              <a:rPr lang="de-DE" b="1" dirty="0" err="1">
                <a:solidFill>
                  <a:srgbClr val="000000"/>
                </a:solidFill>
              </a:rPr>
              <a:t>horizons</a:t>
            </a:r>
            <a:r>
              <a:rPr lang="de-DE" b="1" dirty="0">
                <a:solidFill>
                  <a:srgbClr val="000000"/>
                </a:solidFill>
              </a:rPr>
              <a:t>  </a:t>
            </a:r>
            <a:r>
              <a:rPr lang="de-DE" b="1" dirty="0" err="1">
                <a:solidFill>
                  <a:srgbClr val="000000"/>
                </a:solidFill>
              </a:rPr>
              <a:t>from</a:t>
            </a:r>
            <a:r>
              <a:rPr lang="de-DE" b="1" dirty="0">
                <a:solidFill>
                  <a:srgbClr val="000000"/>
                </a:solidFill>
              </a:rPr>
              <a:t> 1 </a:t>
            </a:r>
            <a:r>
              <a:rPr lang="de-DE" b="1" dirty="0" err="1">
                <a:solidFill>
                  <a:srgbClr val="000000"/>
                </a:solidFill>
              </a:rPr>
              <a:t>day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to</a:t>
            </a:r>
            <a:r>
              <a:rPr lang="de-DE" b="1" dirty="0">
                <a:solidFill>
                  <a:srgbClr val="000000"/>
                </a:solidFill>
              </a:rPr>
              <a:t> 12 </a:t>
            </a:r>
            <a:r>
              <a:rPr lang="de-DE" b="1" dirty="0" err="1">
                <a:solidFill>
                  <a:srgbClr val="000000"/>
                </a:solidFill>
              </a:rPr>
              <a:t>months</a:t>
            </a:r>
            <a:r>
              <a:rPr lang="de-DE" b="1" dirty="0">
                <a:solidFill>
                  <a:srgbClr val="000000"/>
                </a:solidFill>
              </a:rPr>
              <a:t>?</a:t>
            </a:r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r>
              <a:rPr lang="de-DE" b="1" dirty="0"/>
              <a:t>1 - </a:t>
            </a:r>
            <a:r>
              <a:rPr lang="en-US" b="1" dirty="0"/>
              <a:t>HAR-QR dominates both benchmarks at every horizon</a:t>
            </a:r>
            <a:endParaRPr lang="de-DE" b="1" dirty="0"/>
          </a:p>
          <a:p>
            <a:pPr marL="2160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2 - GARCH is worst at 1d but improves after 1w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3 - HAR-X-QR separates only at long horizons after 3m</a:t>
            </a:r>
          </a:p>
        </p:txBody>
      </p:sp>
    </p:spTree>
    <p:extLst>
      <p:ext uri="{BB962C8B-B14F-4D97-AF65-F5344CB8AC3E}">
        <p14:creationId xmlns:p14="http://schemas.microsoft.com/office/powerpoint/2010/main" val="3248302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17BE1-B38A-A2E6-6E69-2CE2CAB21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platzhalter 48">
            <a:extLst>
              <a:ext uri="{FF2B5EF4-FFF2-40B4-BE49-F238E27FC236}">
                <a16:creationId xmlns:a16="http://schemas.microsoft.com/office/drawing/2014/main" id="{AFE2434C-42E0-7BAE-F437-5FAA73335F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solidFill>
            <a:srgbClr val="004976"/>
          </a:solidFill>
        </p:spPr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346F77-8050-DB0B-BD60-49319605F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ENSO </a:t>
            </a:r>
            <a:r>
              <a:rPr lang="de-DE" dirty="0" err="1"/>
              <a:t>regimes</a:t>
            </a:r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A8EE6778-103F-03E7-BEC3-39E8F5D10FE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de-DE" dirty="0"/>
              <a:t>El Nino and La Nina </a:t>
            </a:r>
            <a:r>
              <a:rPr lang="de-DE" dirty="0" err="1"/>
              <a:t>classification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E7FB81-8D50-F404-2917-D2B281B63DB7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17</a:t>
            </a:fld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549B028-6F57-B63C-36F0-B65C7EC5EC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32596"/>
            <a:ext cx="12192000" cy="4953572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950611A5-FE1E-635C-6E32-FCB8418591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0568" y="5875348"/>
            <a:ext cx="3796289" cy="982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604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3B0E8-3904-CB0F-24DA-621E31549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platzhalter 48">
            <a:extLst>
              <a:ext uri="{FF2B5EF4-FFF2-40B4-BE49-F238E27FC236}">
                <a16:creationId xmlns:a16="http://schemas.microsoft.com/office/drawing/2014/main" id="{94F23BA5-445B-D517-BB3C-6288A42A0E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solidFill>
            <a:srgbClr val="004976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FBAD4FC-26C6-93A2-26C3-150093727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ENSO Augmentation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933B5E89-A38D-A19B-6D9E-22DD2F501A6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de-DE" dirty="0"/>
              <a:t>Quantile Loss </a:t>
            </a:r>
            <a:r>
              <a:rPr lang="de-DE" dirty="0" err="1"/>
              <a:t>improvements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HAR-X-QR (incl. ENSO) </a:t>
            </a:r>
            <a:r>
              <a:rPr lang="de-DE" dirty="0" err="1"/>
              <a:t>over</a:t>
            </a:r>
            <a:r>
              <a:rPr lang="de-DE" dirty="0"/>
              <a:t> HAR-QR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B2D4EB-D44D-AEE9-D63E-296CB16AB11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18</a:t>
            </a:fld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C39306E-3712-4023-4289-6FB4BBC3AA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825" y="1168205"/>
            <a:ext cx="10415322" cy="5207661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FFAFAB0E-21DF-0311-A236-07425C2D2349}"/>
              </a:ext>
            </a:extLst>
          </p:cNvPr>
          <p:cNvSpPr txBox="1"/>
          <p:nvPr/>
        </p:nvSpPr>
        <p:spPr>
          <a:xfrm>
            <a:off x="1877960" y="6130270"/>
            <a:ext cx="88588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rgbClr val="000000"/>
                </a:solidFill>
              </a:rPr>
              <a:t>RQ2: </a:t>
            </a:r>
            <a:r>
              <a:rPr lang="de-DE" b="1" dirty="0" err="1">
                <a:solidFill>
                  <a:srgbClr val="000000"/>
                </a:solidFill>
              </a:rPr>
              <a:t>Does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the</a:t>
            </a:r>
            <a:r>
              <a:rPr lang="de-DE" b="1" dirty="0">
                <a:solidFill>
                  <a:srgbClr val="000000"/>
                </a:solidFill>
              </a:rPr>
              <a:t> ENSO </a:t>
            </a:r>
            <a:r>
              <a:rPr lang="de-DE" b="1" dirty="0" err="1">
                <a:solidFill>
                  <a:srgbClr val="000000"/>
                </a:solidFill>
              </a:rPr>
              <a:t>climate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index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improve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volatility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forecasts</a:t>
            </a:r>
            <a:r>
              <a:rPr lang="de-DE" b="1" dirty="0">
                <a:solidFill>
                  <a:srgbClr val="000000"/>
                </a:solidFill>
              </a:rPr>
              <a:t>, </a:t>
            </a:r>
            <a:r>
              <a:rPr lang="de-DE" b="1" dirty="0" err="1">
                <a:solidFill>
                  <a:srgbClr val="000000"/>
                </a:solidFill>
              </a:rPr>
              <a:t>especially</a:t>
            </a:r>
            <a:r>
              <a:rPr lang="de-DE" b="1" dirty="0">
                <a:solidFill>
                  <a:srgbClr val="000000"/>
                </a:solidFill>
              </a:rPr>
              <a:t> at </a:t>
            </a:r>
            <a:r>
              <a:rPr lang="de-DE" b="1" dirty="0" err="1">
                <a:solidFill>
                  <a:srgbClr val="000000"/>
                </a:solidFill>
              </a:rPr>
              <a:t>long</a:t>
            </a:r>
            <a:r>
              <a:rPr lang="de-DE" b="1" dirty="0">
                <a:solidFill>
                  <a:srgbClr val="000000"/>
                </a:solidFill>
              </a:rPr>
              <a:t>  </a:t>
            </a:r>
            <a:r>
              <a:rPr lang="de-DE" b="1" dirty="0" err="1">
                <a:solidFill>
                  <a:srgbClr val="000000"/>
                </a:solidFill>
              </a:rPr>
              <a:t>horizons</a:t>
            </a:r>
            <a:r>
              <a:rPr lang="de-DE" b="1" dirty="0">
                <a:solidFill>
                  <a:srgbClr val="00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773354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A224E-433E-7B8B-3DDA-7A84782CC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platzhalter 48">
            <a:extLst>
              <a:ext uri="{FF2B5EF4-FFF2-40B4-BE49-F238E27FC236}">
                <a16:creationId xmlns:a16="http://schemas.microsoft.com/office/drawing/2014/main" id="{FA71348D-2F4B-585D-E5FC-73DAA5C8FB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solidFill>
            <a:srgbClr val="004976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C8718E1-2044-54ED-06C5-2252C2B41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RQ 2 - </a:t>
            </a:r>
            <a:r>
              <a:rPr lang="de-DE" dirty="0" err="1"/>
              <a:t>Findings</a:t>
            </a:r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2B4CD155-6F17-2D50-609D-70D55528B37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26FE66-EE67-FF8C-F016-8D55D09087B3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19</a:t>
            </a:fld>
            <a:endParaRPr lang="de-DE" dirty="0"/>
          </a:p>
        </p:txBody>
      </p:sp>
      <p:sp>
        <p:nvSpPr>
          <p:cNvPr id="3" name="Inhaltsplatzhalter 34">
            <a:extLst>
              <a:ext uri="{FF2B5EF4-FFF2-40B4-BE49-F238E27FC236}">
                <a16:creationId xmlns:a16="http://schemas.microsoft.com/office/drawing/2014/main" id="{8F9B21AF-8324-BFDD-7DF7-C38933670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376363"/>
            <a:ext cx="11468100" cy="4776773"/>
          </a:xfrm>
        </p:spPr>
        <p:txBody>
          <a:bodyPr/>
          <a:lstStyle/>
          <a:p>
            <a:pPr marL="0" indent="0">
              <a:buNone/>
            </a:pPr>
            <a:r>
              <a:rPr lang="de-DE" b="1" dirty="0" err="1">
                <a:solidFill>
                  <a:srgbClr val="000000"/>
                </a:solidFill>
              </a:rPr>
              <a:t>Does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the</a:t>
            </a:r>
            <a:r>
              <a:rPr lang="de-DE" b="1" dirty="0">
                <a:solidFill>
                  <a:srgbClr val="000000"/>
                </a:solidFill>
              </a:rPr>
              <a:t> ENSO </a:t>
            </a:r>
            <a:r>
              <a:rPr lang="de-DE" b="1" dirty="0" err="1">
                <a:solidFill>
                  <a:srgbClr val="000000"/>
                </a:solidFill>
              </a:rPr>
              <a:t>climate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index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improve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volatility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forecasts</a:t>
            </a:r>
            <a:r>
              <a:rPr lang="de-DE" b="1" dirty="0">
                <a:solidFill>
                  <a:srgbClr val="000000"/>
                </a:solidFill>
              </a:rPr>
              <a:t>, </a:t>
            </a:r>
            <a:r>
              <a:rPr lang="de-DE" b="1" dirty="0" err="1">
                <a:solidFill>
                  <a:srgbClr val="000000"/>
                </a:solidFill>
              </a:rPr>
              <a:t>especially</a:t>
            </a:r>
            <a:r>
              <a:rPr lang="de-DE" b="1" dirty="0">
                <a:solidFill>
                  <a:srgbClr val="000000"/>
                </a:solidFill>
              </a:rPr>
              <a:t> at </a:t>
            </a:r>
            <a:r>
              <a:rPr lang="de-DE" b="1" dirty="0" err="1">
                <a:solidFill>
                  <a:srgbClr val="000000"/>
                </a:solidFill>
              </a:rPr>
              <a:t>long</a:t>
            </a:r>
            <a:r>
              <a:rPr lang="de-DE" b="1" dirty="0">
                <a:solidFill>
                  <a:srgbClr val="000000"/>
                </a:solidFill>
              </a:rPr>
              <a:t>  </a:t>
            </a:r>
            <a:r>
              <a:rPr lang="de-DE" b="1" dirty="0" err="1">
                <a:solidFill>
                  <a:srgbClr val="000000"/>
                </a:solidFill>
              </a:rPr>
              <a:t>horizons</a:t>
            </a:r>
            <a:r>
              <a:rPr lang="de-DE" b="1" dirty="0">
                <a:solidFill>
                  <a:srgbClr val="000000"/>
                </a:solidFill>
              </a:rPr>
              <a:t>?</a:t>
            </a:r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r>
              <a:rPr lang="de-DE" b="1" dirty="0"/>
              <a:t>1 - </a:t>
            </a:r>
            <a:r>
              <a:rPr lang="en-US" b="1" dirty="0"/>
              <a:t>Short horizons (1d–1m): ENSO adds nothing</a:t>
            </a:r>
          </a:p>
          <a:p>
            <a:pPr lvl="1"/>
            <a:r>
              <a:rPr lang="en-US" dirty="0"/>
              <a:t>Reason: ENSO is a slow moving climate variable, can’t predict next days vol.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2 - Long horizons + upper tail: ENSO shines</a:t>
            </a:r>
          </a:p>
          <a:p>
            <a:pPr lvl="1"/>
            <a:r>
              <a:rPr lang="en-US" dirty="0"/>
              <a:t>MCS confirms this pattern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3 - </a:t>
            </a:r>
            <a:r>
              <a:rPr lang="de-DE" b="1" dirty="0"/>
              <a:t>ENSO </a:t>
            </a:r>
            <a:r>
              <a:rPr lang="de-DE" b="1" dirty="0" err="1"/>
              <a:t>does</a:t>
            </a:r>
            <a:r>
              <a:rPr lang="de-DE" b="1" dirty="0"/>
              <a:t> NOT </a:t>
            </a:r>
            <a:r>
              <a:rPr lang="de-DE" b="1" dirty="0" err="1"/>
              <a:t>help</a:t>
            </a:r>
            <a:r>
              <a:rPr lang="de-DE" b="1" dirty="0"/>
              <a:t> </a:t>
            </a:r>
            <a:r>
              <a:rPr lang="de-DE" b="1" dirty="0" err="1"/>
              <a:t>mean</a:t>
            </a:r>
            <a:r>
              <a:rPr lang="de-DE" b="1" dirty="0"/>
              <a:t> </a:t>
            </a:r>
            <a:r>
              <a:rPr lang="de-DE" b="1" dirty="0" err="1"/>
              <a:t>forecasts</a:t>
            </a:r>
            <a:endParaRPr lang="de-DE" b="1" dirty="0"/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917242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A773D-4023-2724-BC16-A61DFA05B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platzhalter 48">
            <a:extLst>
              <a:ext uri="{FF2B5EF4-FFF2-40B4-BE49-F238E27FC236}">
                <a16:creationId xmlns:a16="http://schemas.microsoft.com/office/drawing/2014/main" id="{E3CFFF2E-D7DF-3672-9713-5EA279E231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solidFill>
            <a:srgbClr val="004976"/>
          </a:solidFill>
        </p:spPr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C097853-9204-547C-C1A5-F7AC7FAF1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 Confidence Set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A2D07FA2-A251-0847-16A5-814723AC9A1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2E4CBB-0A11-274A-E36E-8FB845087450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20</a:t>
            </a:fld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4D6A4C3-8FEC-E9C3-32C1-7566D1D418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85"/>
          <a:stretch>
            <a:fillRect/>
          </a:stretch>
        </p:blipFill>
        <p:spPr>
          <a:xfrm>
            <a:off x="228820" y="1805158"/>
            <a:ext cx="11734360" cy="435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4113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5058796B-BC4B-4019-8620-8146C8E814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solidFill>
            <a:srgbClr val="004976"/>
          </a:solidFill>
        </p:spPr>
        <p:txBody>
          <a:bodyPr/>
          <a:lstStyle/>
          <a:p>
            <a:endParaRPr lang="de-DE"/>
          </a:p>
        </p:txBody>
      </p:sp>
      <p:sp>
        <p:nvSpPr>
          <p:cNvPr id="31" name="Bildplatzhalter 30">
            <a:extLst>
              <a:ext uri="{FF2B5EF4-FFF2-40B4-BE49-F238E27FC236}">
                <a16:creationId xmlns:a16="http://schemas.microsoft.com/office/drawing/2014/main" id="{E9B87456-C1D8-4F5B-9083-84320E92D5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8910AA3-3AFE-4188-B8C0-9EF663F1464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66587AAF-FBB7-4C0A-ABD8-D4E8720A38A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4A0A8A0C-9222-48B8-9EF3-C579C9CBDCC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31BA8D7C-AECA-4EB7-AF67-CB68F7277E0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AC2606EE-DF11-437F-B9B2-B09736C82DF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3" name="Textplatzhalter 32">
            <a:extLst>
              <a:ext uri="{FF2B5EF4-FFF2-40B4-BE49-F238E27FC236}">
                <a16:creationId xmlns:a16="http://schemas.microsoft.com/office/drawing/2014/main" id="{48C6FFC0-3252-4080-A399-35506F09CA4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3B3FD09-B193-421F-ADFF-24DC448BF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de-DE" dirty="0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D83E7EA-050B-409D-91B9-97B0D6492EFF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21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135630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platzhalter 40">
            <a:extLst>
              <a:ext uri="{FF2B5EF4-FFF2-40B4-BE49-F238E27FC236}">
                <a16:creationId xmlns:a16="http://schemas.microsoft.com/office/drawing/2014/main" id="{DF84F6E6-58AC-4AD2-B3AA-97E8BE0912F6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solidFill>
            <a:srgbClr val="004976"/>
          </a:solidFill>
        </p:spPr>
        <p:txBody>
          <a:bodyPr/>
          <a:lstStyle/>
          <a:p>
            <a:endParaRPr lang="de-DE"/>
          </a:p>
        </p:txBody>
      </p:sp>
      <p:sp>
        <p:nvSpPr>
          <p:cNvPr id="37" name="Bildplatzhalter 36">
            <a:extLst>
              <a:ext uri="{FF2B5EF4-FFF2-40B4-BE49-F238E27FC236}">
                <a16:creationId xmlns:a16="http://schemas.microsoft.com/office/drawing/2014/main" id="{4CCCBFF2-833F-49A3-A213-45CC2AD610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8" name="Bildplatzhalter 37">
            <a:extLst>
              <a:ext uri="{FF2B5EF4-FFF2-40B4-BE49-F238E27FC236}">
                <a16:creationId xmlns:a16="http://schemas.microsoft.com/office/drawing/2014/main" id="{26BF64C2-9F0C-4CFC-89F0-80F66F9CE8E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9" name="Bildplatzhalter 38">
            <a:extLst>
              <a:ext uri="{FF2B5EF4-FFF2-40B4-BE49-F238E27FC236}">
                <a16:creationId xmlns:a16="http://schemas.microsoft.com/office/drawing/2014/main" id="{CF245758-37EE-4760-88C2-922D3DE351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52422B47-2488-46C8-A0E8-358BE5EA28B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82BA654-35B8-4BE9-8DA3-435E0B13BDF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EE50FF58-8D4E-4B92-B3A2-42B280185EC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18C0C78-0724-40C3-84FB-24EA22EE9EA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E238645A-61B3-4860-8CA4-07B3A420D47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A9979C31-3B2D-4F0E-93A5-996147DFC00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0" name="Textplatzhalter 39">
            <a:extLst>
              <a:ext uri="{FF2B5EF4-FFF2-40B4-BE49-F238E27FC236}">
                <a16:creationId xmlns:a16="http://schemas.microsoft.com/office/drawing/2014/main" id="{41074EB3-A4FF-4848-9999-FBD9A7BA0EA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F6C0EA7-A125-451F-AB1C-C74E32942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E94D581-7B30-418F-A650-CFF3DD57B55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22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52713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21201D5F-1160-465C-8471-37CF2A792D9A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2" name="Bildplatzhalter 21">
            <a:extLst>
              <a:ext uri="{FF2B5EF4-FFF2-40B4-BE49-F238E27FC236}">
                <a16:creationId xmlns:a16="http://schemas.microsoft.com/office/drawing/2014/main" id="{3D91EF25-05B8-4FBF-B3AC-A22B3D7C65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3C8B6AEE-380A-4603-96A7-778B702B94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4" name="Bildplatzhalter 23">
            <a:extLst>
              <a:ext uri="{FF2B5EF4-FFF2-40B4-BE49-F238E27FC236}">
                <a16:creationId xmlns:a16="http://schemas.microsoft.com/office/drawing/2014/main" id="{24EA9E23-592A-451D-B5DA-BD1FB8A6A93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5" name="Bildplatzhalter 24">
            <a:extLst>
              <a:ext uri="{FF2B5EF4-FFF2-40B4-BE49-F238E27FC236}">
                <a16:creationId xmlns:a16="http://schemas.microsoft.com/office/drawing/2014/main" id="{96CD876B-BB8F-4ABF-84F4-29B07B6941B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7CC391E-3579-489C-874B-223FE1F7A7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3E1F22C6-8D9E-4713-BDAF-F6E3E20BB93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E7B5716-E91F-48FB-A394-066C499A382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72C85398-4C1F-4CF0-A2E5-3EB2516EAB0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9B820611-C2BE-47A1-8290-41FFCC42C71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85AC0060-36C6-497C-9D96-E995B9AECC3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2B22C803-A52D-4A0D-89F9-1E3052BD024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9AB8AB29-C963-4D07-8235-5ED056944F1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151AF37C-3A9C-4FBE-A523-229E91C06BD4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78BD4460-2B0A-4072-9964-52CF3F5DC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1EB737B-B9B8-4A7E-86A4-23E77F90986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23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784455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6AAB2-61E0-66D1-4FF4-3AE86DA9A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platzhalter 48">
            <a:extLst>
              <a:ext uri="{FF2B5EF4-FFF2-40B4-BE49-F238E27FC236}">
                <a16:creationId xmlns:a16="http://schemas.microsoft.com/office/drawing/2014/main" id="{C0D1F5D2-EFA9-C9CD-AB8D-F52F7C5ED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solidFill>
            <a:srgbClr val="004976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24C492D-1102-5804-1CF2-C4A064AB4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How do Benchmarks </a:t>
            </a:r>
            <a:r>
              <a:rPr lang="de-DE" dirty="0" err="1"/>
              <a:t>Produce</a:t>
            </a:r>
            <a:r>
              <a:rPr lang="de-DE" dirty="0"/>
              <a:t> Quantile Forecasts?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55220712-992B-8FFB-BCA7-47DC55933BF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EF6915-9E33-DC06-7CF2-F934B745DF7B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24</a:t>
            </a:fld>
            <a:endParaRPr lang="de-DE" dirty="0"/>
          </a:p>
        </p:txBody>
      </p:sp>
      <p:sp>
        <p:nvSpPr>
          <p:cNvPr id="3" name="Inhaltsplatzhalter 34">
            <a:extLst>
              <a:ext uri="{FF2B5EF4-FFF2-40B4-BE49-F238E27FC236}">
                <a16:creationId xmlns:a16="http://schemas.microsoft.com/office/drawing/2014/main" id="{CFCC5E0C-3725-48BA-3476-4D9431D66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376363"/>
            <a:ext cx="11468100" cy="4776773"/>
          </a:xfrm>
        </p:spPr>
        <p:txBody>
          <a:bodyPr/>
          <a:lstStyle/>
          <a:p>
            <a:r>
              <a:rPr lang="de-DE" dirty="0" err="1"/>
              <a:t>Each</a:t>
            </a:r>
            <a:r>
              <a:rPr lang="de-DE" dirty="0"/>
              <a:t> BM </a:t>
            </a:r>
            <a:r>
              <a:rPr lang="de-DE" dirty="0" err="1"/>
              <a:t>uses</a:t>
            </a:r>
            <a:r>
              <a:rPr lang="de-DE" dirty="0"/>
              <a:t> a different </a:t>
            </a:r>
            <a:r>
              <a:rPr lang="de-DE" dirty="0" err="1"/>
              <a:t>mechanism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produce</a:t>
            </a:r>
            <a:r>
              <a:rPr lang="de-DE" dirty="0"/>
              <a:t> a </a:t>
            </a:r>
            <a:r>
              <a:rPr lang="de-DE" dirty="0" err="1"/>
              <a:t>full</a:t>
            </a:r>
            <a:r>
              <a:rPr lang="de-DE" dirty="0"/>
              <a:t> </a:t>
            </a:r>
            <a:r>
              <a:rPr lang="de-DE" dirty="0" err="1"/>
              <a:t>distribution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forecasts</a:t>
            </a:r>
            <a:r>
              <a:rPr lang="de-DE" dirty="0"/>
              <a:t>,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extract</a:t>
            </a:r>
            <a:r>
              <a:rPr lang="de-DE" dirty="0"/>
              <a:t> </a:t>
            </a:r>
            <a:r>
              <a:rPr lang="de-DE" dirty="0" err="1"/>
              <a:t>quantiles</a:t>
            </a:r>
            <a:r>
              <a:rPr lang="de-DE" dirty="0"/>
              <a:t>. </a:t>
            </a:r>
          </a:p>
          <a:p>
            <a:pPr marL="0" indent="0">
              <a:buNone/>
            </a:pPr>
            <a:endParaRPr lang="de-DE" dirty="0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B94FEB28-2C6E-8128-4440-13C9AA8A5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341395"/>
              </p:ext>
            </p:extLst>
          </p:nvPr>
        </p:nvGraphicFramePr>
        <p:xfrm>
          <a:off x="361951" y="2378916"/>
          <a:ext cx="11468100" cy="22758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04170">
                  <a:extLst>
                    <a:ext uri="{9D8B030D-6E8A-4147-A177-3AD203B41FA5}">
                      <a16:colId xmlns:a16="http://schemas.microsoft.com/office/drawing/2014/main" val="31377536"/>
                    </a:ext>
                  </a:extLst>
                </a:gridCol>
                <a:gridCol w="3704204">
                  <a:extLst>
                    <a:ext uri="{9D8B030D-6E8A-4147-A177-3AD203B41FA5}">
                      <a16:colId xmlns:a16="http://schemas.microsoft.com/office/drawing/2014/main" val="1889962795"/>
                    </a:ext>
                  </a:extLst>
                </a:gridCol>
                <a:gridCol w="6159726">
                  <a:extLst>
                    <a:ext uri="{9D8B030D-6E8A-4147-A177-3AD203B41FA5}">
                      <a16:colId xmlns:a16="http://schemas.microsoft.com/office/drawing/2014/main" val="1282212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Quantile </a:t>
                      </a:r>
                      <a:r>
                        <a:rPr lang="de-DE" dirty="0" err="1"/>
                        <a:t>Mechanism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Example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for</a:t>
                      </a:r>
                      <a:r>
                        <a:rPr lang="de-DE" dirty="0"/>
                        <a:t> tau = 0.95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611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Hist. Vol.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Empirical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quantiles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of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past</a:t>
                      </a:r>
                      <a:r>
                        <a:rPr lang="de-DE" dirty="0"/>
                        <a:t> 252 </a:t>
                      </a:r>
                      <a:r>
                        <a:rPr lang="de-DE" dirty="0" err="1"/>
                        <a:t>daily</a:t>
                      </a:r>
                      <a:r>
                        <a:rPr lang="el-G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σ</a:t>
                      </a:r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Sort the past year of volatilities; take the 95th percentile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7048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GARCH(1,1)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Monte Carlo </a:t>
                      </a:r>
                      <a:r>
                        <a:rPr lang="de-DE" dirty="0" err="1"/>
                        <a:t>simulation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of</a:t>
                      </a:r>
                      <a:r>
                        <a:rPr lang="de-DE" dirty="0"/>
                        <a:t> 5.000 </a:t>
                      </a:r>
                      <a:r>
                        <a:rPr lang="de-DE" dirty="0" err="1"/>
                        <a:t>future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paths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Draw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ε~N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(0,1), simulate σ² forward h steps, repeat 5,000×, take 95th percentile of simulated average vol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583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HAR-QR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Direct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estimation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Minimize the check function ρ₀.₉₅ to get the conditional 95th percentile directly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757758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89849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655A4-84CD-71DA-528E-00942497B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platzhalter 48">
            <a:extLst>
              <a:ext uri="{FF2B5EF4-FFF2-40B4-BE49-F238E27FC236}">
                <a16:creationId xmlns:a16="http://schemas.microsoft.com/office/drawing/2014/main" id="{9A29E2A4-40B0-193E-D387-C954A651BC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solidFill>
            <a:srgbClr val="004976"/>
          </a:solidFill>
        </p:spPr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7D93E98-3953-15CB-B217-B39FBA1D2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Annualized</a:t>
            </a:r>
            <a:r>
              <a:rPr lang="de-DE" dirty="0"/>
              <a:t> </a:t>
            </a:r>
            <a:r>
              <a:rPr lang="de-DE" dirty="0" err="1"/>
              <a:t>Volatility</a:t>
            </a:r>
            <a:r>
              <a:rPr lang="de-DE" dirty="0"/>
              <a:t> Time Series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5975B5EF-23D4-96EA-FB0E-A3C4D4DA22D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de-DE" dirty="0"/>
              <a:t>Yang-Zhang </a:t>
            </a:r>
            <a:r>
              <a:rPr lang="de-DE" dirty="0" err="1"/>
              <a:t>ann</a:t>
            </a:r>
            <a:r>
              <a:rPr lang="de-DE" dirty="0"/>
              <a:t>. Vol. 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2FC553-7F6E-41B4-0332-1BDEDBF38AB2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25</a:t>
            </a:fld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49DEF63-748B-841B-DFF8-352F041FDD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53" y="1756877"/>
            <a:ext cx="10044893" cy="334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241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19">
      <a:dk1>
        <a:srgbClr val="797C7F"/>
      </a:dk1>
      <a:lt1>
        <a:srgbClr val="FFFFFF"/>
      </a:lt1>
      <a:dk2>
        <a:srgbClr val="004976"/>
      </a:dk2>
      <a:lt2>
        <a:srgbClr val="FFFFFF"/>
      </a:lt2>
      <a:accent1>
        <a:srgbClr val="F8AF00"/>
      </a:accent1>
      <a:accent2>
        <a:srgbClr val="F35F11"/>
      </a:accent2>
      <a:accent3>
        <a:srgbClr val="E7236A"/>
      </a:accent3>
      <a:accent4>
        <a:srgbClr val="28A8DC"/>
      </a:accent4>
      <a:accent5>
        <a:srgbClr val="00AEA5"/>
      </a:accent5>
      <a:accent6>
        <a:srgbClr val="12A142"/>
      </a:accent6>
      <a:hlink>
        <a:srgbClr val="1C3A89"/>
      </a:hlink>
      <a:folHlink>
        <a:srgbClr val="E7236A"/>
      </a:folHlink>
    </a:clrScheme>
    <a:fontScheme name="Ritter Spor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spcBef>
            <a:spcPts val="600"/>
          </a:spcBef>
          <a:buClr>
            <a:schemeClr val="tx1"/>
          </a:buClr>
          <a:defRPr sz="2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itter_Sport_Master_2023_de.potx" id="{3AD2E56E-A2C6-4D96-ABAD-A01C41BA6CAA}" vid="{6D656130-447D-400B-B6A6-FA5A3F75D12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17_03_26</Template>
  <TotalTime>0</TotalTime>
  <Words>915</Words>
  <Application>Microsoft Office PowerPoint</Application>
  <PresentationFormat>Breitbild</PresentationFormat>
  <Paragraphs>245</Paragraphs>
  <Slides>25</Slides>
  <Notes>22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30" baseType="lpstr">
      <vt:lpstr>Arial</vt:lpstr>
      <vt:lpstr>Cambria Math</vt:lpstr>
      <vt:lpstr>Symbol</vt:lpstr>
      <vt:lpstr>Wingdings</vt:lpstr>
      <vt:lpstr>Office</vt:lpstr>
      <vt:lpstr>Update 17.03.26</vt:lpstr>
      <vt:lpstr>PowerPoint-Präsentation</vt:lpstr>
      <vt:lpstr>Models</vt:lpstr>
      <vt:lpstr>Key Design decisions</vt:lpstr>
      <vt:lpstr>Key Design decisions</vt:lpstr>
      <vt:lpstr>Key Design decisions</vt:lpstr>
      <vt:lpstr>Research questions</vt:lpstr>
      <vt:lpstr>Annualized Volatility Time Series</vt:lpstr>
      <vt:lpstr>Proxy Validation</vt:lpstr>
      <vt:lpstr>Proxy Validation – Yang-Zhang vs. 5 min RV</vt:lpstr>
      <vt:lpstr>Mean Forecast Comparison</vt:lpstr>
      <vt:lpstr>Mean Forecast Comparison</vt:lpstr>
      <vt:lpstr>Upper-Tail Quantile Comparison</vt:lpstr>
      <vt:lpstr>Upper-Tail Quantile Comparison</vt:lpstr>
      <vt:lpstr>Upper-Tail Quantile Comparison</vt:lpstr>
      <vt:lpstr>RQ 1 - Findings</vt:lpstr>
      <vt:lpstr>ENSO regimes</vt:lpstr>
      <vt:lpstr>ENSO Augmentation</vt:lpstr>
      <vt:lpstr>RQ 2 - Findings</vt:lpstr>
      <vt:lpstr>Model Confidence Set</vt:lpstr>
      <vt:lpstr>PowerPoint-Präsentation</vt:lpstr>
      <vt:lpstr>PowerPoint-Präsentation</vt:lpstr>
      <vt:lpstr>PowerPoint-Präsentation</vt:lpstr>
      <vt:lpstr>How do Benchmarks Produce Quantile Forecasts?</vt:lpstr>
      <vt:lpstr>Annualized Volatility Time Series</vt:lpstr>
    </vt:vector>
  </TitlesOfParts>
  <Company>Alfred Ritter GmbH &amp; Co. KG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Köhler, Felix</dc:creator>
  <cp:lastModifiedBy>Köhler, Felix</cp:lastModifiedBy>
  <cp:revision>10</cp:revision>
  <dcterms:created xsi:type="dcterms:W3CDTF">2026-03-16T06:12:43Z</dcterms:created>
  <dcterms:modified xsi:type="dcterms:W3CDTF">2026-03-16T13:35:22Z</dcterms:modified>
</cp:coreProperties>
</file>